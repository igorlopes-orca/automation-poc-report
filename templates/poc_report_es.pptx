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50" r:id="rId1"/>
    <p:sldMasterId id="2147483751" r:id="rId2"/>
    <p:sldMasterId id="2147483752" r:id="rId3"/>
    <p:sldMasterId id="2147483753"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5" r:id="rId22"/>
  </p:sldIdLst>
  <p:sldSz cx="9144000" cy="5143500" type="screen16x9"/>
  <p:notesSz cx="6858000" cy="9144000"/>
  <p:embeddedFontLst>
    <p:embeddedFont>
      <p:font typeface="Manrope" pitchFamily="2" charset="0"/>
      <p:regular r:id="rId24"/>
      <p:bold r:id="rId25"/>
    </p:embeddedFont>
    <p:embeddedFont>
      <p:font typeface="Manrope ExtraLight" pitchFamily="2" charset="0"/>
      <p:regular r:id="rId26"/>
      <p:bold r:id="rId27"/>
    </p:embeddedFont>
    <p:embeddedFont>
      <p:font typeface="Manrope Light" pitchFamily="2" charset="0"/>
      <p:regular r:id="rId28"/>
      <p:bold r:id="rId29"/>
    </p:embeddedFont>
    <p:embeddedFont>
      <p:font typeface="Manrope Medium" pitchFamily="2" charset="0"/>
      <p:regular r:id="rId30"/>
      <p:bold r:id="rId31"/>
    </p:embeddedFont>
    <p:embeddedFont>
      <p:font typeface="Manrope SemiBold" pitchFamily="2" charset="0"/>
      <p:regular r:id="rId32"/>
      <p:bold r:id="rId33"/>
    </p:embeddedFont>
    <p:embeddedFont>
      <p:font typeface="Montserrat Medium" panose="00000600000000000000" pitchFamily="2" charset="77"/>
      <p:regular r:id="rId34"/>
      <p:bold r:id="rId35"/>
      <p:italic r:id="rId36"/>
      <p:boldItalic r:id="rId37"/>
    </p:embeddedFont>
    <p:embeddedFont>
      <p:font typeface="Mulish" pitchFamily="2" charset="77"/>
      <p:regular r:id="rId38"/>
      <p:bold r:id="rId39"/>
      <p:italic r:id="rId40"/>
      <p:boldItalic r:id="rId41"/>
    </p:embeddedFont>
    <p:embeddedFont>
      <p:font typeface="Mulish Light" pitchFamily="2" charset="77"/>
      <p:regular r:id="rId42"/>
      <p:bold r:id="rId43"/>
      <p:italic r:id="rId44"/>
      <p:boldItalic r:id="rId45"/>
    </p:embeddedFont>
    <p:embeddedFont>
      <p:font typeface="Mulish SemiBold" pitchFamily="2" charset="77"/>
      <p:regular r:id="rId46"/>
      <p:bold r:id="rId47"/>
      <p:italic r:id="rId48"/>
      <p:boldItalic r:id="rId49"/>
    </p:embeddedFont>
    <p:embeddedFont>
      <p:font typeface="Poppins" pitchFamily="2" charset="77"/>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F5545F-5541-4FC3-9F2C-AE76CD793F6F}">
  <a:tblStyle styleId="{75F5545F-5541-4FC3-9F2C-AE76CD793F6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94646"/>
  </p:normalViewPr>
  <p:slideViewPr>
    <p:cSldViewPr snapToGrid="0">
      <p:cViewPr varScale="1">
        <p:scale>
          <a:sx n="144" d="100"/>
          <a:sy n="144" d="100"/>
        </p:scale>
        <p:origin x="9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notesMaster" Target="notesMasters/notesMaster1.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 Id="rId30" Type="http://schemas.openxmlformats.org/officeDocument/2006/relationships/font" Target="fonts/font7.fntdata"/><Relationship Id="rId31" Type="http://schemas.openxmlformats.org/officeDocument/2006/relationships/font" Target="fonts/font8.fntdata"/><Relationship Id="rId32" Type="http://schemas.openxmlformats.org/officeDocument/2006/relationships/font" Target="fonts/font9.fntdata"/><Relationship Id="rId33" Type="http://schemas.openxmlformats.org/officeDocument/2006/relationships/font" Target="fonts/font10.fntdata"/><Relationship Id="rId34" Type="http://schemas.openxmlformats.org/officeDocument/2006/relationships/font" Target="fonts/font11.fntdata"/><Relationship Id="rId35" Type="http://schemas.openxmlformats.org/officeDocument/2006/relationships/font" Target="fonts/font12.fntdata"/><Relationship Id="rId36" Type="http://schemas.openxmlformats.org/officeDocument/2006/relationships/font" Target="fonts/font13.fntdata"/><Relationship Id="rId37" Type="http://schemas.openxmlformats.org/officeDocument/2006/relationships/font" Target="fonts/font14.fntdata"/><Relationship Id="rId38" Type="http://schemas.openxmlformats.org/officeDocument/2006/relationships/font" Target="fonts/font15.fntdata"/><Relationship Id="rId39" Type="http://schemas.openxmlformats.org/officeDocument/2006/relationships/font" Target="fonts/font16.fntdata"/><Relationship Id="rId40" Type="http://schemas.openxmlformats.org/officeDocument/2006/relationships/font" Target="fonts/font17.fntdata"/><Relationship Id="rId41" Type="http://schemas.openxmlformats.org/officeDocument/2006/relationships/font" Target="fonts/font18.fntdata"/><Relationship Id="rId42" Type="http://schemas.openxmlformats.org/officeDocument/2006/relationships/font" Target="fonts/font19.fntdata"/><Relationship Id="rId43" Type="http://schemas.openxmlformats.org/officeDocument/2006/relationships/font" Target="fonts/font20.fntdata"/><Relationship Id="rId44" Type="http://schemas.openxmlformats.org/officeDocument/2006/relationships/font" Target="fonts/font21.fntdata"/><Relationship Id="rId45" Type="http://schemas.openxmlformats.org/officeDocument/2006/relationships/font" Target="fonts/font22.fntdata"/><Relationship Id="rId46" Type="http://schemas.openxmlformats.org/officeDocument/2006/relationships/font" Target="fonts/font23.fntdata"/><Relationship Id="rId47" Type="http://schemas.openxmlformats.org/officeDocument/2006/relationships/font" Target="fonts/font24.fntdata"/><Relationship Id="rId48" Type="http://schemas.openxmlformats.org/officeDocument/2006/relationships/font" Target="fonts/font25.fntdata"/><Relationship Id="rId49" Type="http://schemas.openxmlformats.org/officeDocument/2006/relationships/font" Target="fonts/font26.fntdata"/><Relationship Id="rId50" Type="http://schemas.openxmlformats.org/officeDocument/2006/relationships/font" Target="fonts/font27.fntdata"/><Relationship Id="rId51" Type="http://schemas.openxmlformats.org/officeDocument/2006/relationships/font" Target="fonts/font28.fntdata"/><Relationship Id="rId52" Type="http://schemas.openxmlformats.org/officeDocument/2006/relationships/font" Target="fonts/font29.fntdata"/><Relationship Id="rId53" Type="http://schemas.openxmlformats.org/officeDocument/2006/relationships/font" Target="fonts/font30.fntdata"/><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741c2b79bc_1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AGREGAR LOGO DE LA EMPRESA QUE SE HIZO LA POC</a:t>
            </a:r>
            <a:endParaRPr/>
          </a:p>
        </p:txBody>
      </p:sp>
      <p:sp>
        <p:nvSpPr>
          <p:cNvPr id="540" name="Google Shape;540;g2741c2b79bc_1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8de3d1aa2_0_21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8de3d1aa2_0_2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2c1d39d8d85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2c1d39d8d85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2c1d39d8d85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2c1d39d8d85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the business driver?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2ddf66c9fe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2ddf66c9fe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2c1d39d8d85_0_16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2c1d39d8d85_0_1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Cambiar la imagen y cambiar los números basado en la consola del cliente</a:t>
            </a:r>
            <a:endParaRPr/>
          </a:p>
          <a:p>
            <a:pPr marL="0" lvl="0" indent="0" algn="l" rtl="0">
              <a:spcBef>
                <a:spcPts val="0"/>
              </a:spcBef>
              <a:spcAft>
                <a:spcPts val="0"/>
              </a:spcAft>
              <a:buNone/>
            </a:pPr>
            <a:endParaRPr/>
          </a:p>
          <a:p>
            <a:pPr marL="0" lvl="0" indent="0" algn="l" rtl="0">
              <a:spcBef>
                <a:spcPts val="0"/>
              </a:spcBef>
              <a:spcAft>
                <a:spcPts val="0"/>
              </a:spcAft>
              <a:buNone/>
            </a:pPr>
            <a:r>
              <a:rPr lang="en"/>
              <a:t>Query: https://app.orcasecurity.io/inventory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2c494020583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2c494020583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Actualizar la imagen y los datos del slide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Query: https://app.orcasecurity.io/ciem</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2c345482ffc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2c345482ff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https://app.orcasecurity.io/compliance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3849fa8984e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9" name="Google Shape;609;g3849fa8984e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https://app.orcasecurity.io/compliance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ba036223b9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3ba036223b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Actualizar la imagen y los datos del slide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Query: https://app.orcasecurity.io/ciem</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3849fa8984e_1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3849fa8984e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3849fa8984e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3849fa8984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3849fa8984e_1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3849fa8984e_1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3849fa8984e_1_3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3849fa8984e_1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84a3fdc274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384a3fdc274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334a17ed1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1" name="Google Shape;751;g334a17ed1e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34a17ed1e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6" name="Google Shape;756;g334a17ed1ee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91aad00531_0_1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6" name="Google Shape;826;g291aad00531_0_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jpg"/><Relationship Id="rId3" Type="http://schemas.openxmlformats.org/officeDocument/2006/relationships/image" Target="../media/image3.png"/><Relationship Id="rId4" Type="http://schemas.openxmlformats.org/officeDocument/2006/relationships/image" Target="../media/image1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jpg"/><Relationship Id="rId3" Type="http://schemas.openxmlformats.org/officeDocument/2006/relationships/image" Target="../media/image14.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0" y="-15025"/>
            <a:ext cx="9144003" cy="5209826"/>
          </a:xfrm>
          <a:prstGeom prst="rect">
            <a:avLst/>
          </a:prstGeom>
          <a:noFill/>
          <a:ln>
            <a:noFill/>
          </a:ln>
        </p:spPr>
      </p:pic>
      <p:pic>
        <p:nvPicPr>
          <p:cNvPr id="55" name="Google Shape;55;p14" descr="A picture containing text, clipart, wheel, vector graphics&#10;&#10;Description automatically generated"/>
          <p:cNvPicPr preferRelativeResize="0"/>
          <p:nvPr/>
        </p:nvPicPr>
        <p:blipFill rotWithShape="1">
          <a:blip r:embed="rId3">
            <a:alphaModFix/>
          </a:blip>
          <a:srcRect/>
          <a:stretch/>
        </p:blipFill>
        <p:spPr>
          <a:xfrm>
            <a:off x="7745194" y="4437350"/>
            <a:ext cx="854906" cy="392400"/>
          </a:xfrm>
          <a:prstGeom prst="rect">
            <a:avLst/>
          </a:prstGeom>
          <a:noFill/>
          <a:ln>
            <a:noFill/>
          </a:ln>
        </p:spPr>
      </p:pic>
      <p:sp>
        <p:nvSpPr>
          <p:cNvPr id="56" name="Google Shape;56;p14"/>
          <p:cNvSpPr txBox="1"/>
          <p:nvPr/>
        </p:nvSpPr>
        <p:spPr>
          <a:xfrm>
            <a:off x="514350" y="2189024"/>
            <a:ext cx="8115300" cy="610500"/>
          </a:xfrm>
          <a:prstGeom prst="rect">
            <a:avLst/>
          </a:prstGeom>
          <a:noFill/>
          <a:ln>
            <a:noFill/>
          </a:ln>
        </p:spPr>
        <p:txBody>
          <a:bodyPr spcFirstLastPara="1" wrap="square" lIns="91425" tIns="91425" rIns="91425" bIns="91425" anchor="ctr" anchorCtr="0">
            <a:normAutofit lnSpcReduction="10000"/>
          </a:bodyPr>
          <a:lstStyle/>
          <a:p>
            <a:pPr marL="0" lvl="0" indent="0" algn="l" rtl="0">
              <a:lnSpc>
                <a:spcPct val="90000"/>
              </a:lnSpc>
              <a:spcBef>
                <a:spcPts val="0"/>
              </a:spcBef>
              <a:spcAft>
                <a:spcPts val="0"/>
              </a:spcAft>
              <a:buNone/>
            </a:pPr>
            <a:endParaRPr sz="3200">
              <a:solidFill>
                <a:srgbClr val="FFFFFF"/>
              </a:solidFill>
              <a:latin typeface="Manrope"/>
              <a:ea typeface="Manrope"/>
              <a:cs typeface="Manrope"/>
              <a:sym typeface="Manrope"/>
            </a:endParaRPr>
          </a:p>
        </p:txBody>
      </p:sp>
      <p:sp>
        <p:nvSpPr>
          <p:cNvPr id="57" name="Google Shape;57;p14"/>
          <p:cNvSpPr txBox="1"/>
          <p:nvPr/>
        </p:nvSpPr>
        <p:spPr>
          <a:xfrm>
            <a:off x="543900" y="4695950"/>
            <a:ext cx="3657600" cy="13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600">
                <a:solidFill>
                  <a:schemeClr val="lt1"/>
                </a:solidFill>
                <a:latin typeface="Mulish Light"/>
                <a:ea typeface="Mulish Light"/>
                <a:cs typeface="Mulish Light"/>
                <a:sym typeface="Mulish Light"/>
              </a:rPr>
              <a:t>© Orca Security. All rights reserved.</a:t>
            </a:r>
            <a:endParaRPr sz="1000">
              <a:solidFill>
                <a:schemeClr val="lt1"/>
              </a:solidFill>
              <a:latin typeface="Mulish Light"/>
              <a:ea typeface="Mulish Light"/>
              <a:cs typeface="Mulish Light"/>
              <a:sym typeface="Mulish Light"/>
            </a:endParaRPr>
          </a:p>
          <a:p>
            <a:pPr marL="0" lvl="0" indent="0" algn="l" rtl="0">
              <a:spcBef>
                <a:spcPts val="0"/>
              </a:spcBef>
              <a:spcAft>
                <a:spcPts val="0"/>
              </a:spcAft>
              <a:buNone/>
            </a:pPr>
            <a:endParaRPr>
              <a:latin typeface="Mulish Light"/>
              <a:ea typeface="Mulish Light"/>
              <a:cs typeface="Mulish Light"/>
              <a:sym typeface="Mulish Light"/>
            </a:endParaRPr>
          </a:p>
        </p:txBody>
      </p:sp>
      <p:sp>
        <p:nvSpPr>
          <p:cNvPr id="58" name="Google Shape;58;p14"/>
          <p:cNvSpPr txBox="1">
            <a:spLocks noGrp="1"/>
          </p:cNvSpPr>
          <p:nvPr>
            <p:ph type="title"/>
          </p:nvPr>
        </p:nvSpPr>
        <p:spPr>
          <a:xfrm>
            <a:off x="1207008" y="2060600"/>
            <a:ext cx="7152900" cy="5448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4200"/>
              <a:buFont typeface="Manrope"/>
              <a:buNone/>
              <a:defRPr sz="4200">
                <a:solidFill>
                  <a:schemeClr val="lt1"/>
                </a:solidFill>
                <a:latin typeface="Manrope"/>
                <a:ea typeface="Manrope"/>
                <a:cs typeface="Manrope"/>
                <a:sym typeface="Manrope"/>
              </a:defRPr>
            </a:lvl1pPr>
            <a:lvl2pPr lvl="1" rtl="0">
              <a:spcBef>
                <a:spcPts val="0"/>
              </a:spcBef>
              <a:spcAft>
                <a:spcPts val="0"/>
              </a:spcAft>
              <a:buSzPts val="1400"/>
              <a:buNone/>
              <a:defRPr>
                <a:latin typeface="Mulish Light"/>
                <a:ea typeface="Mulish Light"/>
                <a:cs typeface="Mulish Light"/>
                <a:sym typeface="Mulish Light"/>
              </a:defRPr>
            </a:lvl2pPr>
            <a:lvl3pPr lvl="2" rtl="0">
              <a:spcBef>
                <a:spcPts val="0"/>
              </a:spcBef>
              <a:spcAft>
                <a:spcPts val="0"/>
              </a:spcAft>
              <a:buSzPts val="1400"/>
              <a:buNone/>
              <a:defRPr>
                <a:latin typeface="Mulish Light"/>
                <a:ea typeface="Mulish Light"/>
                <a:cs typeface="Mulish Light"/>
                <a:sym typeface="Mulish Light"/>
              </a:defRPr>
            </a:lvl3pPr>
            <a:lvl4pPr lvl="3" rtl="0">
              <a:spcBef>
                <a:spcPts val="0"/>
              </a:spcBef>
              <a:spcAft>
                <a:spcPts val="0"/>
              </a:spcAft>
              <a:buSzPts val="1400"/>
              <a:buNone/>
              <a:defRPr>
                <a:latin typeface="Mulish Light"/>
                <a:ea typeface="Mulish Light"/>
                <a:cs typeface="Mulish Light"/>
                <a:sym typeface="Mulish Light"/>
              </a:defRPr>
            </a:lvl4pPr>
            <a:lvl5pPr lvl="4" rtl="0">
              <a:spcBef>
                <a:spcPts val="0"/>
              </a:spcBef>
              <a:spcAft>
                <a:spcPts val="0"/>
              </a:spcAft>
              <a:buSzPts val="1400"/>
              <a:buNone/>
              <a:defRPr>
                <a:latin typeface="Mulish Light"/>
                <a:ea typeface="Mulish Light"/>
                <a:cs typeface="Mulish Light"/>
                <a:sym typeface="Mulish Light"/>
              </a:defRPr>
            </a:lvl5pPr>
            <a:lvl6pPr lvl="5" rtl="0">
              <a:spcBef>
                <a:spcPts val="0"/>
              </a:spcBef>
              <a:spcAft>
                <a:spcPts val="0"/>
              </a:spcAft>
              <a:buSzPts val="1400"/>
              <a:buNone/>
              <a:defRPr>
                <a:latin typeface="Mulish Light"/>
                <a:ea typeface="Mulish Light"/>
                <a:cs typeface="Mulish Light"/>
                <a:sym typeface="Mulish Light"/>
              </a:defRPr>
            </a:lvl6pPr>
            <a:lvl7pPr lvl="6" rtl="0">
              <a:spcBef>
                <a:spcPts val="0"/>
              </a:spcBef>
              <a:spcAft>
                <a:spcPts val="0"/>
              </a:spcAft>
              <a:buSzPts val="1400"/>
              <a:buNone/>
              <a:defRPr>
                <a:latin typeface="Mulish Light"/>
                <a:ea typeface="Mulish Light"/>
                <a:cs typeface="Mulish Light"/>
                <a:sym typeface="Mulish Light"/>
              </a:defRPr>
            </a:lvl7pPr>
            <a:lvl8pPr lvl="7" rtl="0">
              <a:spcBef>
                <a:spcPts val="0"/>
              </a:spcBef>
              <a:spcAft>
                <a:spcPts val="0"/>
              </a:spcAft>
              <a:buSzPts val="1400"/>
              <a:buNone/>
              <a:defRPr>
                <a:latin typeface="Mulish Light"/>
                <a:ea typeface="Mulish Light"/>
                <a:cs typeface="Mulish Light"/>
                <a:sym typeface="Mulish Light"/>
              </a:defRPr>
            </a:lvl8pPr>
            <a:lvl9pPr lvl="8" rtl="0">
              <a:spcBef>
                <a:spcPts val="0"/>
              </a:spcBef>
              <a:spcAft>
                <a:spcPts val="0"/>
              </a:spcAft>
              <a:buSzPts val="1400"/>
              <a:buNone/>
              <a:defRPr>
                <a:latin typeface="Mulish Light"/>
                <a:ea typeface="Mulish Light"/>
                <a:cs typeface="Mulish Light"/>
                <a:sym typeface="Mulish Light"/>
              </a:defRPr>
            </a:lvl9pPr>
          </a:lstStyle>
          <a:p>
            <a:endParaRPr/>
          </a:p>
        </p:txBody>
      </p:sp>
      <p:pic>
        <p:nvPicPr>
          <p:cNvPr id="59" name="Google Shape;59;p14"/>
          <p:cNvPicPr preferRelativeResize="0"/>
          <p:nvPr/>
        </p:nvPicPr>
        <p:blipFill rotWithShape="1">
          <a:blip r:embed="rId4">
            <a:alphaModFix/>
          </a:blip>
          <a:srcRect l="18225" t="16162" r="19447" b="19446"/>
          <a:stretch/>
        </p:blipFill>
        <p:spPr>
          <a:xfrm>
            <a:off x="543900" y="2130293"/>
            <a:ext cx="392400" cy="405406"/>
          </a:xfrm>
          <a:prstGeom prst="rect">
            <a:avLst/>
          </a:prstGeom>
          <a:noFill/>
          <a:ln>
            <a:noFill/>
          </a:ln>
        </p:spPr>
      </p:pic>
      <p:pic>
        <p:nvPicPr>
          <p:cNvPr id="60" name="Google Shape;60;p14"/>
          <p:cNvPicPr preferRelativeResize="0"/>
          <p:nvPr/>
        </p:nvPicPr>
        <p:blipFill>
          <a:blip r:embed="rId5">
            <a:alphaModFix/>
          </a:blip>
          <a:stretch>
            <a:fillRect/>
          </a:stretch>
        </p:blipFill>
        <p:spPr>
          <a:xfrm>
            <a:off x="7797800" y="4394713"/>
            <a:ext cx="1038450" cy="4776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Title Slide_11">
    <p:spTree>
      <p:nvGrpSpPr>
        <p:cNvPr id="1" name="Shape 61"/>
        <p:cNvGrpSpPr/>
        <p:nvPr/>
      </p:nvGrpSpPr>
      <p:grpSpPr>
        <a:xfrm>
          <a:off x="0" y="0"/>
          <a:ext cx="0" cy="0"/>
          <a:chOff x="0" y="0"/>
          <a:chExt cx="0" cy="0"/>
        </a:xfrm>
      </p:grpSpPr>
      <p:pic>
        <p:nvPicPr>
          <p:cNvPr id="62" name="Google Shape;62;p15"/>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 Screenshot Right">
  <p:cSld name="Title Slide_11_2">
    <p:spTree>
      <p:nvGrpSpPr>
        <p:cNvPr id="1" name="Shape 63"/>
        <p:cNvGrpSpPr/>
        <p:nvPr/>
      </p:nvGrpSpPr>
      <p:grpSpPr>
        <a:xfrm>
          <a:off x="0" y="0"/>
          <a:ext cx="0" cy="0"/>
          <a:chOff x="0" y="0"/>
          <a:chExt cx="0" cy="0"/>
        </a:xfrm>
      </p:grpSpPr>
      <p:pic>
        <p:nvPicPr>
          <p:cNvPr id="64" name="Google Shape;64;p16"/>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65" name="Google Shape;65;p16"/>
          <p:cNvSpPr/>
          <p:nvPr/>
        </p:nvSpPr>
        <p:spPr>
          <a:xfrm>
            <a:off x="5908325"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 name="Google Shape;66;p16"/>
          <p:cNvPicPr preferRelativeResize="0"/>
          <p:nvPr/>
        </p:nvPicPr>
        <p:blipFill>
          <a:blip r:embed="rId3">
            <a:alphaModFix/>
          </a:blip>
          <a:stretch>
            <a:fillRect/>
          </a:stretch>
        </p:blipFill>
        <p:spPr>
          <a:xfrm>
            <a:off x="3960131" y="735281"/>
            <a:ext cx="6203325" cy="3677176"/>
          </a:xfrm>
          <a:prstGeom prst="rect">
            <a:avLst/>
          </a:prstGeom>
          <a:noFill/>
          <a:ln>
            <a:noFill/>
          </a:ln>
          <a:effectLst>
            <a:outerShdw blurRad="157163" dist="19050" dir="5400000" algn="bl" rotWithShape="0">
              <a:srgbClr val="000000">
                <a:alpha val="25000"/>
              </a:srgbClr>
            </a:outerShdw>
          </a:effectLst>
        </p:spPr>
      </p:pic>
      <p:pic>
        <p:nvPicPr>
          <p:cNvPr id="67" name="Google Shape;67;p16"/>
          <p:cNvPicPr preferRelativeResize="0"/>
          <p:nvPr/>
        </p:nvPicPr>
        <p:blipFill>
          <a:blip r:embed="rId4">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 Screenshot Left">
  <p:cSld name="Title Slide_11_2_1">
    <p:spTree>
      <p:nvGrpSpPr>
        <p:cNvPr id="1" name="Shape 68"/>
        <p:cNvGrpSpPr/>
        <p:nvPr/>
      </p:nvGrpSpPr>
      <p:grpSpPr>
        <a:xfrm>
          <a:off x="0" y="0"/>
          <a:ext cx="0" cy="0"/>
          <a:chOff x="0" y="0"/>
          <a:chExt cx="0" cy="0"/>
        </a:xfrm>
      </p:grpSpPr>
      <p:sp>
        <p:nvSpPr>
          <p:cNvPr id="69" name="Google Shape;69;p17"/>
          <p:cNvSpPr/>
          <p:nvPr/>
        </p:nvSpPr>
        <p:spPr>
          <a:xfrm>
            <a:off x="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 name="Google Shape;70;p17"/>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ide - Blue Bar Right">
  <p:cSld name="Title Slide_11_2_1_1">
    <p:spTree>
      <p:nvGrpSpPr>
        <p:cNvPr id="1" name="Shape 71"/>
        <p:cNvGrpSpPr/>
        <p:nvPr/>
      </p:nvGrpSpPr>
      <p:grpSpPr>
        <a:xfrm>
          <a:off x="0" y="0"/>
          <a:ext cx="0" cy="0"/>
          <a:chOff x="0" y="0"/>
          <a:chExt cx="0" cy="0"/>
        </a:xfrm>
      </p:grpSpPr>
      <p:pic>
        <p:nvPicPr>
          <p:cNvPr id="72" name="Google Shape;72;p18"/>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73" name="Google Shape;73;p18"/>
          <p:cNvSpPr/>
          <p:nvPr/>
        </p:nvSpPr>
        <p:spPr>
          <a:xfrm>
            <a:off x="590850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 name="Google Shape;74;p18"/>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 Blue Bar Left">
  <p:cSld name="Title Slide_11_2_1_1_1">
    <p:spTree>
      <p:nvGrpSpPr>
        <p:cNvPr id="1" name="Shape 75"/>
        <p:cNvGrpSpPr/>
        <p:nvPr/>
      </p:nvGrpSpPr>
      <p:grpSpPr>
        <a:xfrm>
          <a:off x="0" y="0"/>
          <a:ext cx="0" cy="0"/>
          <a:chOff x="0" y="0"/>
          <a:chExt cx="0" cy="0"/>
        </a:xfrm>
      </p:grpSpPr>
      <p:sp>
        <p:nvSpPr>
          <p:cNvPr id="76" name="Google Shape;76;p19"/>
          <p:cNvSpPr/>
          <p:nvPr/>
        </p:nvSpPr>
        <p:spPr>
          <a:xfrm>
            <a:off x="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7" name="Google Shape;77;p19"/>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ransition: Blue ">
  <p:cSld name="Title Slide_11_1">
    <p:spTree>
      <p:nvGrpSpPr>
        <p:cNvPr id="1" name="Shape 78"/>
        <p:cNvGrpSpPr/>
        <p:nvPr/>
      </p:nvGrpSpPr>
      <p:grpSpPr>
        <a:xfrm>
          <a:off x="0" y="0"/>
          <a:ext cx="0" cy="0"/>
          <a:chOff x="0" y="0"/>
          <a:chExt cx="0" cy="0"/>
        </a:xfrm>
      </p:grpSpPr>
      <p:pic>
        <p:nvPicPr>
          <p:cNvPr id="79" name="Google Shape;79;p20"/>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80" name="Google Shape;80;p20"/>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0"/>
          <p:cNvSpPr txBox="1">
            <a:spLocks noGrp="1"/>
          </p:cNvSpPr>
          <p:nvPr>
            <p:ph type="title"/>
          </p:nvPr>
        </p:nvSpPr>
        <p:spPr>
          <a:xfrm>
            <a:off x="1280160" y="2252400"/>
            <a:ext cx="7159200" cy="662400"/>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82" name="Google Shape;82;p20"/>
          <p:cNvPicPr preferRelativeResize="0"/>
          <p:nvPr/>
        </p:nvPicPr>
        <p:blipFill rotWithShape="1">
          <a:blip r:embed="rId3">
            <a:alphaModFix/>
          </a:blip>
          <a:srcRect l="13198" t="12349" r="12739" b="13257"/>
          <a:stretch/>
        </p:blipFill>
        <p:spPr>
          <a:xfrm>
            <a:off x="594360" y="2374667"/>
            <a:ext cx="392400" cy="394158"/>
          </a:xfrm>
          <a:prstGeom prst="rect">
            <a:avLst/>
          </a:prstGeom>
          <a:noFill/>
          <a:ln>
            <a:noFill/>
          </a:ln>
        </p:spPr>
      </p:pic>
      <p:pic>
        <p:nvPicPr>
          <p:cNvPr id="83" name="Google Shape;83;p20"/>
          <p:cNvPicPr preferRelativeResize="0"/>
          <p:nvPr/>
        </p:nvPicPr>
        <p:blipFill>
          <a:blip r:embed="rId4">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ransition: Blue Subtitle">
  <p:cSld name="Title Slide_11_1_3">
    <p:spTree>
      <p:nvGrpSpPr>
        <p:cNvPr id="1" name="Shape 84"/>
        <p:cNvGrpSpPr/>
        <p:nvPr/>
      </p:nvGrpSpPr>
      <p:grpSpPr>
        <a:xfrm>
          <a:off x="0" y="0"/>
          <a:ext cx="0" cy="0"/>
          <a:chOff x="0" y="0"/>
          <a:chExt cx="0" cy="0"/>
        </a:xfrm>
      </p:grpSpPr>
      <p:pic>
        <p:nvPicPr>
          <p:cNvPr id="85" name="Google Shape;85;p21"/>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86" name="Google Shape;86;p21"/>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1"/>
          <p:cNvSpPr txBox="1">
            <a:spLocks noGrp="1"/>
          </p:cNvSpPr>
          <p:nvPr>
            <p:ph type="title"/>
          </p:nvPr>
        </p:nvSpPr>
        <p:spPr>
          <a:xfrm>
            <a:off x="1280160" y="1980838"/>
            <a:ext cx="7159200" cy="6624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88" name="Google Shape;88;p21"/>
          <p:cNvPicPr preferRelativeResize="0"/>
          <p:nvPr/>
        </p:nvPicPr>
        <p:blipFill rotWithShape="1">
          <a:blip r:embed="rId3">
            <a:alphaModFix/>
          </a:blip>
          <a:srcRect l="13198" t="12349" r="12739" b="13257"/>
          <a:stretch/>
        </p:blipFill>
        <p:spPr>
          <a:xfrm>
            <a:off x="594360" y="2114954"/>
            <a:ext cx="392400" cy="394158"/>
          </a:xfrm>
          <a:prstGeom prst="rect">
            <a:avLst/>
          </a:prstGeom>
          <a:noFill/>
          <a:ln>
            <a:noFill/>
          </a:ln>
        </p:spPr>
      </p:pic>
      <p:sp>
        <p:nvSpPr>
          <p:cNvPr id="89" name="Google Shape;89;p21"/>
          <p:cNvSpPr/>
          <p:nvPr/>
        </p:nvSpPr>
        <p:spPr>
          <a:xfrm>
            <a:off x="558425" y="2752200"/>
            <a:ext cx="7909500" cy="90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1"/>
          <p:cNvSpPr txBox="1">
            <a:spLocks noGrp="1"/>
          </p:cNvSpPr>
          <p:nvPr>
            <p:ph type="subTitle" idx="1"/>
          </p:nvPr>
        </p:nvSpPr>
        <p:spPr>
          <a:xfrm>
            <a:off x="788075" y="2886363"/>
            <a:ext cx="7269900" cy="300000"/>
          </a:xfrm>
          <a:prstGeom prst="rect">
            <a:avLst/>
          </a:prstGeom>
        </p:spPr>
        <p:txBody>
          <a:bodyPr spcFirstLastPara="1" wrap="square" lIns="0" tIns="0" rIns="0" bIns="0" anchor="ctr" anchorCtr="0">
            <a:noAutofit/>
          </a:bodyPr>
          <a:lstStyle>
            <a:lvl1pPr lvl="0" rtl="0">
              <a:spcBef>
                <a:spcPts val="0"/>
              </a:spcBef>
              <a:spcAft>
                <a:spcPts val="0"/>
              </a:spcAft>
              <a:buClr>
                <a:schemeClr val="lt1"/>
              </a:buClr>
              <a:buSzPts val="1500"/>
              <a:buFont typeface="Manrope Light"/>
              <a:buNone/>
              <a:defRPr sz="1500">
                <a:solidFill>
                  <a:schemeClr val="lt1"/>
                </a:solidFill>
                <a:latin typeface="Manrope Light"/>
                <a:ea typeface="Manrope Light"/>
                <a:cs typeface="Manrope Light"/>
                <a:sym typeface="Manrope Light"/>
              </a:defRPr>
            </a:lvl1pPr>
            <a:lvl2pPr lvl="1" rtl="0">
              <a:spcBef>
                <a:spcPts val="900"/>
              </a:spcBef>
              <a:spcAft>
                <a:spcPts val="0"/>
              </a:spcAft>
              <a:buSzPts val="1100"/>
              <a:buNone/>
              <a:defRPr/>
            </a:lvl2pPr>
            <a:lvl3pPr lvl="2" rtl="0">
              <a:spcBef>
                <a:spcPts val="900"/>
              </a:spcBef>
              <a:spcAft>
                <a:spcPts val="0"/>
              </a:spcAft>
              <a:buSzPts val="1100"/>
              <a:buNone/>
              <a:defRPr/>
            </a:lvl3pPr>
            <a:lvl4pPr lvl="3" rtl="0">
              <a:spcBef>
                <a:spcPts val="500"/>
              </a:spcBef>
              <a:spcAft>
                <a:spcPts val="0"/>
              </a:spcAft>
              <a:buSzPts val="1100"/>
              <a:buNone/>
              <a:defRPr/>
            </a:lvl4pPr>
            <a:lvl5pPr lvl="4" rtl="0">
              <a:spcBef>
                <a:spcPts val="500"/>
              </a:spcBef>
              <a:spcAft>
                <a:spcPts val="0"/>
              </a:spcAft>
              <a:buSzPts val="1100"/>
              <a:buNone/>
              <a:defRPr/>
            </a:lvl5pPr>
            <a:lvl6pPr lvl="5" rtl="0">
              <a:spcBef>
                <a:spcPts val="500"/>
              </a:spcBef>
              <a:spcAft>
                <a:spcPts val="0"/>
              </a:spcAft>
              <a:buSzPts val="1100"/>
              <a:buNone/>
              <a:defRPr/>
            </a:lvl6pPr>
            <a:lvl7pPr lvl="6" rtl="0">
              <a:spcBef>
                <a:spcPts val="500"/>
              </a:spcBef>
              <a:spcAft>
                <a:spcPts val="0"/>
              </a:spcAft>
              <a:buSzPts val="1100"/>
              <a:buNone/>
              <a:defRPr/>
            </a:lvl7pPr>
            <a:lvl8pPr lvl="7" rtl="0">
              <a:spcBef>
                <a:spcPts val="500"/>
              </a:spcBef>
              <a:spcAft>
                <a:spcPts val="0"/>
              </a:spcAft>
              <a:buSzPts val="1100"/>
              <a:buNone/>
              <a:defRPr/>
            </a:lvl8pPr>
            <a:lvl9pPr lvl="8" rtl="0">
              <a:spcBef>
                <a:spcPts val="500"/>
              </a:spcBef>
              <a:spcAft>
                <a:spcPts val="0"/>
              </a:spcAft>
              <a:buSzPts val="1100"/>
              <a:buNone/>
              <a:defRPr/>
            </a:lvl9pPr>
          </a:lstStyle>
          <a:p>
            <a:endParaRPr/>
          </a:p>
        </p:txBody>
      </p:sp>
      <p:pic>
        <p:nvPicPr>
          <p:cNvPr id="91" name="Google Shape;91;p21"/>
          <p:cNvPicPr preferRelativeResize="0"/>
          <p:nvPr/>
        </p:nvPicPr>
        <p:blipFill>
          <a:blip r:embed="rId4">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ransition: Blue Blank">
  <p:cSld name="Title Slide_11_1_2">
    <p:spTree>
      <p:nvGrpSpPr>
        <p:cNvPr id="1" name="Shape 92"/>
        <p:cNvGrpSpPr/>
        <p:nvPr/>
      </p:nvGrpSpPr>
      <p:grpSpPr>
        <a:xfrm>
          <a:off x="0" y="0"/>
          <a:ext cx="0" cy="0"/>
          <a:chOff x="0" y="0"/>
          <a:chExt cx="0" cy="0"/>
        </a:xfrm>
      </p:grpSpPr>
      <p:pic>
        <p:nvPicPr>
          <p:cNvPr id="93" name="Google Shape;93;p22"/>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94" name="Google Shape;94;p22"/>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2"/>
          <p:cNvSpPr txBox="1">
            <a:spLocks noGrp="1"/>
          </p:cNvSpPr>
          <p:nvPr>
            <p:ph type="title"/>
          </p:nvPr>
        </p:nvSpPr>
        <p:spPr>
          <a:xfrm>
            <a:off x="594360" y="2252388"/>
            <a:ext cx="7159200" cy="6624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96" name="Google Shape;96;p22"/>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ransition: Black">
  <p:cSld name="Title Slide_11_1_1">
    <p:spTree>
      <p:nvGrpSpPr>
        <p:cNvPr id="1" name="Shape 97"/>
        <p:cNvGrpSpPr/>
        <p:nvPr/>
      </p:nvGrpSpPr>
      <p:grpSpPr>
        <a:xfrm>
          <a:off x="0" y="0"/>
          <a:ext cx="0" cy="0"/>
          <a:chOff x="0" y="0"/>
          <a:chExt cx="0" cy="0"/>
        </a:xfrm>
      </p:grpSpPr>
      <p:pic>
        <p:nvPicPr>
          <p:cNvPr id="98" name="Google Shape;98;p23"/>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99" name="Google Shape;99;p23"/>
          <p:cNvSpPr/>
          <p:nvPr/>
        </p:nvSpPr>
        <p:spPr>
          <a:xfrm>
            <a:off x="-37775" y="-18900"/>
            <a:ext cx="9255600" cy="52050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0" name="Google Shape;100;p23"/>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ransition: Black 1">
  <p:cSld name="Title Slide_11_1_1_1">
    <p:spTree>
      <p:nvGrpSpPr>
        <p:cNvPr id="1" name="Shape 101"/>
        <p:cNvGrpSpPr/>
        <p:nvPr/>
      </p:nvGrpSpPr>
      <p:grpSpPr>
        <a:xfrm>
          <a:off x="0" y="0"/>
          <a:ext cx="0" cy="0"/>
          <a:chOff x="0" y="0"/>
          <a:chExt cx="0" cy="0"/>
        </a:xfrm>
      </p:grpSpPr>
      <p:pic>
        <p:nvPicPr>
          <p:cNvPr id="102" name="Google Shape;102;p24"/>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lide - Columns (3)">
  <p:cSld name="Title Slide_11_1_1_1_2">
    <p:spTree>
      <p:nvGrpSpPr>
        <p:cNvPr id="1" name="Shape 103"/>
        <p:cNvGrpSpPr/>
        <p:nvPr/>
      </p:nvGrpSpPr>
      <p:grpSpPr>
        <a:xfrm>
          <a:off x="0" y="0"/>
          <a:ext cx="0" cy="0"/>
          <a:chOff x="0" y="0"/>
          <a:chExt cx="0" cy="0"/>
        </a:xfrm>
      </p:grpSpPr>
      <p:sp>
        <p:nvSpPr>
          <p:cNvPr id="104" name="Google Shape;104;p25"/>
          <p:cNvSpPr/>
          <p:nvPr/>
        </p:nvSpPr>
        <p:spPr>
          <a:xfrm rot="5400000" flipH="1">
            <a:off x="183055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5" name="Google Shape;105;p25"/>
          <p:cNvSpPr/>
          <p:nvPr/>
        </p:nvSpPr>
        <p:spPr>
          <a:xfrm rot="5400000" flipH="1">
            <a:off x="450405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06" name="Google Shape;106;p25"/>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lide - Columns (3) - Long Title">
  <p:cSld name="Title Slide_11_1_1_1_2_1">
    <p:spTree>
      <p:nvGrpSpPr>
        <p:cNvPr id="1" name="Shape 107"/>
        <p:cNvGrpSpPr/>
        <p:nvPr/>
      </p:nvGrpSpPr>
      <p:grpSpPr>
        <a:xfrm>
          <a:off x="0" y="0"/>
          <a:ext cx="0" cy="0"/>
          <a:chOff x="0" y="0"/>
          <a:chExt cx="0" cy="0"/>
        </a:xfrm>
      </p:grpSpPr>
      <p:sp>
        <p:nvSpPr>
          <p:cNvPr id="108" name="Google Shape;108;p26"/>
          <p:cNvSpPr/>
          <p:nvPr/>
        </p:nvSpPr>
        <p:spPr>
          <a:xfrm rot="5400000" flipH="1">
            <a:off x="1967050" y="3015200"/>
            <a:ext cx="2552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9" name="Google Shape;109;p26"/>
          <p:cNvSpPr/>
          <p:nvPr/>
        </p:nvSpPr>
        <p:spPr>
          <a:xfrm rot="5400000" flipH="1">
            <a:off x="4640550" y="3015200"/>
            <a:ext cx="2552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10" name="Google Shape;110;p26"/>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lide - Columns (4)">
  <p:cSld name="Title Slide_11_1_1_1_1">
    <p:spTree>
      <p:nvGrpSpPr>
        <p:cNvPr id="1" name="Shape 111"/>
        <p:cNvGrpSpPr/>
        <p:nvPr/>
      </p:nvGrpSpPr>
      <p:grpSpPr>
        <a:xfrm>
          <a:off x="0" y="0"/>
          <a:ext cx="0" cy="0"/>
          <a:chOff x="0" y="0"/>
          <a:chExt cx="0" cy="0"/>
        </a:xfrm>
      </p:grpSpPr>
      <p:sp>
        <p:nvSpPr>
          <p:cNvPr id="112" name="Google Shape;112;p27"/>
          <p:cNvSpPr/>
          <p:nvPr/>
        </p:nvSpPr>
        <p:spPr>
          <a:xfrm rot="5400000" flipH="1">
            <a:off x="1173519"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3" name="Google Shape;113;p27"/>
          <p:cNvSpPr/>
          <p:nvPr/>
        </p:nvSpPr>
        <p:spPr>
          <a:xfrm rot="5400000" flipH="1">
            <a:off x="518670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4" name="Google Shape;114;p27"/>
          <p:cNvSpPr/>
          <p:nvPr/>
        </p:nvSpPr>
        <p:spPr>
          <a:xfrm rot="5400000" flipH="1">
            <a:off x="3180094"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15" name="Google Shape;115;p27"/>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lide - Columns (4) - Long Title">
  <p:cSld name="Title Slide_11_1_1_1_1_2">
    <p:spTree>
      <p:nvGrpSpPr>
        <p:cNvPr id="1" name="Shape 116"/>
        <p:cNvGrpSpPr/>
        <p:nvPr/>
      </p:nvGrpSpPr>
      <p:grpSpPr>
        <a:xfrm>
          <a:off x="0" y="0"/>
          <a:ext cx="0" cy="0"/>
          <a:chOff x="0" y="0"/>
          <a:chExt cx="0" cy="0"/>
        </a:xfrm>
      </p:grpSpPr>
      <p:sp>
        <p:nvSpPr>
          <p:cNvPr id="117" name="Google Shape;117;p28"/>
          <p:cNvSpPr/>
          <p:nvPr/>
        </p:nvSpPr>
        <p:spPr>
          <a:xfrm rot="5400000" flipH="1">
            <a:off x="1307775"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8" name="Google Shape;118;p28"/>
          <p:cNvSpPr/>
          <p:nvPr/>
        </p:nvSpPr>
        <p:spPr>
          <a:xfrm rot="5400000" flipH="1">
            <a:off x="5320950"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9" name="Google Shape;119;p28"/>
          <p:cNvSpPr/>
          <p:nvPr/>
        </p:nvSpPr>
        <p:spPr>
          <a:xfrm rot="5400000" flipH="1">
            <a:off x="3314344"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20" name="Google Shape;120;p28"/>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lide - Columns (2)">
  <p:cSld name="Title Slide_11_1_1_1_1_1">
    <p:spTree>
      <p:nvGrpSpPr>
        <p:cNvPr id="1" name="Shape 121"/>
        <p:cNvGrpSpPr/>
        <p:nvPr/>
      </p:nvGrpSpPr>
      <p:grpSpPr>
        <a:xfrm>
          <a:off x="0" y="0"/>
          <a:ext cx="0" cy="0"/>
          <a:chOff x="0" y="0"/>
          <a:chExt cx="0" cy="0"/>
        </a:xfrm>
      </p:grpSpPr>
      <p:sp>
        <p:nvSpPr>
          <p:cNvPr id="122" name="Google Shape;122;p29"/>
          <p:cNvSpPr/>
          <p:nvPr/>
        </p:nvSpPr>
        <p:spPr>
          <a:xfrm rot="5400000" flipH="1">
            <a:off x="3180094"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23" name="Google Shape;123;p29"/>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lide - Columns (2) - Long Title">
  <p:cSld name="Title Slide_11_1_1_1_1_1_3">
    <p:spTree>
      <p:nvGrpSpPr>
        <p:cNvPr id="1" name="Shape 124"/>
        <p:cNvGrpSpPr/>
        <p:nvPr/>
      </p:nvGrpSpPr>
      <p:grpSpPr>
        <a:xfrm>
          <a:off x="0" y="0"/>
          <a:ext cx="0" cy="0"/>
          <a:chOff x="0" y="0"/>
          <a:chExt cx="0" cy="0"/>
        </a:xfrm>
      </p:grpSpPr>
      <p:sp>
        <p:nvSpPr>
          <p:cNvPr id="125" name="Google Shape;125;p30"/>
          <p:cNvSpPr/>
          <p:nvPr/>
        </p:nvSpPr>
        <p:spPr>
          <a:xfrm rot="5400000" flipH="1">
            <a:off x="3317194" y="3015788"/>
            <a:ext cx="25512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6" name="Google Shape;126;p30"/>
          <p:cNvSpPr/>
          <p:nvPr/>
        </p:nvSpPr>
        <p:spPr>
          <a:xfrm flipH="1">
            <a:off x="566444" y="1506688"/>
            <a:ext cx="80376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27" name="Google Shape;127;p30"/>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lide - Image (Left)">
  <p:cSld name="Title Slide_11_1_1_1_1_1_2">
    <p:spTree>
      <p:nvGrpSpPr>
        <p:cNvPr id="1" name="Shape 128"/>
        <p:cNvGrpSpPr/>
        <p:nvPr/>
      </p:nvGrpSpPr>
      <p:grpSpPr>
        <a:xfrm>
          <a:off x="0" y="0"/>
          <a:ext cx="0" cy="0"/>
          <a:chOff x="0" y="0"/>
          <a:chExt cx="0" cy="0"/>
        </a:xfrm>
      </p:grpSpPr>
      <p:pic>
        <p:nvPicPr>
          <p:cNvPr id="129" name="Google Shape;129;p31"/>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lide - Image (Right)">
  <p:cSld name="Title Slide_11_1_1_1_1_1_2_1">
    <p:spTree>
      <p:nvGrpSpPr>
        <p:cNvPr id="1" name="Shape 130"/>
        <p:cNvGrpSpPr/>
        <p:nvPr/>
      </p:nvGrpSpPr>
      <p:grpSpPr>
        <a:xfrm>
          <a:off x="0" y="0"/>
          <a:ext cx="0" cy="0"/>
          <a:chOff x="0" y="0"/>
          <a:chExt cx="0" cy="0"/>
        </a:xfrm>
      </p:grpSpPr>
      <p:pic>
        <p:nvPicPr>
          <p:cNvPr id="131" name="Google Shape;131;p32"/>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lide - Gartner (Left)">
  <p:cSld name="Title Slide_11_1_1_1_1_1_1_2">
    <p:spTree>
      <p:nvGrpSpPr>
        <p:cNvPr id="1" name="Shape 132"/>
        <p:cNvGrpSpPr/>
        <p:nvPr/>
      </p:nvGrpSpPr>
      <p:grpSpPr>
        <a:xfrm>
          <a:off x="0" y="0"/>
          <a:ext cx="0" cy="0"/>
          <a:chOff x="0" y="0"/>
          <a:chExt cx="0" cy="0"/>
        </a:xfrm>
      </p:grpSpPr>
      <p:sp>
        <p:nvSpPr>
          <p:cNvPr id="133" name="Google Shape;133;p33"/>
          <p:cNvSpPr/>
          <p:nvPr/>
        </p:nvSpPr>
        <p:spPr>
          <a:xfrm flipH="1">
            <a:off x="561851" y="2554663"/>
            <a:ext cx="5364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4" name="Google Shape;134;p33"/>
          <p:cNvSpPr/>
          <p:nvPr/>
        </p:nvSpPr>
        <p:spPr>
          <a:xfrm rot="5400000" flipH="1">
            <a:off x="1206992"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35" name="Google Shape;135;p33"/>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lide - Gartner (Right">
  <p:cSld name="Title Slide_11_1_1_1_1_1_1_2_1">
    <p:spTree>
      <p:nvGrpSpPr>
        <p:cNvPr id="1" name="Shape 136"/>
        <p:cNvGrpSpPr/>
        <p:nvPr/>
      </p:nvGrpSpPr>
      <p:grpSpPr>
        <a:xfrm>
          <a:off x="0" y="0"/>
          <a:ext cx="0" cy="0"/>
          <a:chOff x="0" y="0"/>
          <a:chExt cx="0" cy="0"/>
        </a:xfrm>
      </p:grpSpPr>
      <p:sp>
        <p:nvSpPr>
          <p:cNvPr id="137" name="Google Shape;137;p34"/>
          <p:cNvSpPr/>
          <p:nvPr/>
        </p:nvSpPr>
        <p:spPr>
          <a:xfrm flipH="1">
            <a:off x="4146550" y="2554663"/>
            <a:ext cx="44613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8" name="Google Shape;138;p34"/>
          <p:cNvSpPr/>
          <p:nvPr/>
        </p:nvSpPr>
        <p:spPr>
          <a:xfrm rot="5400000" flipH="1">
            <a:off x="4340450" y="2564225"/>
            <a:ext cx="4073700" cy="150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39" name="Google Shape;139;p34"/>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lide - Logos (9)">
  <p:cSld name="Title Slide_11_1_1_1_1_1_1_1_1">
    <p:spTree>
      <p:nvGrpSpPr>
        <p:cNvPr id="1" name="Shape 140"/>
        <p:cNvGrpSpPr/>
        <p:nvPr/>
      </p:nvGrpSpPr>
      <p:grpSpPr>
        <a:xfrm>
          <a:off x="0" y="0"/>
          <a:ext cx="0" cy="0"/>
          <a:chOff x="0" y="0"/>
          <a:chExt cx="0" cy="0"/>
        </a:xfrm>
      </p:grpSpPr>
      <p:sp>
        <p:nvSpPr>
          <p:cNvPr id="141" name="Google Shape;141;p35"/>
          <p:cNvSpPr/>
          <p:nvPr/>
        </p:nvSpPr>
        <p:spPr>
          <a:xfrm flipH="1">
            <a:off x="562037" y="1894456"/>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2" name="Google Shape;142;p35"/>
          <p:cNvSpPr/>
          <p:nvPr/>
        </p:nvSpPr>
        <p:spPr>
          <a:xfrm flipH="1">
            <a:off x="588848" y="3251525"/>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3" name="Google Shape;143;p35"/>
          <p:cNvSpPr/>
          <p:nvPr/>
        </p:nvSpPr>
        <p:spPr>
          <a:xfrm rot="5400000" flipH="1">
            <a:off x="1131135"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4" name="Google Shape;144;p35"/>
          <p:cNvSpPr/>
          <p:nvPr/>
        </p:nvSpPr>
        <p:spPr>
          <a:xfrm rot="5400000" flipH="1">
            <a:off x="-167278"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45" name="Google Shape;145;p35"/>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lide - Logos (12)">
  <p:cSld name="Title Slide_11_1_1_1_1_1_1_1_1_1_1">
    <p:spTree>
      <p:nvGrpSpPr>
        <p:cNvPr id="1" name="Shape 146"/>
        <p:cNvGrpSpPr/>
        <p:nvPr/>
      </p:nvGrpSpPr>
      <p:grpSpPr>
        <a:xfrm>
          <a:off x="0" y="0"/>
          <a:ext cx="0" cy="0"/>
          <a:chOff x="0" y="0"/>
          <a:chExt cx="0" cy="0"/>
        </a:xfrm>
      </p:grpSpPr>
      <p:sp>
        <p:nvSpPr>
          <p:cNvPr id="147" name="Google Shape;147;p36"/>
          <p:cNvSpPr/>
          <p:nvPr/>
        </p:nvSpPr>
        <p:spPr>
          <a:xfrm flipH="1">
            <a:off x="562037" y="1536981"/>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8" name="Google Shape;148;p36"/>
          <p:cNvSpPr/>
          <p:nvPr/>
        </p:nvSpPr>
        <p:spPr>
          <a:xfrm flipH="1">
            <a:off x="588848" y="2554638"/>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9" name="Google Shape;149;p36"/>
          <p:cNvSpPr/>
          <p:nvPr/>
        </p:nvSpPr>
        <p:spPr>
          <a:xfrm flipH="1">
            <a:off x="575098" y="3572300"/>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0" name="Google Shape;150;p36"/>
          <p:cNvSpPr/>
          <p:nvPr/>
        </p:nvSpPr>
        <p:spPr>
          <a:xfrm rot="5400000" flipH="1">
            <a:off x="1131135"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1" name="Google Shape;151;p36"/>
          <p:cNvSpPr/>
          <p:nvPr/>
        </p:nvSpPr>
        <p:spPr>
          <a:xfrm rot="5400000" flipH="1">
            <a:off x="-167278"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52" name="Google Shape;152;p36"/>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lide - Calendar">
  <p:cSld name="Title Slide_11_1_1_1_1_1_1_1_1_1_2">
    <p:spTree>
      <p:nvGrpSpPr>
        <p:cNvPr id="1" name="Shape 153"/>
        <p:cNvGrpSpPr/>
        <p:nvPr/>
      </p:nvGrpSpPr>
      <p:grpSpPr>
        <a:xfrm>
          <a:off x="0" y="0"/>
          <a:ext cx="0" cy="0"/>
          <a:chOff x="0" y="0"/>
          <a:chExt cx="0" cy="0"/>
        </a:xfrm>
      </p:grpSpPr>
      <p:sp>
        <p:nvSpPr>
          <p:cNvPr id="154" name="Google Shape;154;p37"/>
          <p:cNvSpPr/>
          <p:nvPr/>
        </p:nvSpPr>
        <p:spPr>
          <a:xfrm rot="5400000" flipH="1">
            <a:off x="2795004"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5" name="Google Shape;155;p37"/>
          <p:cNvSpPr/>
          <p:nvPr/>
        </p:nvSpPr>
        <p:spPr>
          <a:xfrm rot="5400000" flipH="1">
            <a:off x="4102551"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6" name="Google Shape;156;p37"/>
          <p:cNvSpPr/>
          <p:nvPr/>
        </p:nvSpPr>
        <p:spPr>
          <a:xfrm rot="5400000" flipH="1">
            <a:off x="5410108"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7" name="Google Shape;157;p37"/>
          <p:cNvSpPr/>
          <p:nvPr/>
        </p:nvSpPr>
        <p:spPr>
          <a:xfrm rot="5400000" flipH="1">
            <a:off x="1486167" y="269340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8" name="Google Shape;158;p37"/>
          <p:cNvSpPr/>
          <p:nvPr/>
        </p:nvSpPr>
        <p:spPr>
          <a:xfrm rot="5400000" flipH="1">
            <a:off x="175343" y="269340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9" name="Google Shape;159;p37"/>
          <p:cNvSpPr/>
          <p:nvPr/>
        </p:nvSpPr>
        <p:spPr>
          <a:xfrm rot="5400000" flipH="1">
            <a:off x="-1110847" y="2693425"/>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0" name="Google Shape;160;p37"/>
          <p:cNvSpPr/>
          <p:nvPr/>
        </p:nvSpPr>
        <p:spPr>
          <a:xfrm flipH="1">
            <a:off x="11095" y="257500"/>
            <a:ext cx="91275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1" name="Google Shape;161;p37"/>
          <p:cNvSpPr/>
          <p:nvPr/>
        </p:nvSpPr>
        <p:spPr>
          <a:xfrm flipH="1">
            <a:off x="2952" y="1237275"/>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62" name="Google Shape;162;p37"/>
          <p:cNvSpPr/>
          <p:nvPr/>
        </p:nvSpPr>
        <p:spPr>
          <a:xfrm flipH="1">
            <a:off x="25655" y="2202842"/>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3" name="Google Shape;163;p37"/>
          <p:cNvSpPr/>
          <p:nvPr/>
        </p:nvSpPr>
        <p:spPr>
          <a:xfrm flipH="1">
            <a:off x="109" y="3184608"/>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4" name="Google Shape;164;p37"/>
          <p:cNvSpPr/>
          <p:nvPr/>
        </p:nvSpPr>
        <p:spPr>
          <a:xfrm flipH="1">
            <a:off x="2950" y="4166125"/>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lide - Gant Chart">
  <p:cSld name="Title Slide_11_1_1_1_1_1_1_1_1_1_2_1">
    <p:spTree>
      <p:nvGrpSpPr>
        <p:cNvPr id="1" name="Shape 165"/>
        <p:cNvGrpSpPr/>
        <p:nvPr/>
      </p:nvGrpSpPr>
      <p:grpSpPr>
        <a:xfrm>
          <a:off x="0" y="0"/>
          <a:ext cx="0" cy="0"/>
          <a:chOff x="0" y="0"/>
          <a:chExt cx="0" cy="0"/>
        </a:xfrm>
      </p:grpSpPr>
      <p:sp>
        <p:nvSpPr>
          <p:cNvPr id="166" name="Google Shape;166;p38"/>
          <p:cNvSpPr/>
          <p:nvPr/>
        </p:nvSpPr>
        <p:spPr>
          <a:xfrm rot="5400000" flipH="1">
            <a:off x="-1824281"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67" name="Google Shape;167;p38"/>
          <p:cNvSpPr/>
          <p:nvPr/>
        </p:nvSpPr>
        <p:spPr>
          <a:xfrm rot="5400000" flipH="1">
            <a:off x="-1225998"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68" name="Google Shape;168;p38"/>
          <p:cNvSpPr/>
          <p:nvPr/>
        </p:nvSpPr>
        <p:spPr>
          <a:xfrm rot="5400000" flipH="1">
            <a:off x="-627716"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69" name="Google Shape;169;p38"/>
          <p:cNvSpPr/>
          <p:nvPr/>
        </p:nvSpPr>
        <p:spPr>
          <a:xfrm rot="5400000" flipH="1">
            <a:off x="-29433"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0" name="Google Shape;170;p38"/>
          <p:cNvSpPr/>
          <p:nvPr/>
        </p:nvSpPr>
        <p:spPr>
          <a:xfrm rot="5400000" flipH="1">
            <a:off x="568850"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1" name="Google Shape;171;p38"/>
          <p:cNvSpPr/>
          <p:nvPr/>
        </p:nvSpPr>
        <p:spPr>
          <a:xfrm rot="5400000" flipH="1">
            <a:off x="1167133"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2" name="Google Shape;172;p38"/>
          <p:cNvSpPr/>
          <p:nvPr/>
        </p:nvSpPr>
        <p:spPr>
          <a:xfrm rot="5400000" flipH="1">
            <a:off x="1765416"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3" name="Google Shape;173;p38"/>
          <p:cNvSpPr/>
          <p:nvPr/>
        </p:nvSpPr>
        <p:spPr>
          <a:xfrm rot="5400000" flipH="1">
            <a:off x="2363698"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4" name="Google Shape;174;p38"/>
          <p:cNvSpPr/>
          <p:nvPr/>
        </p:nvSpPr>
        <p:spPr>
          <a:xfrm rot="5400000" flipH="1">
            <a:off x="2961981"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5" name="Google Shape;175;p38"/>
          <p:cNvSpPr/>
          <p:nvPr/>
        </p:nvSpPr>
        <p:spPr>
          <a:xfrm rot="5400000" flipH="1">
            <a:off x="3560264"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6" name="Google Shape;176;p38"/>
          <p:cNvSpPr/>
          <p:nvPr/>
        </p:nvSpPr>
        <p:spPr>
          <a:xfrm rot="5400000" flipH="1">
            <a:off x="4158547"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7" name="Google Shape;177;p38"/>
          <p:cNvSpPr txBox="1"/>
          <p:nvPr/>
        </p:nvSpPr>
        <p:spPr>
          <a:xfrm>
            <a:off x="70406" y="114754"/>
            <a:ext cx="3216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JANUARY</a:t>
            </a:r>
            <a:endParaRPr sz="500">
              <a:solidFill>
                <a:srgbClr val="000000"/>
              </a:solidFill>
              <a:latin typeface="Mulish"/>
              <a:ea typeface="Mulish"/>
              <a:cs typeface="Mulish"/>
              <a:sym typeface="Mulish"/>
            </a:endParaRPr>
          </a:p>
        </p:txBody>
      </p:sp>
      <p:sp>
        <p:nvSpPr>
          <p:cNvPr id="178" name="Google Shape;178;p38"/>
          <p:cNvSpPr txBox="1"/>
          <p:nvPr/>
        </p:nvSpPr>
        <p:spPr>
          <a:xfrm>
            <a:off x="634950" y="114754"/>
            <a:ext cx="341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FEBRUARY</a:t>
            </a:r>
            <a:endParaRPr sz="500">
              <a:solidFill>
                <a:srgbClr val="000000"/>
              </a:solidFill>
              <a:latin typeface="Mulish"/>
              <a:ea typeface="Mulish"/>
              <a:cs typeface="Mulish"/>
              <a:sym typeface="Mulish"/>
            </a:endParaRPr>
          </a:p>
        </p:txBody>
      </p:sp>
      <p:sp>
        <p:nvSpPr>
          <p:cNvPr id="179" name="Google Shape;179;p38"/>
          <p:cNvSpPr txBox="1"/>
          <p:nvPr/>
        </p:nvSpPr>
        <p:spPr>
          <a:xfrm>
            <a:off x="1219519" y="114754"/>
            <a:ext cx="4620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MARCH</a:t>
            </a:r>
            <a:endParaRPr sz="500">
              <a:solidFill>
                <a:srgbClr val="000000"/>
              </a:solidFill>
              <a:latin typeface="Mulish"/>
              <a:ea typeface="Mulish"/>
              <a:cs typeface="Mulish"/>
              <a:sym typeface="Mulish"/>
            </a:endParaRPr>
          </a:p>
        </p:txBody>
      </p:sp>
      <p:sp>
        <p:nvSpPr>
          <p:cNvPr id="180" name="Google Shape;180;p38"/>
          <p:cNvSpPr txBox="1"/>
          <p:nvPr/>
        </p:nvSpPr>
        <p:spPr>
          <a:xfrm>
            <a:off x="1817794" y="114754"/>
            <a:ext cx="230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APRIL</a:t>
            </a:r>
            <a:endParaRPr sz="500">
              <a:solidFill>
                <a:srgbClr val="000000"/>
              </a:solidFill>
              <a:latin typeface="Mulish"/>
              <a:ea typeface="Mulish"/>
              <a:cs typeface="Mulish"/>
              <a:sym typeface="Mulish"/>
            </a:endParaRPr>
          </a:p>
        </p:txBody>
      </p:sp>
      <p:sp>
        <p:nvSpPr>
          <p:cNvPr id="181" name="Google Shape;181;p38"/>
          <p:cNvSpPr txBox="1"/>
          <p:nvPr/>
        </p:nvSpPr>
        <p:spPr>
          <a:xfrm>
            <a:off x="242630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MAY</a:t>
            </a:r>
            <a:endParaRPr sz="500">
              <a:solidFill>
                <a:srgbClr val="000000"/>
              </a:solidFill>
              <a:latin typeface="Mulish"/>
              <a:ea typeface="Mulish"/>
              <a:cs typeface="Mulish"/>
              <a:sym typeface="Mulish"/>
            </a:endParaRPr>
          </a:p>
        </p:txBody>
      </p:sp>
      <p:sp>
        <p:nvSpPr>
          <p:cNvPr id="182" name="Google Shape;182;p38"/>
          <p:cNvSpPr txBox="1"/>
          <p:nvPr/>
        </p:nvSpPr>
        <p:spPr>
          <a:xfrm>
            <a:off x="3014353"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JUNE</a:t>
            </a:r>
            <a:endParaRPr sz="500">
              <a:solidFill>
                <a:srgbClr val="000000"/>
              </a:solidFill>
              <a:latin typeface="Mulish"/>
              <a:ea typeface="Mulish"/>
              <a:cs typeface="Mulish"/>
              <a:sym typeface="Mulish"/>
            </a:endParaRPr>
          </a:p>
        </p:txBody>
      </p:sp>
      <p:sp>
        <p:nvSpPr>
          <p:cNvPr id="183" name="Google Shape;183;p38"/>
          <p:cNvSpPr txBox="1"/>
          <p:nvPr/>
        </p:nvSpPr>
        <p:spPr>
          <a:xfrm>
            <a:off x="3612638"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JULY</a:t>
            </a:r>
            <a:endParaRPr sz="500">
              <a:solidFill>
                <a:srgbClr val="000000"/>
              </a:solidFill>
              <a:latin typeface="Mulish"/>
              <a:ea typeface="Mulish"/>
              <a:cs typeface="Mulish"/>
              <a:sym typeface="Mulish"/>
            </a:endParaRPr>
          </a:p>
        </p:txBody>
      </p:sp>
      <p:sp>
        <p:nvSpPr>
          <p:cNvPr id="184" name="Google Shape;184;p38"/>
          <p:cNvSpPr txBox="1"/>
          <p:nvPr/>
        </p:nvSpPr>
        <p:spPr>
          <a:xfrm>
            <a:off x="4210922"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AUGUST</a:t>
            </a:r>
            <a:endParaRPr sz="500">
              <a:solidFill>
                <a:srgbClr val="000000"/>
              </a:solidFill>
              <a:latin typeface="Mulish"/>
              <a:ea typeface="Mulish"/>
              <a:cs typeface="Mulish"/>
              <a:sym typeface="Mulish"/>
            </a:endParaRPr>
          </a:p>
        </p:txBody>
      </p:sp>
      <p:sp>
        <p:nvSpPr>
          <p:cNvPr id="185" name="Google Shape;185;p38"/>
          <p:cNvSpPr txBox="1"/>
          <p:nvPr/>
        </p:nvSpPr>
        <p:spPr>
          <a:xfrm>
            <a:off x="4809197"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SEPTEMBER</a:t>
            </a:r>
            <a:endParaRPr sz="500">
              <a:solidFill>
                <a:srgbClr val="000000"/>
              </a:solidFill>
              <a:latin typeface="Mulish"/>
              <a:ea typeface="Mulish"/>
              <a:cs typeface="Mulish"/>
              <a:sym typeface="Mulish"/>
            </a:endParaRPr>
          </a:p>
        </p:txBody>
      </p:sp>
      <p:sp>
        <p:nvSpPr>
          <p:cNvPr id="186" name="Google Shape;186;p38"/>
          <p:cNvSpPr txBox="1"/>
          <p:nvPr/>
        </p:nvSpPr>
        <p:spPr>
          <a:xfrm>
            <a:off x="539189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OCTOBER</a:t>
            </a:r>
            <a:endParaRPr sz="500">
              <a:solidFill>
                <a:srgbClr val="000000"/>
              </a:solidFill>
              <a:latin typeface="Mulish"/>
              <a:ea typeface="Mulish"/>
              <a:cs typeface="Mulish"/>
              <a:sym typeface="Mulish"/>
            </a:endParaRPr>
          </a:p>
        </p:txBody>
      </p:sp>
      <p:sp>
        <p:nvSpPr>
          <p:cNvPr id="187" name="Google Shape;187;p38"/>
          <p:cNvSpPr txBox="1"/>
          <p:nvPr/>
        </p:nvSpPr>
        <p:spPr>
          <a:xfrm>
            <a:off x="600576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NOVEMBER</a:t>
            </a:r>
            <a:endParaRPr sz="500">
              <a:solidFill>
                <a:srgbClr val="000000"/>
              </a:solidFill>
              <a:latin typeface="Mulish"/>
              <a:ea typeface="Mulish"/>
              <a:cs typeface="Mulish"/>
              <a:sym typeface="Mulish"/>
            </a:endParaRPr>
          </a:p>
        </p:txBody>
      </p:sp>
      <p:sp>
        <p:nvSpPr>
          <p:cNvPr id="188" name="Google Shape;188;p38"/>
          <p:cNvSpPr txBox="1"/>
          <p:nvPr/>
        </p:nvSpPr>
        <p:spPr>
          <a:xfrm>
            <a:off x="660404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DECEMBER</a:t>
            </a:r>
            <a:endParaRPr sz="500">
              <a:solidFill>
                <a:srgbClr val="000000"/>
              </a:solidFill>
              <a:latin typeface="Mulish"/>
              <a:ea typeface="Mulish"/>
              <a:cs typeface="Mulish"/>
              <a:sym typeface="Mulish"/>
            </a:endParaRPr>
          </a:p>
        </p:txBody>
      </p:sp>
      <p:sp>
        <p:nvSpPr>
          <p:cNvPr id="189" name="Google Shape;189;p38"/>
          <p:cNvSpPr/>
          <p:nvPr/>
        </p:nvSpPr>
        <p:spPr>
          <a:xfrm flipH="1">
            <a:off x="7" y="239147"/>
            <a:ext cx="72009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0" name="Google Shape;190;p38"/>
          <p:cNvSpPr/>
          <p:nvPr/>
        </p:nvSpPr>
        <p:spPr>
          <a:xfrm rot="5400000" flipH="1">
            <a:off x="4633950" y="2561400"/>
            <a:ext cx="51504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1" name="Google Shape;191;p38"/>
          <p:cNvSpPr/>
          <p:nvPr/>
        </p:nvSpPr>
        <p:spPr>
          <a:xfrm>
            <a:off x="7216050" y="-100"/>
            <a:ext cx="1928100" cy="5143500"/>
          </a:xfrm>
          <a:prstGeom prst="rect">
            <a:avLst/>
          </a:prstGeom>
          <a:solidFill>
            <a:schemeClr val="l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
    <p:spTree>
      <p:nvGrpSpPr>
        <p:cNvPr id="1" name="Shape 192"/>
        <p:cNvGrpSpPr/>
        <p:nvPr/>
      </p:nvGrpSpPr>
      <p:grpSpPr>
        <a:xfrm>
          <a:off x="0" y="0"/>
          <a:ext cx="0" cy="0"/>
          <a:chOff x="0" y="0"/>
          <a:chExt cx="0" cy="0"/>
        </a:xfrm>
      </p:grpSpPr>
      <p:sp>
        <p:nvSpPr>
          <p:cNvPr id="193" name="Google Shape;193;p39"/>
          <p:cNvSpPr/>
          <p:nvPr/>
        </p:nvSpPr>
        <p:spPr>
          <a:xfrm rot="5400000" flipH="1">
            <a:off x="-166919" y="2545774"/>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4" name="Google Shape;194;p39"/>
          <p:cNvSpPr/>
          <p:nvPr/>
        </p:nvSpPr>
        <p:spPr>
          <a:xfrm rot="5400000" flipH="1">
            <a:off x="2235139" y="2564700"/>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5" name="Google Shape;195;p39"/>
          <p:cNvSpPr/>
          <p:nvPr/>
        </p:nvSpPr>
        <p:spPr>
          <a:xfrm rot="5400000" flipH="1">
            <a:off x="4637231" y="2545774"/>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6" name="Google Shape;196;p39"/>
          <p:cNvSpPr/>
          <p:nvPr/>
        </p:nvSpPr>
        <p:spPr>
          <a:xfrm flipH="1">
            <a:off x="5813" y="223031"/>
            <a:ext cx="91209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7" name="Google Shape;197;p39"/>
          <p:cNvSpPr/>
          <p:nvPr/>
        </p:nvSpPr>
        <p:spPr>
          <a:xfrm>
            <a:off x="7216050" y="-100"/>
            <a:ext cx="1928100" cy="5143500"/>
          </a:xfrm>
          <a:prstGeom prst="rect">
            <a:avLst/>
          </a:prstGeom>
          <a:solidFill>
            <a:schemeClr val="l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_1">
    <p:spTree>
      <p:nvGrpSpPr>
        <p:cNvPr id="1" name="Shape 198"/>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lide - Month Gant Chart">
  <p:cSld name="Title Slide_11_1_1_1_1_1_1_1_1_1_2_1_1_2">
    <p:spTree>
      <p:nvGrpSpPr>
        <p:cNvPr id="1" name="Shape 199"/>
        <p:cNvGrpSpPr/>
        <p:nvPr/>
      </p:nvGrpSpPr>
      <p:grpSpPr>
        <a:xfrm>
          <a:off x="0" y="0"/>
          <a:ext cx="0" cy="0"/>
          <a:chOff x="0" y="0"/>
          <a:chExt cx="0" cy="0"/>
        </a:xfrm>
      </p:grpSpPr>
      <p:sp>
        <p:nvSpPr>
          <p:cNvPr id="200" name="Google Shape;200;p41"/>
          <p:cNvSpPr/>
          <p:nvPr/>
        </p:nvSpPr>
        <p:spPr>
          <a:xfrm rot="5400000" flipH="1">
            <a:off x="-1025140" y="2556469"/>
            <a:ext cx="51435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1" name="Google Shape;201;p41"/>
          <p:cNvSpPr/>
          <p:nvPr/>
        </p:nvSpPr>
        <p:spPr>
          <a:xfrm flipH="1">
            <a:off x="11625" y="223031"/>
            <a:ext cx="91209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Content - Dark 4">
  <p:cSld name="Title and Content - Dark 4">
    <p:bg>
      <p:bgPr>
        <a:solidFill>
          <a:srgbClr val="E5EEFC"/>
        </a:solidFill>
        <a:effectLst/>
      </p:bgPr>
    </p:bg>
    <p:spTree>
      <p:nvGrpSpPr>
        <p:cNvPr id="1" name="Shape 202"/>
        <p:cNvGrpSpPr/>
        <p:nvPr/>
      </p:nvGrpSpPr>
      <p:grpSpPr>
        <a:xfrm>
          <a:off x="0" y="0"/>
          <a:ext cx="0" cy="0"/>
          <a:chOff x="0" y="0"/>
          <a:chExt cx="0" cy="0"/>
        </a:xfrm>
      </p:grpSpPr>
      <p:sp>
        <p:nvSpPr>
          <p:cNvPr id="203" name="Google Shape;203;p42"/>
          <p:cNvSpPr txBox="1">
            <a:spLocks noGrp="1"/>
          </p:cNvSpPr>
          <p:nvPr>
            <p:ph type="title"/>
          </p:nvPr>
        </p:nvSpPr>
        <p:spPr>
          <a:xfrm>
            <a:off x="507491" y="422858"/>
            <a:ext cx="7331100" cy="3693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accent5"/>
              </a:buClr>
              <a:buSzPts val="1400"/>
              <a:buFont typeface="Arial"/>
              <a:buNone/>
              <a:defRPr sz="2700" b="0">
                <a:solidFill>
                  <a:schemeClr val="lt1"/>
                </a:solidFill>
                <a:latin typeface="Arial"/>
                <a:ea typeface="Arial"/>
                <a:cs typeface="Arial"/>
                <a:sym typeface="Arial"/>
              </a:defRPr>
            </a:lvl1pPr>
            <a:lvl2pPr lvl="1" algn="l" rtl="0">
              <a:lnSpc>
                <a:spcPct val="100000"/>
              </a:lnSpc>
              <a:spcBef>
                <a:spcPts val="0"/>
              </a:spcBef>
              <a:spcAft>
                <a:spcPts val="0"/>
              </a:spcAft>
              <a:buSzPts val="600"/>
              <a:buNone/>
              <a:defRPr/>
            </a:lvl2pPr>
            <a:lvl3pPr lvl="2" algn="l" rtl="0">
              <a:lnSpc>
                <a:spcPct val="100000"/>
              </a:lnSpc>
              <a:spcBef>
                <a:spcPts val="0"/>
              </a:spcBef>
              <a:spcAft>
                <a:spcPts val="0"/>
              </a:spcAft>
              <a:buSzPts val="600"/>
              <a:buNone/>
              <a:defRPr/>
            </a:lvl3pPr>
            <a:lvl4pPr lvl="3" algn="l" rtl="0">
              <a:lnSpc>
                <a:spcPct val="100000"/>
              </a:lnSpc>
              <a:spcBef>
                <a:spcPts val="0"/>
              </a:spcBef>
              <a:spcAft>
                <a:spcPts val="0"/>
              </a:spcAft>
              <a:buSzPts val="600"/>
              <a:buNone/>
              <a:defRPr/>
            </a:lvl4pPr>
            <a:lvl5pPr lvl="4" algn="l" rtl="0">
              <a:lnSpc>
                <a:spcPct val="100000"/>
              </a:lnSpc>
              <a:spcBef>
                <a:spcPts val="0"/>
              </a:spcBef>
              <a:spcAft>
                <a:spcPts val="0"/>
              </a:spcAft>
              <a:buSzPts val="600"/>
              <a:buNone/>
              <a:defRPr/>
            </a:lvl5pPr>
            <a:lvl6pPr lvl="5" algn="l" rtl="0">
              <a:lnSpc>
                <a:spcPct val="100000"/>
              </a:lnSpc>
              <a:spcBef>
                <a:spcPts val="0"/>
              </a:spcBef>
              <a:spcAft>
                <a:spcPts val="0"/>
              </a:spcAft>
              <a:buSzPts val="600"/>
              <a:buNone/>
              <a:defRPr/>
            </a:lvl6pPr>
            <a:lvl7pPr lvl="6" algn="l" rtl="0">
              <a:lnSpc>
                <a:spcPct val="100000"/>
              </a:lnSpc>
              <a:spcBef>
                <a:spcPts val="0"/>
              </a:spcBef>
              <a:spcAft>
                <a:spcPts val="0"/>
              </a:spcAft>
              <a:buSzPts val="600"/>
              <a:buNone/>
              <a:defRPr/>
            </a:lvl7pPr>
            <a:lvl8pPr lvl="7" algn="l" rtl="0">
              <a:lnSpc>
                <a:spcPct val="100000"/>
              </a:lnSpc>
              <a:spcBef>
                <a:spcPts val="0"/>
              </a:spcBef>
              <a:spcAft>
                <a:spcPts val="0"/>
              </a:spcAft>
              <a:buSzPts val="600"/>
              <a:buNone/>
              <a:defRPr/>
            </a:lvl8pPr>
            <a:lvl9pPr lvl="8" algn="l" rtl="0">
              <a:lnSpc>
                <a:spcPct val="100000"/>
              </a:lnSpc>
              <a:spcBef>
                <a:spcPts val="0"/>
              </a:spcBef>
              <a:spcAft>
                <a:spcPts val="0"/>
              </a:spcAft>
              <a:buSzPts val="600"/>
              <a:buNone/>
              <a:defRPr/>
            </a:lvl9pPr>
          </a:lstStyle>
          <a:p>
            <a:endParaRPr/>
          </a:p>
        </p:txBody>
      </p:sp>
      <p:sp>
        <p:nvSpPr>
          <p:cNvPr id="204" name="Google Shape;204;p42"/>
          <p:cNvSpPr txBox="1">
            <a:spLocks noGrp="1"/>
          </p:cNvSpPr>
          <p:nvPr>
            <p:ph type="body" idx="1"/>
          </p:nvPr>
        </p:nvSpPr>
        <p:spPr>
          <a:xfrm>
            <a:off x="507490" y="806330"/>
            <a:ext cx="7331100" cy="325200"/>
          </a:xfrm>
          <a:prstGeom prst="rect">
            <a:avLst/>
          </a:prstGeom>
          <a:noFill/>
          <a:ln>
            <a:noFill/>
          </a:ln>
        </p:spPr>
        <p:txBody>
          <a:bodyPr spcFirstLastPara="1" wrap="square" lIns="0" tIns="34275" rIns="68575" bIns="34275" anchor="t" anchorCtr="0">
            <a:normAutofit/>
          </a:bodyPr>
          <a:lstStyle>
            <a:lvl1pPr marL="457200" lvl="0" indent="-228600" algn="l" rtl="0">
              <a:lnSpc>
                <a:spcPct val="100000"/>
              </a:lnSpc>
              <a:spcBef>
                <a:spcPts val="0"/>
              </a:spcBef>
              <a:spcAft>
                <a:spcPts val="0"/>
              </a:spcAft>
              <a:buSzPts val="1200"/>
              <a:buNone/>
              <a:defRPr sz="1400">
                <a:solidFill>
                  <a:schemeClr val="lt2"/>
                </a:solidFill>
                <a:latin typeface="Arial"/>
                <a:ea typeface="Arial"/>
                <a:cs typeface="Arial"/>
                <a:sym typeface="Arial"/>
              </a:defRPr>
            </a:lvl1pPr>
            <a:lvl2pPr marL="914400" lvl="1" indent="-228600" algn="l" rtl="0">
              <a:lnSpc>
                <a:spcPct val="100000"/>
              </a:lnSpc>
              <a:spcBef>
                <a:spcPts val="0"/>
              </a:spcBef>
              <a:spcAft>
                <a:spcPts val="0"/>
              </a:spcAft>
              <a:buSzPts val="1100"/>
              <a:buNone/>
              <a:defRPr/>
            </a:lvl2pPr>
            <a:lvl3pPr marL="1371600" lvl="2" indent="-228600" algn="l" rtl="0">
              <a:lnSpc>
                <a:spcPct val="100000"/>
              </a:lnSpc>
              <a:spcBef>
                <a:spcPts val="0"/>
              </a:spcBef>
              <a:spcAft>
                <a:spcPts val="0"/>
              </a:spcAft>
              <a:buSzPts val="1100"/>
              <a:buNone/>
              <a:defRPr/>
            </a:lvl3pPr>
            <a:lvl4pPr marL="1828800" lvl="3" indent="-228600" algn="l" rtl="0">
              <a:lnSpc>
                <a:spcPct val="100000"/>
              </a:lnSpc>
              <a:spcBef>
                <a:spcPts val="0"/>
              </a:spcBef>
              <a:spcAft>
                <a:spcPts val="0"/>
              </a:spcAft>
              <a:buSzPts val="1100"/>
              <a:buNone/>
              <a:defRPr/>
            </a:lvl4pPr>
            <a:lvl5pPr marL="2286000" lvl="4" indent="-228600" algn="l" rtl="0">
              <a:lnSpc>
                <a:spcPct val="100000"/>
              </a:lnSpc>
              <a:spcBef>
                <a:spcPts val="0"/>
              </a:spcBef>
              <a:spcAft>
                <a:spcPts val="0"/>
              </a:spcAft>
              <a:buSzPts val="1100"/>
              <a:buNone/>
              <a:defRPr/>
            </a:lvl5pPr>
            <a:lvl6pPr marL="2743200" lvl="5" indent="-228600" algn="l" rtl="0">
              <a:lnSpc>
                <a:spcPct val="100000"/>
              </a:lnSpc>
              <a:spcBef>
                <a:spcPts val="0"/>
              </a:spcBef>
              <a:spcAft>
                <a:spcPts val="0"/>
              </a:spcAft>
              <a:buSzPts val="1100"/>
              <a:buNone/>
              <a:defRPr/>
            </a:lvl6pPr>
            <a:lvl7pPr marL="3200400" lvl="6" indent="-228600" algn="l" rtl="0">
              <a:lnSpc>
                <a:spcPct val="100000"/>
              </a:lnSpc>
              <a:spcBef>
                <a:spcPts val="0"/>
              </a:spcBef>
              <a:spcAft>
                <a:spcPts val="0"/>
              </a:spcAft>
              <a:buSzPts val="1100"/>
              <a:buNone/>
              <a:defRPr/>
            </a:lvl7pPr>
            <a:lvl8pPr marL="3657600" lvl="7" indent="-228600" algn="l" rtl="0">
              <a:lnSpc>
                <a:spcPct val="100000"/>
              </a:lnSpc>
              <a:spcBef>
                <a:spcPts val="0"/>
              </a:spcBef>
              <a:spcAft>
                <a:spcPts val="0"/>
              </a:spcAft>
              <a:buSzPts val="1100"/>
              <a:buNone/>
              <a:defRPr/>
            </a:lvl8pPr>
            <a:lvl9pPr marL="4114800" lvl="8" indent="-228600" algn="l" rtl="0">
              <a:lnSpc>
                <a:spcPct val="100000"/>
              </a:lnSpc>
              <a:spcBef>
                <a:spcPts val="0"/>
              </a:spcBef>
              <a:spcAft>
                <a:spcPts val="0"/>
              </a:spcAft>
              <a:buSzPts val="1100"/>
              <a:buNone/>
              <a:defRPr/>
            </a:lvl9pPr>
          </a:lstStyle>
          <a:p>
            <a:endParaRPr/>
          </a:p>
        </p:txBody>
      </p:sp>
      <p:sp>
        <p:nvSpPr>
          <p:cNvPr id="205" name="Google Shape;205;p42"/>
          <p:cNvSpPr txBox="1"/>
          <p:nvPr/>
        </p:nvSpPr>
        <p:spPr>
          <a:xfrm>
            <a:off x="7679750" y="4874100"/>
            <a:ext cx="1290000" cy="246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400" b="1">
                <a:solidFill>
                  <a:srgbClr val="0080FF"/>
                </a:solidFill>
                <a:latin typeface="Manrope"/>
                <a:ea typeface="Manrope"/>
                <a:cs typeface="Manrope"/>
                <a:sym typeface="Manrope"/>
              </a:rPr>
              <a:t>Copyright Orca Security 2022</a:t>
            </a:r>
            <a:endParaRPr sz="400" b="1">
              <a:solidFill>
                <a:srgbClr val="0080FF"/>
              </a:solidFill>
              <a:latin typeface="Manrope"/>
              <a:ea typeface="Manrope"/>
              <a:cs typeface="Manrope"/>
              <a:sym typeface="Manrope"/>
            </a:endParaRPr>
          </a:p>
        </p:txBody>
      </p:sp>
      <p:sp>
        <p:nvSpPr>
          <p:cNvPr id="206" name="Google Shape;206;p42"/>
          <p:cNvSpPr txBox="1">
            <a:spLocks noGrp="1"/>
          </p:cNvSpPr>
          <p:nvPr>
            <p:ph type="sldNum" idx="12"/>
          </p:nvPr>
        </p:nvSpPr>
        <p:spPr>
          <a:xfrm>
            <a:off x="8788140" y="4852351"/>
            <a:ext cx="411600" cy="138900"/>
          </a:xfrm>
          <a:prstGeom prst="rect">
            <a:avLst/>
          </a:prstGeom>
          <a:noFill/>
          <a:ln>
            <a:noFill/>
          </a:ln>
        </p:spPr>
        <p:txBody>
          <a:bodyPr spcFirstLastPara="1" wrap="square" lIns="91425" tIns="91425" rIns="91425" bIns="91425" anchor="t" anchorCtr="0">
            <a:noAutofit/>
          </a:bodyPr>
          <a:lstStyle>
            <a:lvl1pPr lvl="0" algn="ctr" rtl="0">
              <a:buNone/>
              <a:defRPr sz="600" b="1">
                <a:solidFill>
                  <a:srgbClr val="012376"/>
                </a:solidFill>
                <a:latin typeface="Manrope"/>
                <a:ea typeface="Manrope"/>
                <a:cs typeface="Manrope"/>
                <a:sym typeface="Manrope"/>
              </a:defRPr>
            </a:lvl1pPr>
            <a:lvl2pPr lvl="1" algn="ctr" rtl="0">
              <a:buNone/>
              <a:defRPr sz="600" b="1">
                <a:solidFill>
                  <a:srgbClr val="012376"/>
                </a:solidFill>
                <a:latin typeface="Manrope"/>
                <a:ea typeface="Manrope"/>
                <a:cs typeface="Manrope"/>
                <a:sym typeface="Manrope"/>
              </a:defRPr>
            </a:lvl2pPr>
            <a:lvl3pPr lvl="2" algn="ctr" rtl="0">
              <a:buNone/>
              <a:defRPr sz="600" b="1">
                <a:solidFill>
                  <a:srgbClr val="012376"/>
                </a:solidFill>
                <a:latin typeface="Manrope"/>
                <a:ea typeface="Manrope"/>
                <a:cs typeface="Manrope"/>
                <a:sym typeface="Manrope"/>
              </a:defRPr>
            </a:lvl3pPr>
            <a:lvl4pPr lvl="3" algn="ctr" rtl="0">
              <a:buNone/>
              <a:defRPr sz="600" b="1">
                <a:solidFill>
                  <a:srgbClr val="012376"/>
                </a:solidFill>
                <a:latin typeface="Manrope"/>
                <a:ea typeface="Manrope"/>
                <a:cs typeface="Manrope"/>
                <a:sym typeface="Manrope"/>
              </a:defRPr>
            </a:lvl4pPr>
            <a:lvl5pPr lvl="4" algn="ctr" rtl="0">
              <a:buNone/>
              <a:defRPr sz="600" b="1">
                <a:solidFill>
                  <a:srgbClr val="012376"/>
                </a:solidFill>
                <a:latin typeface="Manrope"/>
                <a:ea typeface="Manrope"/>
                <a:cs typeface="Manrope"/>
                <a:sym typeface="Manrope"/>
              </a:defRPr>
            </a:lvl5pPr>
            <a:lvl6pPr lvl="5" algn="ctr" rtl="0">
              <a:buNone/>
              <a:defRPr sz="600" b="1">
                <a:solidFill>
                  <a:srgbClr val="012376"/>
                </a:solidFill>
                <a:latin typeface="Manrope"/>
                <a:ea typeface="Manrope"/>
                <a:cs typeface="Manrope"/>
                <a:sym typeface="Manrope"/>
              </a:defRPr>
            </a:lvl6pPr>
            <a:lvl7pPr lvl="6" algn="ctr" rtl="0">
              <a:buNone/>
              <a:defRPr sz="600" b="1">
                <a:solidFill>
                  <a:srgbClr val="012376"/>
                </a:solidFill>
                <a:latin typeface="Manrope"/>
                <a:ea typeface="Manrope"/>
                <a:cs typeface="Manrope"/>
                <a:sym typeface="Manrope"/>
              </a:defRPr>
            </a:lvl7pPr>
            <a:lvl8pPr lvl="7" algn="ctr" rtl="0">
              <a:buNone/>
              <a:defRPr sz="600" b="1">
                <a:solidFill>
                  <a:srgbClr val="012376"/>
                </a:solidFill>
                <a:latin typeface="Manrope"/>
                <a:ea typeface="Manrope"/>
                <a:cs typeface="Manrope"/>
                <a:sym typeface="Manrope"/>
              </a:defRPr>
            </a:lvl8pPr>
            <a:lvl9pPr lvl="8" algn="ctr" rtl="0">
              <a:buNone/>
              <a:defRPr sz="600" b="1">
                <a:solidFill>
                  <a:srgbClr val="012376"/>
                </a:solidFill>
                <a:latin typeface="Manrope"/>
                <a:ea typeface="Manrope"/>
                <a:cs typeface="Manrope"/>
                <a:sym typeface="Manrope"/>
              </a:defRPr>
            </a:lvl9pPr>
          </a:lstStyle>
          <a:p>
            <a:pPr marL="0" lvl="0" indent="0" algn="ctr" rtl="0">
              <a:spcBef>
                <a:spcPts val="0"/>
              </a:spcBef>
              <a:spcAft>
                <a:spcPts val="0"/>
              </a:spcAft>
              <a:buNone/>
            </a:pPr>
            <a:fld id="{00000000-1234-1234-1234-123412341234}" type="slidenum">
              <a:rPr lang="en"/>
              <a:t>‹#›</a:t>
            </a:fld>
            <a:endParaRPr/>
          </a:p>
        </p:txBody>
      </p:sp>
      <p:pic>
        <p:nvPicPr>
          <p:cNvPr id="207" name="Google Shape;207;p42"/>
          <p:cNvPicPr preferRelativeResize="0"/>
          <p:nvPr/>
        </p:nvPicPr>
        <p:blipFill rotWithShape="1">
          <a:blip r:embed="rId2">
            <a:alphaModFix/>
          </a:blip>
          <a:srcRect/>
          <a:stretch/>
        </p:blipFill>
        <p:spPr>
          <a:xfrm>
            <a:off x="8732520" y="0"/>
            <a:ext cx="411480" cy="41148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8"/>
        <p:cNvGrpSpPr/>
        <p:nvPr/>
      </p:nvGrpSpPr>
      <p:grpSpPr>
        <a:xfrm>
          <a:off x="0" y="0"/>
          <a:ext cx="0" cy="0"/>
          <a:chOff x="0" y="0"/>
          <a:chExt cx="0" cy="0"/>
        </a:xfrm>
      </p:grpSpPr>
      <p:sp>
        <p:nvSpPr>
          <p:cNvPr id="209" name="Google Shape;209;p43"/>
          <p:cNvSpPr txBox="1">
            <a:spLocks noGrp="1"/>
          </p:cNvSpPr>
          <p:nvPr>
            <p:ph type="ctrTitle"/>
          </p:nvPr>
        </p:nvSpPr>
        <p:spPr>
          <a:xfrm>
            <a:off x="311708" y="744575"/>
            <a:ext cx="8520600" cy="2052600"/>
          </a:xfrm>
          <a:prstGeom prst="rect">
            <a:avLst/>
          </a:prstGeom>
        </p:spPr>
        <p:txBody>
          <a:bodyPr spcFirstLastPara="1" wrap="square" lIns="0" tIns="0" rIns="0" bIns="0"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10" name="Google Shape;210;p43"/>
          <p:cNvSpPr txBox="1">
            <a:spLocks noGrp="1"/>
          </p:cNvSpPr>
          <p:nvPr>
            <p:ph type="subTitle" idx="1"/>
          </p:nvPr>
        </p:nvSpPr>
        <p:spPr>
          <a:xfrm>
            <a:off x="311700" y="2834125"/>
            <a:ext cx="8520600" cy="792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500"/>
              </a:spcBef>
              <a:spcAft>
                <a:spcPts val="0"/>
              </a:spcAft>
              <a:buSzPts val="2800"/>
              <a:buNone/>
              <a:defRPr sz="2800"/>
            </a:lvl3pPr>
            <a:lvl4pPr lvl="3" algn="ctr" rtl="0">
              <a:lnSpc>
                <a:spcPct val="100000"/>
              </a:lnSpc>
              <a:spcBef>
                <a:spcPts val="500"/>
              </a:spcBef>
              <a:spcAft>
                <a:spcPts val="0"/>
              </a:spcAft>
              <a:buSzPts val="2800"/>
              <a:buNone/>
              <a:defRPr sz="2800"/>
            </a:lvl4pPr>
            <a:lvl5pPr lvl="4" algn="ctr" rtl="0">
              <a:lnSpc>
                <a:spcPct val="100000"/>
              </a:lnSpc>
              <a:spcBef>
                <a:spcPts val="500"/>
              </a:spcBef>
              <a:spcAft>
                <a:spcPts val="0"/>
              </a:spcAft>
              <a:buSzPts val="2800"/>
              <a:buNone/>
              <a:defRPr sz="2800"/>
            </a:lvl5pPr>
            <a:lvl6pPr lvl="5" algn="ctr" rtl="0">
              <a:lnSpc>
                <a:spcPct val="100000"/>
              </a:lnSpc>
              <a:spcBef>
                <a:spcPts val="500"/>
              </a:spcBef>
              <a:spcAft>
                <a:spcPts val="0"/>
              </a:spcAft>
              <a:buSzPts val="2800"/>
              <a:buNone/>
              <a:defRPr sz="2800"/>
            </a:lvl6pPr>
            <a:lvl7pPr lvl="6" algn="ctr" rtl="0">
              <a:lnSpc>
                <a:spcPct val="100000"/>
              </a:lnSpc>
              <a:spcBef>
                <a:spcPts val="500"/>
              </a:spcBef>
              <a:spcAft>
                <a:spcPts val="0"/>
              </a:spcAft>
              <a:buSzPts val="2800"/>
              <a:buNone/>
              <a:defRPr sz="2800"/>
            </a:lvl7pPr>
            <a:lvl8pPr lvl="7" algn="ctr" rtl="0">
              <a:lnSpc>
                <a:spcPct val="100000"/>
              </a:lnSpc>
              <a:spcBef>
                <a:spcPts val="500"/>
              </a:spcBef>
              <a:spcAft>
                <a:spcPts val="0"/>
              </a:spcAft>
              <a:buSzPts val="2800"/>
              <a:buNone/>
              <a:defRPr sz="2800"/>
            </a:lvl8pPr>
            <a:lvl9pPr lvl="8" algn="ctr" rtl="0">
              <a:lnSpc>
                <a:spcPct val="100000"/>
              </a:lnSpc>
              <a:spcBef>
                <a:spcPts val="500"/>
              </a:spcBef>
              <a:spcAft>
                <a:spcPts val="0"/>
              </a:spcAft>
              <a:buSzPts val="2800"/>
              <a:buNone/>
              <a:defRPr sz="2800"/>
            </a:lvl9pPr>
          </a:lstStyle>
          <a:p>
            <a:endParaRPr/>
          </a:p>
        </p:txBody>
      </p:sp>
      <p:sp>
        <p:nvSpPr>
          <p:cNvPr id="211" name="Google Shape;211;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Content - Dark 1">
  <p:cSld name="Title and Content - Dark 1">
    <p:bg>
      <p:bgPr>
        <a:solidFill>
          <a:srgbClr val="E5EEFC"/>
        </a:solidFill>
        <a:effectLst/>
      </p:bgPr>
    </p:bg>
    <p:spTree>
      <p:nvGrpSpPr>
        <p:cNvPr id="1" name="Shape 212"/>
        <p:cNvGrpSpPr/>
        <p:nvPr/>
      </p:nvGrpSpPr>
      <p:grpSpPr>
        <a:xfrm>
          <a:off x="0" y="0"/>
          <a:ext cx="0" cy="0"/>
          <a:chOff x="0" y="0"/>
          <a:chExt cx="0" cy="0"/>
        </a:xfrm>
      </p:grpSpPr>
      <p:sp>
        <p:nvSpPr>
          <p:cNvPr id="213" name="Google Shape;213;p44"/>
          <p:cNvSpPr txBox="1">
            <a:spLocks noGrp="1"/>
          </p:cNvSpPr>
          <p:nvPr>
            <p:ph type="title"/>
          </p:nvPr>
        </p:nvSpPr>
        <p:spPr>
          <a:xfrm>
            <a:off x="507491" y="422858"/>
            <a:ext cx="7331100" cy="3693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rgbClr val="0080FF"/>
              </a:buClr>
              <a:buSzPts val="1400"/>
              <a:buFont typeface="Manrope"/>
              <a:buNone/>
              <a:defRPr sz="2700" b="1">
                <a:solidFill>
                  <a:srgbClr val="0080FF"/>
                </a:solidFill>
                <a:latin typeface="Manrope"/>
                <a:ea typeface="Manrope"/>
                <a:cs typeface="Manrope"/>
                <a:sym typeface="Manrope"/>
              </a:defRPr>
            </a:lvl1pPr>
            <a:lvl2pPr lvl="1" algn="l" rtl="0">
              <a:lnSpc>
                <a:spcPct val="100000"/>
              </a:lnSpc>
              <a:spcBef>
                <a:spcPts val="0"/>
              </a:spcBef>
              <a:spcAft>
                <a:spcPts val="0"/>
              </a:spcAft>
              <a:buSzPts val="600"/>
              <a:buNone/>
              <a:defRPr/>
            </a:lvl2pPr>
            <a:lvl3pPr lvl="2" algn="l" rtl="0">
              <a:lnSpc>
                <a:spcPct val="100000"/>
              </a:lnSpc>
              <a:spcBef>
                <a:spcPts val="0"/>
              </a:spcBef>
              <a:spcAft>
                <a:spcPts val="0"/>
              </a:spcAft>
              <a:buSzPts val="600"/>
              <a:buNone/>
              <a:defRPr/>
            </a:lvl3pPr>
            <a:lvl4pPr lvl="3" algn="l" rtl="0">
              <a:lnSpc>
                <a:spcPct val="100000"/>
              </a:lnSpc>
              <a:spcBef>
                <a:spcPts val="0"/>
              </a:spcBef>
              <a:spcAft>
                <a:spcPts val="0"/>
              </a:spcAft>
              <a:buSzPts val="600"/>
              <a:buNone/>
              <a:defRPr/>
            </a:lvl4pPr>
            <a:lvl5pPr lvl="4" algn="l" rtl="0">
              <a:lnSpc>
                <a:spcPct val="100000"/>
              </a:lnSpc>
              <a:spcBef>
                <a:spcPts val="0"/>
              </a:spcBef>
              <a:spcAft>
                <a:spcPts val="0"/>
              </a:spcAft>
              <a:buSzPts val="600"/>
              <a:buNone/>
              <a:defRPr/>
            </a:lvl5pPr>
            <a:lvl6pPr lvl="5" algn="l" rtl="0">
              <a:lnSpc>
                <a:spcPct val="100000"/>
              </a:lnSpc>
              <a:spcBef>
                <a:spcPts val="0"/>
              </a:spcBef>
              <a:spcAft>
                <a:spcPts val="0"/>
              </a:spcAft>
              <a:buSzPts val="600"/>
              <a:buNone/>
              <a:defRPr/>
            </a:lvl6pPr>
            <a:lvl7pPr lvl="6" algn="l" rtl="0">
              <a:lnSpc>
                <a:spcPct val="100000"/>
              </a:lnSpc>
              <a:spcBef>
                <a:spcPts val="0"/>
              </a:spcBef>
              <a:spcAft>
                <a:spcPts val="0"/>
              </a:spcAft>
              <a:buSzPts val="600"/>
              <a:buNone/>
              <a:defRPr/>
            </a:lvl7pPr>
            <a:lvl8pPr lvl="7" algn="l" rtl="0">
              <a:lnSpc>
                <a:spcPct val="100000"/>
              </a:lnSpc>
              <a:spcBef>
                <a:spcPts val="0"/>
              </a:spcBef>
              <a:spcAft>
                <a:spcPts val="0"/>
              </a:spcAft>
              <a:buSzPts val="600"/>
              <a:buNone/>
              <a:defRPr/>
            </a:lvl8pPr>
            <a:lvl9pPr lvl="8" algn="l" rtl="0">
              <a:lnSpc>
                <a:spcPct val="100000"/>
              </a:lnSpc>
              <a:spcBef>
                <a:spcPts val="0"/>
              </a:spcBef>
              <a:spcAft>
                <a:spcPts val="0"/>
              </a:spcAft>
              <a:buSzPts val="600"/>
              <a:buNone/>
              <a:defRPr/>
            </a:lvl9pPr>
          </a:lstStyle>
          <a:p>
            <a:endParaRPr/>
          </a:p>
        </p:txBody>
      </p:sp>
      <p:sp>
        <p:nvSpPr>
          <p:cNvPr id="214" name="Google Shape;214;p44"/>
          <p:cNvSpPr txBox="1">
            <a:spLocks noGrp="1"/>
          </p:cNvSpPr>
          <p:nvPr>
            <p:ph type="body" idx="1"/>
          </p:nvPr>
        </p:nvSpPr>
        <p:spPr>
          <a:xfrm>
            <a:off x="507490" y="806330"/>
            <a:ext cx="7331100" cy="325200"/>
          </a:xfrm>
          <a:prstGeom prst="rect">
            <a:avLst/>
          </a:prstGeom>
          <a:noFill/>
          <a:ln>
            <a:noFill/>
          </a:ln>
        </p:spPr>
        <p:txBody>
          <a:bodyPr spcFirstLastPara="1" wrap="square" lIns="0" tIns="34275" rIns="68575" bIns="34275" anchor="t" anchorCtr="0">
            <a:normAutofit/>
          </a:bodyPr>
          <a:lstStyle>
            <a:lvl1pPr marL="457200" lvl="0" indent="-228600" algn="l" rtl="0">
              <a:lnSpc>
                <a:spcPct val="100000"/>
              </a:lnSpc>
              <a:spcBef>
                <a:spcPts val="0"/>
              </a:spcBef>
              <a:spcAft>
                <a:spcPts val="0"/>
              </a:spcAft>
              <a:buClr>
                <a:srgbClr val="012376"/>
              </a:buClr>
              <a:buSzPts val="1200"/>
              <a:buFont typeface="Manrope Medium"/>
              <a:buNone/>
              <a:defRPr sz="1400">
                <a:solidFill>
                  <a:srgbClr val="012376"/>
                </a:solidFill>
                <a:latin typeface="Manrope Medium"/>
                <a:ea typeface="Manrope Medium"/>
                <a:cs typeface="Manrope Medium"/>
                <a:sym typeface="Manrope Medium"/>
              </a:defRPr>
            </a:lvl1pPr>
            <a:lvl2pPr marL="914400" lvl="1"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2pPr>
            <a:lvl3pPr marL="1371600" lvl="2"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3pPr>
            <a:lvl4pPr marL="1828800" lvl="3"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4pPr>
            <a:lvl5pPr marL="2286000" lvl="4"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5pPr>
            <a:lvl6pPr marL="2743200" lvl="5"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6pPr>
            <a:lvl7pPr marL="3200400" lvl="6"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7pPr>
            <a:lvl8pPr marL="3657600" lvl="7"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8pPr>
            <a:lvl9pPr marL="4114800" lvl="8"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9pPr>
          </a:lstStyle>
          <a:p>
            <a:endParaRPr/>
          </a:p>
        </p:txBody>
      </p:sp>
      <p:pic>
        <p:nvPicPr>
          <p:cNvPr id="215" name="Google Shape;215;p44"/>
          <p:cNvPicPr preferRelativeResize="0"/>
          <p:nvPr/>
        </p:nvPicPr>
        <p:blipFill rotWithShape="1">
          <a:blip r:embed="rId2">
            <a:alphaModFix/>
          </a:blip>
          <a:srcRect/>
          <a:stretch/>
        </p:blipFill>
        <p:spPr>
          <a:xfrm>
            <a:off x="8732520" y="0"/>
            <a:ext cx="411480" cy="411480"/>
          </a:xfrm>
          <a:prstGeom prst="rect">
            <a:avLst/>
          </a:prstGeom>
          <a:noFill/>
          <a:ln>
            <a:noFill/>
          </a:ln>
        </p:spPr>
      </p:pic>
      <p:sp>
        <p:nvSpPr>
          <p:cNvPr id="216" name="Google Shape;216;p44"/>
          <p:cNvSpPr txBox="1"/>
          <p:nvPr/>
        </p:nvSpPr>
        <p:spPr>
          <a:xfrm>
            <a:off x="7679750" y="4874100"/>
            <a:ext cx="1290000" cy="246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400" b="1">
                <a:solidFill>
                  <a:srgbClr val="0080FF"/>
                </a:solidFill>
                <a:latin typeface="Manrope"/>
                <a:ea typeface="Manrope"/>
                <a:cs typeface="Manrope"/>
                <a:sym typeface="Manrope"/>
              </a:rPr>
              <a:t>Copyright Orca Security 2022</a:t>
            </a:r>
            <a:endParaRPr sz="400" b="1">
              <a:solidFill>
                <a:srgbClr val="0080FF"/>
              </a:solidFill>
              <a:latin typeface="Manrope"/>
              <a:ea typeface="Manrope"/>
              <a:cs typeface="Manrope"/>
              <a:sym typeface="Manrope"/>
            </a:endParaRPr>
          </a:p>
        </p:txBody>
      </p:sp>
      <p:sp>
        <p:nvSpPr>
          <p:cNvPr id="217" name="Google Shape;217;p44"/>
          <p:cNvSpPr txBox="1">
            <a:spLocks noGrp="1"/>
          </p:cNvSpPr>
          <p:nvPr>
            <p:ph type="sldNum" idx="12"/>
          </p:nvPr>
        </p:nvSpPr>
        <p:spPr>
          <a:xfrm>
            <a:off x="8788140" y="4852351"/>
            <a:ext cx="411600" cy="138900"/>
          </a:xfrm>
          <a:prstGeom prst="rect">
            <a:avLst/>
          </a:prstGeom>
          <a:noFill/>
          <a:ln>
            <a:noFill/>
          </a:ln>
        </p:spPr>
        <p:txBody>
          <a:bodyPr spcFirstLastPara="1" wrap="square" lIns="91425" tIns="91425" rIns="91425" bIns="91425" anchor="t" anchorCtr="0">
            <a:noAutofit/>
          </a:bodyPr>
          <a:lstStyle>
            <a:lvl1pPr lvl="0" algn="ctr" rtl="0">
              <a:buNone/>
              <a:defRPr sz="600" b="1">
                <a:solidFill>
                  <a:srgbClr val="012376"/>
                </a:solidFill>
                <a:latin typeface="Manrope"/>
                <a:ea typeface="Manrope"/>
                <a:cs typeface="Manrope"/>
                <a:sym typeface="Manrope"/>
              </a:defRPr>
            </a:lvl1pPr>
            <a:lvl2pPr lvl="1" algn="ctr" rtl="0">
              <a:buNone/>
              <a:defRPr sz="600" b="1">
                <a:solidFill>
                  <a:srgbClr val="012376"/>
                </a:solidFill>
                <a:latin typeface="Manrope"/>
                <a:ea typeface="Manrope"/>
                <a:cs typeface="Manrope"/>
                <a:sym typeface="Manrope"/>
              </a:defRPr>
            </a:lvl2pPr>
            <a:lvl3pPr lvl="2" algn="ctr" rtl="0">
              <a:buNone/>
              <a:defRPr sz="600" b="1">
                <a:solidFill>
                  <a:srgbClr val="012376"/>
                </a:solidFill>
                <a:latin typeface="Manrope"/>
                <a:ea typeface="Manrope"/>
                <a:cs typeface="Manrope"/>
                <a:sym typeface="Manrope"/>
              </a:defRPr>
            </a:lvl3pPr>
            <a:lvl4pPr lvl="3" algn="ctr" rtl="0">
              <a:buNone/>
              <a:defRPr sz="600" b="1">
                <a:solidFill>
                  <a:srgbClr val="012376"/>
                </a:solidFill>
                <a:latin typeface="Manrope"/>
                <a:ea typeface="Manrope"/>
                <a:cs typeface="Manrope"/>
                <a:sym typeface="Manrope"/>
              </a:defRPr>
            </a:lvl4pPr>
            <a:lvl5pPr lvl="4" algn="ctr" rtl="0">
              <a:buNone/>
              <a:defRPr sz="600" b="1">
                <a:solidFill>
                  <a:srgbClr val="012376"/>
                </a:solidFill>
                <a:latin typeface="Manrope"/>
                <a:ea typeface="Manrope"/>
                <a:cs typeface="Manrope"/>
                <a:sym typeface="Manrope"/>
              </a:defRPr>
            </a:lvl5pPr>
            <a:lvl6pPr lvl="5" algn="ctr" rtl="0">
              <a:buNone/>
              <a:defRPr sz="600" b="1">
                <a:solidFill>
                  <a:srgbClr val="012376"/>
                </a:solidFill>
                <a:latin typeface="Manrope"/>
                <a:ea typeface="Manrope"/>
                <a:cs typeface="Manrope"/>
                <a:sym typeface="Manrope"/>
              </a:defRPr>
            </a:lvl6pPr>
            <a:lvl7pPr lvl="6" algn="ctr" rtl="0">
              <a:buNone/>
              <a:defRPr sz="600" b="1">
                <a:solidFill>
                  <a:srgbClr val="012376"/>
                </a:solidFill>
                <a:latin typeface="Manrope"/>
                <a:ea typeface="Manrope"/>
                <a:cs typeface="Manrope"/>
                <a:sym typeface="Manrope"/>
              </a:defRPr>
            </a:lvl7pPr>
            <a:lvl8pPr lvl="7" algn="ctr" rtl="0">
              <a:buNone/>
              <a:defRPr sz="600" b="1">
                <a:solidFill>
                  <a:srgbClr val="012376"/>
                </a:solidFill>
                <a:latin typeface="Manrope"/>
                <a:ea typeface="Manrope"/>
                <a:cs typeface="Manrope"/>
                <a:sym typeface="Manrope"/>
              </a:defRPr>
            </a:lvl8pPr>
            <a:lvl9pPr lvl="8" algn="ctr" rtl="0">
              <a:buNone/>
              <a:defRPr sz="600" b="1">
                <a:solidFill>
                  <a:srgbClr val="012376"/>
                </a:solidFill>
                <a:latin typeface="Manrope"/>
                <a:ea typeface="Manrope"/>
                <a:cs typeface="Manrope"/>
                <a:sym typeface="Manrop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Content - Light 1">
  <p:cSld name="Title and Content - Light 1">
    <p:bg>
      <p:bgPr>
        <a:solidFill>
          <a:srgbClr val="E5EEFC"/>
        </a:solidFill>
        <a:effectLst/>
      </p:bgPr>
    </p:bg>
    <p:spTree>
      <p:nvGrpSpPr>
        <p:cNvPr id="1" name="Shape 218"/>
        <p:cNvGrpSpPr/>
        <p:nvPr/>
      </p:nvGrpSpPr>
      <p:grpSpPr>
        <a:xfrm>
          <a:off x="0" y="0"/>
          <a:ext cx="0" cy="0"/>
          <a:chOff x="0" y="0"/>
          <a:chExt cx="0" cy="0"/>
        </a:xfrm>
      </p:grpSpPr>
      <p:sp>
        <p:nvSpPr>
          <p:cNvPr id="219" name="Google Shape;219;p45"/>
          <p:cNvSpPr txBox="1">
            <a:spLocks noGrp="1"/>
          </p:cNvSpPr>
          <p:nvPr>
            <p:ph type="title"/>
          </p:nvPr>
        </p:nvSpPr>
        <p:spPr>
          <a:xfrm>
            <a:off x="507492" y="422858"/>
            <a:ext cx="7332600" cy="3693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accent5"/>
              </a:buClr>
              <a:buSzPts val="1400"/>
              <a:buFont typeface="Arial"/>
              <a:buNone/>
              <a:defRPr sz="2700" b="0">
                <a:solidFill>
                  <a:schemeClr val="accent3"/>
                </a:solidFill>
                <a:latin typeface="Arial"/>
                <a:ea typeface="Arial"/>
                <a:cs typeface="Arial"/>
                <a:sym typeface="Arial"/>
              </a:defRPr>
            </a:lvl1pPr>
            <a:lvl2pPr lvl="1" algn="l" rtl="0">
              <a:lnSpc>
                <a:spcPct val="100000"/>
              </a:lnSpc>
              <a:spcBef>
                <a:spcPts val="0"/>
              </a:spcBef>
              <a:spcAft>
                <a:spcPts val="0"/>
              </a:spcAft>
              <a:buSzPts val="600"/>
              <a:buNone/>
              <a:defRPr/>
            </a:lvl2pPr>
            <a:lvl3pPr lvl="2" algn="l" rtl="0">
              <a:lnSpc>
                <a:spcPct val="100000"/>
              </a:lnSpc>
              <a:spcBef>
                <a:spcPts val="0"/>
              </a:spcBef>
              <a:spcAft>
                <a:spcPts val="0"/>
              </a:spcAft>
              <a:buSzPts val="600"/>
              <a:buNone/>
              <a:defRPr/>
            </a:lvl3pPr>
            <a:lvl4pPr lvl="3" algn="l" rtl="0">
              <a:lnSpc>
                <a:spcPct val="100000"/>
              </a:lnSpc>
              <a:spcBef>
                <a:spcPts val="0"/>
              </a:spcBef>
              <a:spcAft>
                <a:spcPts val="0"/>
              </a:spcAft>
              <a:buSzPts val="600"/>
              <a:buNone/>
              <a:defRPr/>
            </a:lvl4pPr>
            <a:lvl5pPr lvl="4" algn="l" rtl="0">
              <a:lnSpc>
                <a:spcPct val="100000"/>
              </a:lnSpc>
              <a:spcBef>
                <a:spcPts val="0"/>
              </a:spcBef>
              <a:spcAft>
                <a:spcPts val="0"/>
              </a:spcAft>
              <a:buSzPts val="600"/>
              <a:buNone/>
              <a:defRPr/>
            </a:lvl5pPr>
            <a:lvl6pPr lvl="5" algn="l" rtl="0">
              <a:lnSpc>
                <a:spcPct val="100000"/>
              </a:lnSpc>
              <a:spcBef>
                <a:spcPts val="0"/>
              </a:spcBef>
              <a:spcAft>
                <a:spcPts val="0"/>
              </a:spcAft>
              <a:buSzPts val="600"/>
              <a:buNone/>
              <a:defRPr/>
            </a:lvl6pPr>
            <a:lvl7pPr lvl="6" algn="l" rtl="0">
              <a:lnSpc>
                <a:spcPct val="100000"/>
              </a:lnSpc>
              <a:spcBef>
                <a:spcPts val="0"/>
              </a:spcBef>
              <a:spcAft>
                <a:spcPts val="0"/>
              </a:spcAft>
              <a:buSzPts val="600"/>
              <a:buNone/>
              <a:defRPr/>
            </a:lvl7pPr>
            <a:lvl8pPr lvl="7" algn="l" rtl="0">
              <a:lnSpc>
                <a:spcPct val="100000"/>
              </a:lnSpc>
              <a:spcBef>
                <a:spcPts val="0"/>
              </a:spcBef>
              <a:spcAft>
                <a:spcPts val="0"/>
              </a:spcAft>
              <a:buSzPts val="600"/>
              <a:buNone/>
              <a:defRPr/>
            </a:lvl8pPr>
            <a:lvl9pPr lvl="8" algn="l" rtl="0">
              <a:lnSpc>
                <a:spcPct val="100000"/>
              </a:lnSpc>
              <a:spcBef>
                <a:spcPts val="0"/>
              </a:spcBef>
              <a:spcAft>
                <a:spcPts val="0"/>
              </a:spcAft>
              <a:buSzPts val="600"/>
              <a:buNone/>
              <a:defRPr/>
            </a:lvl9pPr>
          </a:lstStyle>
          <a:p>
            <a:endParaRPr/>
          </a:p>
        </p:txBody>
      </p:sp>
      <p:sp>
        <p:nvSpPr>
          <p:cNvPr id="220" name="Google Shape;220;p45"/>
          <p:cNvSpPr txBox="1">
            <a:spLocks noGrp="1"/>
          </p:cNvSpPr>
          <p:nvPr>
            <p:ph type="body" idx="1"/>
          </p:nvPr>
        </p:nvSpPr>
        <p:spPr>
          <a:xfrm>
            <a:off x="507491" y="806330"/>
            <a:ext cx="7332600" cy="325200"/>
          </a:xfrm>
          <a:prstGeom prst="rect">
            <a:avLst/>
          </a:prstGeom>
          <a:noFill/>
          <a:ln>
            <a:noFill/>
          </a:ln>
        </p:spPr>
        <p:txBody>
          <a:bodyPr spcFirstLastPara="1" wrap="square" lIns="0" tIns="34275" rIns="68575" bIns="34275" anchor="t" anchorCtr="0">
            <a:normAutofit/>
          </a:bodyPr>
          <a:lstStyle>
            <a:lvl1pPr marL="457200" lvl="0" indent="-228600" algn="l" rtl="0">
              <a:lnSpc>
                <a:spcPct val="100000"/>
              </a:lnSpc>
              <a:spcBef>
                <a:spcPts val="0"/>
              </a:spcBef>
              <a:spcAft>
                <a:spcPts val="0"/>
              </a:spcAft>
              <a:buSzPts val="1100"/>
              <a:buNone/>
              <a:defRPr sz="1400">
                <a:solidFill>
                  <a:schemeClr val="dk1"/>
                </a:solidFill>
                <a:latin typeface="Arial"/>
                <a:ea typeface="Arial"/>
                <a:cs typeface="Arial"/>
                <a:sym typeface="Arial"/>
              </a:defRPr>
            </a:lvl1pPr>
            <a:lvl2pPr marL="914400" lvl="1" indent="-228600" algn="l" rtl="0">
              <a:lnSpc>
                <a:spcPct val="100000"/>
              </a:lnSpc>
              <a:spcBef>
                <a:spcPts val="0"/>
              </a:spcBef>
              <a:spcAft>
                <a:spcPts val="0"/>
              </a:spcAft>
              <a:buSzPts val="1100"/>
              <a:buNone/>
              <a:defRPr/>
            </a:lvl2pPr>
            <a:lvl3pPr marL="1371600" lvl="2" indent="-228600" algn="l" rtl="0">
              <a:lnSpc>
                <a:spcPct val="100000"/>
              </a:lnSpc>
              <a:spcBef>
                <a:spcPts val="0"/>
              </a:spcBef>
              <a:spcAft>
                <a:spcPts val="0"/>
              </a:spcAft>
              <a:buSzPts val="1100"/>
              <a:buNone/>
              <a:defRPr/>
            </a:lvl3pPr>
            <a:lvl4pPr marL="1828800" lvl="3" indent="-228600" algn="l" rtl="0">
              <a:lnSpc>
                <a:spcPct val="100000"/>
              </a:lnSpc>
              <a:spcBef>
                <a:spcPts val="0"/>
              </a:spcBef>
              <a:spcAft>
                <a:spcPts val="0"/>
              </a:spcAft>
              <a:buSzPts val="1100"/>
              <a:buNone/>
              <a:defRPr/>
            </a:lvl4pPr>
            <a:lvl5pPr marL="2286000" lvl="4" indent="-228600" algn="l" rtl="0">
              <a:lnSpc>
                <a:spcPct val="100000"/>
              </a:lnSpc>
              <a:spcBef>
                <a:spcPts val="0"/>
              </a:spcBef>
              <a:spcAft>
                <a:spcPts val="0"/>
              </a:spcAft>
              <a:buSzPts val="1100"/>
              <a:buNone/>
              <a:defRPr/>
            </a:lvl5pPr>
            <a:lvl6pPr marL="2743200" lvl="5" indent="-228600" algn="l" rtl="0">
              <a:lnSpc>
                <a:spcPct val="100000"/>
              </a:lnSpc>
              <a:spcBef>
                <a:spcPts val="0"/>
              </a:spcBef>
              <a:spcAft>
                <a:spcPts val="0"/>
              </a:spcAft>
              <a:buSzPts val="1100"/>
              <a:buNone/>
              <a:defRPr/>
            </a:lvl6pPr>
            <a:lvl7pPr marL="3200400" lvl="6" indent="-228600" algn="l" rtl="0">
              <a:lnSpc>
                <a:spcPct val="100000"/>
              </a:lnSpc>
              <a:spcBef>
                <a:spcPts val="0"/>
              </a:spcBef>
              <a:spcAft>
                <a:spcPts val="0"/>
              </a:spcAft>
              <a:buSzPts val="1100"/>
              <a:buNone/>
              <a:defRPr/>
            </a:lvl7pPr>
            <a:lvl8pPr marL="3657600" lvl="7" indent="-228600" algn="l" rtl="0">
              <a:lnSpc>
                <a:spcPct val="100000"/>
              </a:lnSpc>
              <a:spcBef>
                <a:spcPts val="0"/>
              </a:spcBef>
              <a:spcAft>
                <a:spcPts val="0"/>
              </a:spcAft>
              <a:buSzPts val="1100"/>
              <a:buNone/>
              <a:defRPr/>
            </a:lvl8pPr>
            <a:lvl9pPr marL="4114800" lvl="8" indent="-228600" algn="l" rtl="0">
              <a:lnSpc>
                <a:spcPct val="100000"/>
              </a:lnSpc>
              <a:spcBef>
                <a:spcPts val="0"/>
              </a:spcBef>
              <a:spcAft>
                <a:spcPts val="0"/>
              </a:spcAft>
              <a:buSzPts val="1100"/>
              <a:buNone/>
              <a:defRPr/>
            </a:lvl9pPr>
          </a:lstStyle>
          <a:p>
            <a:endParaRPr/>
          </a:p>
        </p:txBody>
      </p:sp>
      <p:sp>
        <p:nvSpPr>
          <p:cNvPr id="221" name="Google Shape;221;p45"/>
          <p:cNvSpPr txBox="1"/>
          <p:nvPr/>
        </p:nvSpPr>
        <p:spPr>
          <a:xfrm>
            <a:off x="7679750" y="4874100"/>
            <a:ext cx="1290000" cy="246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400" b="1">
                <a:solidFill>
                  <a:srgbClr val="0080FF"/>
                </a:solidFill>
                <a:latin typeface="Manrope"/>
                <a:ea typeface="Manrope"/>
                <a:cs typeface="Manrope"/>
                <a:sym typeface="Manrope"/>
              </a:rPr>
              <a:t>Copyright Orca Security 2022</a:t>
            </a:r>
            <a:endParaRPr sz="400" b="1">
              <a:solidFill>
                <a:srgbClr val="0080FF"/>
              </a:solidFill>
              <a:latin typeface="Manrope"/>
              <a:ea typeface="Manrope"/>
              <a:cs typeface="Manrope"/>
              <a:sym typeface="Manrope"/>
            </a:endParaRPr>
          </a:p>
        </p:txBody>
      </p:sp>
      <p:sp>
        <p:nvSpPr>
          <p:cNvPr id="222" name="Google Shape;222;p45"/>
          <p:cNvSpPr txBox="1">
            <a:spLocks noGrp="1"/>
          </p:cNvSpPr>
          <p:nvPr>
            <p:ph type="sldNum" idx="12"/>
          </p:nvPr>
        </p:nvSpPr>
        <p:spPr>
          <a:xfrm>
            <a:off x="8788140" y="4852351"/>
            <a:ext cx="411600" cy="138900"/>
          </a:xfrm>
          <a:prstGeom prst="rect">
            <a:avLst/>
          </a:prstGeom>
          <a:noFill/>
          <a:ln>
            <a:noFill/>
          </a:ln>
        </p:spPr>
        <p:txBody>
          <a:bodyPr spcFirstLastPara="1" wrap="square" lIns="91425" tIns="91425" rIns="91425" bIns="91425" anchor="t" anchorCtr="0">
            <a:noAutofit/>
          </a:bodyPr>
          <a:lstStyle>
            <a:lvl1pPr lvl="0" algn="ctr" rtl="0">
              <a:buNone/>
              <a:defRPr sz="600" b="1">
                <a:solidFill>
                  <a:srgbClr val="012376"/>
                </a:solidFill>
                <a:latin typeface="Manrope"/>
                <a:ea typeface="Manrope"/>
                <a:cs typeface="Manrope"/>
                <a:sym typeface="Manrope"/>
              </a:defRPr>
            </a:lvl1pPr>
            <a:lvl2pPr lvl="1" algn="ctr" rtl="0">
              <a:buNone/>
              <a:defRPr sz="600" b="1">
                <a:solidFill>
                  <a:srgbClr val="012376"/>
                </a:solidFill>
                <a:latin typeface="Manrope"/>
                <a:ea typeface="Manrope"/>
                <a:cs typeface="Manrope"/>
                <a:sym typeface="Manrope"/>
              </a:defRPr>
            </a:lvl2pPr>
            <a:lvl3pPr lvl="2" algn="ctr" rtl="0">
              <a:buNone/>
              <a:defRPr sz="600" b="1">
                <a:solidFill>
                  <a:srgbClr val="012376"/>
                </a:solidFill>
                <a:latin typeface="Manrope"/>
                <a:ea typeface="Manrope"/>
                <a:cs typeface="Manrope"/>
                <a:sym typeface="Manrope"/>
              </a:defRPr>
            </a:lvl3pPr>
            <a:lvl4pPr lvl="3" algn="ctr" rtl="0">
              <a:buNone/>
              <a:defRPr sz="600" b="1">
                <a:solidFill>
                  <a:srgbClr val="012376"/>
                </a:solidFill>
                <a:latin typeface="Manrope"/>
                <a:ea typeface="Manrope"/>
                <a:cs typeface="Manrope"/>
                <a:sym typeface="Manrope"/>
              </a:defRPr>
            </a:lvl4pPr>
            <a:lvl5pPr lvl="4" algn="ctr" rtl="0">
              <a:buNone/>
              <a:defRPr sz="600" b="1">
                <a:solidFill>
                  <a:srgbClr val="012376"/>
                </a:solidFill>
                <a:latin typeface="Manrope"/>
                <a:ea typeface="Manrope"/>
                <a:cs typeface="Manrope"/>
                <a:sym typeface="Manrope"/>
              </a:defRPr>
            </a:lvl5pPr>
            <a:lvl6pPr lvl="5" algn="ctr" rtl="0">
              <a:buNone/>
              <a:defRPr sz="600" b="1">
                <a:solidFill>
                  <a:srgbClr val="012376"/>
                </a:solidFill>
                <a:latin typeface="Manrope"/>
                <a:ea typeface="Manrope"/>
                <a:cs typeface="Manrope"/>
                <a:sym typeface="Manrope"/>
              </a:defRPr>
            </a:lvl6pPr>
            <a:lvl7pPr lvl="6" algn="ctr" rtl="0">
              <a:buNone/>
              <a:defRPr sz="600" b="1">
                <a:solidFill>
                  <a:srgbClr val="012376"/>
                </a:solidFill>
                <a:latin typeface="Manrope"/>
                <a:ea typeface="Manrope"/>
                <a:cs typeface="Manrope"/>
                <a:sym typeface="Manrope"/>
              </a:defRPr>
            </a:lvl7pPr>
            <a:lvl8pPr lvl="7" algn="ctr" rtl="0">
              <a:buNone/>
              <a:defRPr sz="600" b="1">
                <a:solidFill>
                  <a:srgbClr val="012376"/>
                </a:solidFill>
                <a:latin typeface="Manrope"/>
                <a:ea typeface="Manrope"/>
                <a:cs typeface="Manrope"/>
                <a:sym typeface="Manrope"/>
              </a:defRPr>
            </a:lvl8pPr>
            <a:lvl9pPr lvl="8" algn="ctr" rtl="0">
              <a:buNone/>
              <a:defRPr sz="600" b="1">
                <a:solidFill>
                  <a:srgbClr val="012376"/>
                </a:solidFill>
                <a:latin typeface="Manrope"/>
                <a:ea typeface="Manrope"/>
                <a:cs typeface="Manrope"/>
                <a:sym typeface="Manrope"/>
              </a:defRPr>
            </a:lvl9pPr>
          </a:lstStyle>
          <a:p>
            <a:pPr marL="0" lvl="0" indent="0" algn="ctr" rtl="0">
              <a:spcBef>
                <a:spcPts val="0"/>
              </a:spcBef>
              <a:spcAft>
                <a:spcPts val="0"/>
              </a:spcAft>
              <a:buNone/>
            </a:pPr>
            <a:fld id="{00000000-1234-1234-1234-123412341234}" type="slidenum">
              <a:rPr lang="en"/>
              <a:t>‹#›</a:t>
            </a:fld>
            <a:endParaRPr/>
          </a:p>
        </p:txBody>
      </p:sp>
      <p:pic>
        <p:nvPicPr>
          <p:cNvPr id="223" name="Google Shape;223;p45"/>
          <p:cNvPicPr preferRelativeResize="0"/>
          <p:nvPr/>
        </p:nvPicPr>
        <p:blipFill rotWithShape="1">
          <a:blip r:embed="rId2">
            <a:alphaModFix/>
          </a:blip>
          <a:srcRect/>
          <a:stretch/>
        </p:blipFill>
        <p:spPr>
          <a:xfrm>
            <a:off x="8732520" y="0"/>
            <a:ext cx="411480" cy="41148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_Title and Content - Dark 1">
  <p:cSld name="1_Title and Content - Dark 1">
    <p:bg>
      <p:bgPr>
        <a:solidFill>
          <a:srgbClr val="E5EEFC"/>
        </a:solidFill>
        <a:effectLst/>
      </p:bgPr>
    </p:bg>
    <p:spTree>
      <p:nvGrpSpPr>
        <p:cNvPr id="1" name="Shape 224"/>
        <p:cNvGrpSpPr/>
        <p:nvPr/>
      </p:nvGrpSpPr>
      <p:grpSpPr>
        <a:xfrm>
          <a:off x="0" y="0"/>
          <a:ext cx="0" cy="0"/>
          <a:chOff x="0" y="0"/>
          <a:chExt cx="0" cy="0"/>
        </a:xfrm>
      </p:grpSpPr>
      <p:sp>
        <p:nvSpPr>
          <p:cNvPr id="225" name="Google Shape;225;p46"/>
          <p:cNvSpPr txBox="1">
            <a:spLocks noGrp="1"/>
          </p:cNvSpPr>
          <p:nvPr>
            <p:ph type="title"/>
          </p:nvPr>
        </p:nvSpPr>
        <p:spPr>
          <a:xfrm>
            <a:off x="507491" y="422858"/>
            <a:ext cx="7331100" cy="3693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accent5"/>
              </a:buClr>
              <a:buSzPts val="1800"/>
              <a:buFont typeface="Arial"/>
              <a:buNone/>
              <a:defRPr sz="2700" b="0">
                <a:solidFill>
                  <a:schemeClr val="lt1"/>
                </a:solidFill>
                <a:latin typeface="Arial"/>
                <a:ea typeface="Arial"/>
                <a:cs typeface="Arial"/>
                <a:sym typeface="Arial"/>
              </a:defRPr>
            </a:lvl1pPr>
            <a:lvl2pPr lvl="1" algn="l" rtl="0">
              <a:lnSpc>
                <a:spcPct val="100000"/>
              </a:lnSpc>
              <a:spcBef>
                <a:spcPts val="0"/>
              </a:spcBef>
              <a:spcAft>
                <a:spcPts val="0"/>
              </a:spcAft>
              <a:buSzPts val="800"/>
              <a:buNone/>
              <a:defRPr/>
            </a:lvl2pPr>
            <a:lvl3pPr lvl="2" algn="l" rtl="0">
              <a:lnSpc>
                <a:spcPct val="100000"/>
              </a:lnSpc>
              <a:spcBef>
                <a:spcPts val="0"/>
              </a:spcBef>
              <a:spcAft>
                <a:spcPts val="0"/>
              </a:spcAft>
              <a:buSzPts val="800"/>
              <a:buNone/>
              <a:defRPr/>
            </a:lvl3pPr>
            <a:lvl4pPr lvl="3" algn="l" rtl="0">
              <a:lnSpc>
                <a:spcPct val="100000"/>
              </a:lnSpc>
              <a:spcBef>
                <a:spcPts val="0"/>
              </a:spcBef>
              <a:spcAft>
                <a:spcPts val="0"/>
              </a:spcAft>
              <a:buSzPts val="800"/>
              <a:buNone/>
              <a:defRPr/>
            </a:lvl4pPr>
            <a:lvl5pPr lvl="4" algn="l" rtl="0">
              <a:lnSpc>
                <a:spcPct val="100000"/>
              </a:lnSpc>
              <a:spcBef>
                <a:spcPts val="0"/>
              </a:spcBef>
              <a:spcAft>
                <a:spcPts val="0"/>
              </a:spcAft>
              <a:buSzPts val="800"/>
              <a:buNone/>
              <a:defRPr/>
            </a:lvl5pPr>
            <a:lvl6pPr lvl="5" algn="l" rtl="0">
              <a:lnSpc>
                <a:spcPct val="100000"/>
              </a:lnSpc>
              <a:spcBef>
                <a:spcPts val="0"/>
              </a:spcBef>
              <a:spcAft>
                <a:spcPts val="0"/>
              </a:spcAft>
              <a:buSzPts val="800"/>
              <a:buNone/>
              <a:defRPr/>
            </a:lvl6pPr>
            <a:lvl7pPr lvl="6" algn="l" rtl="0">
              <a:lnSpc>
                <a:spcPct val="100000"/>
              </a:lnSpc>
              <a:spcBef>
                <a:spcPts val="0"/>
              </a:spcBef>
              <a:spcAft>
                <a:spcPts val="0"/>
              </a:spcAft>
              <a:buSzPts val="800"/>
              <a:buNone/>
              <a:defRPr/>
            </a:lvl7pPr>
            <a:lvl8pPr lvl="7" algn="l" rtl="0">
              <a:lnSpc>
                <a:spcPct val="100000"/>
              </a:lnSpc>
              <a:spcBef>
                <a:spcPts val="0"/>
              </a:spcBef>
              <a:spcAft>
                <a:spcPts val="0"/>
              </a:spcAft>
              <a:buSzPts val="800"/>
              <a:buNone/>
              <a:defRPr/>
            </a:lvl8pPr>
            <a:lvl9pPr lvl="8" algn="l" rtl="0">
              <a:lnSpc>
                <a:spcPct val="100000"/>
              </a:lnSpc>
              <a:spcBef>
                <a:spcPts val="0"/>
              </a:spcBef>
              <a:spcAft>
                <a:spcPts val="0"/>
              </a:spcAft>
              <a:buSzPts val="800"/>
              <a:buNone/>
              <a:defRPr/>
            </a:lvl9pPr>
          </a:lstStyle>
          <a:p>
            <a:endParaRPr/>
          </a:p>
        </p:txBody>
      </p:sp>
      <p:sp>
        <p:nvSpPr>
          <p:cNvPr id="226" name="Google Shape;226;p46"/>
          <p:cNvSpPr txBox="1">
            <a:spLocks noGrp="1"/>
          </p:cNvSpPr>
          <p:nvPr>
            <p:ph type="body" idx="1"/>
          </p:nvPr>
        </p:nvSpPr>
        <p:spPr>
          <a:xfrm>
            <a:off x="507491" y="806331"/>
            <a:ext cx="7331100" cy="324900"/>
          </a:xfrm>
          <a:prstGeom prst="rect">
            <a:avLst/>
          </a:prstGeom>
          <a:noFill/>
          <a:ln>
            <a:noFill/>
          </a:ln>
        </p:spPr>
        <p:txBody>
          <a:bodyPr spcFirstLastPara="1" wrap="square" lIns="0" tIns="34275" rIns="68575" bIns="34275" anchor="t" anchorCtr="0">
            <a:normAutofit/>
          </a:bodyPr>
          <a:lstStyle>
            <a:lvl1pPr marL="457200" lvl="0" indent="-298450" algn="l" rtl="0">
              <a:lnSpc>
                <a:spcPct val="100000"/>
              </a:lnSpc>
              <a:spcBef>
                <a:spcPts val="0"/>
              </a:spcBef>
              <a:spcAft>
                <a:spcPts val="0"/>
              </a:spcAft>
              <a:buSzPts val="1100"/>
              <a:buChar char="•"/>
              <a:defRPr sz="1350">
                <a:solidFill>
                  <a:schemeClr val="lt2"/>
                </a:solidFill>
                <a:latin typeface="Arial"/>
                <a:ea typeface="Arial"/>
                <a:cs typeface="Arial"/>
                <a:sym typeface="Arial"/>
              </a:defRPr>
            </a:lvl1pPr>
            <a:lvl2pPr marL="914400" lvl="1" indent="-298450" algn="l" rtl="0">
              <a:lnSpc>
                <a:spcPct val="100000"/>
              </a:lnSpc>
              <a:spcBef>
                <a:spcPts val="0"/>
              </a:spcBef>
              <a:spcAft>
                <a:spcPts val="0"/>
              </a:spcAft>
              <a:buSzPts val="1100"/>
              <a:buChar char="•"/>
              <a:defRPr/>
            </a:lvl2pPr>
            <a:lvl3pPr marL="1371600" lvl="2" indent="-298450" algn="l" rtl="0">
              <a:lnSpc>
                <a:spcPct val="100000"/>
              </a:lnSpc>
              <a:spcBef>
                <a:spcPts val="0"/>
              </a:spcBef>
              <a:spcAft>
                <a:spcPts val="0"/>
              </a:spcAft>
              <a:buSzPts val="1100"/>
              <a:buChar char="•"/>
              <a:defRPr/>
            </a:lvl3pPr>
            <a:lvl4pPr marL="1828800" lvl="3" indent="-298450" algn="l" rtl="0">
              <a:lnSpc>
                <a:spcPct val="100000"/>
              </a:lnSpc>
              <a:spcBef>
                <a:spcPts val="0"/>
              </a:spcBef>
              <a:spcAft>
                <a:spcPts val="0"/>
              </a:spcAft>
              <a:buSzPts val="1100"/>
              <a:buChar char="•"/>
              <a:defRPr/>
            </a:lvl4pPr>
            <a:lvl5pPr marL="2286000" lvl="4" indent="-298450" algn="l" rtl="0">
              <a:lnSpc>
                <a:spcPct val="100000"/>
              </a:lnSpc>
              <a:spcBef>
                <a:spcPts val="0"/>
              </a:spcBef>
              <a:spcAft>
                <a:spcPts val="0"/>
              </a:spcAft>
              <a:buSzPts val="1100"/>
              <a:buChar char="•"/>
              <a:defRPr/>
            </a:lvl5pPr>
            <a:lvl6pPr marL="2743200" lvl="5" indent="-298450" algn="l" rtl="0">
              <a:lnSpc>
                <a:spcPct val="100000"/>
              </a:lnSpc>
              <a:spcBef>
                <a:spcPts val="0"/>
              </a:spcBef>
              <a:spcAft>
                <a:spcPts val="0"/>
              </a:spcAft>
              <a:buSzPts val="1100"/>
              <a:buChar char="•"/>
              <a:defRPr/>
            </a:lvl6pPr>
            <a:lvl7pPr marL="3200400" lvl="6" indent="-298450" algn="l" rtl="0">
              <a:lnSpc>
                <a:spcPct val="100000"/>
              </a:lnSpc>
              <a:spcBef>
                <a:spcPts val="0"/>
              </a:spcBef>
              <a:spcAft>
                <a:spcPts val="0"/>
              </a:spcAft>
              <a:buSzPts val="1100"/>
              <a:buChar char="•"/>
              <a:defRPr/>
            </a:lvl7pPr>
            <a:lvl8pPr marL="3657600" lvl="7" indent="-298450" algn="l" rtl="0">
              <a:lnSpc>
                <a:spcPct val="100000"/>
              </a:lnSpc>
              <a:spcBef>
                <a:spcPts val="0"/>
              </a:spcBef>
              <a:spcAft>
                <a:spcPts val="0"/>
              </a:spcAft>
              <a:buSzPts val="1100"/>
              <a:buChar char="•"/>
              <a:defRPr/>
            </a:lvl8pPr>
            <a:lvl9pPr marL="4114800" lvl="8" indent="-298450" algn="l" rtl="0">
              <a:lnSpc>
                <a:spcPct val="100000"/>
              </a:lnSpc>
              <a:spcBef>
                <a:spcPts val="0"/>
              </a:spcBef>
              <a:spcAft>
                <a:spcPts val="0"/>
              </a:spcAft>
              <a:buSzPts val="1100"/>
              <a:buChar char="•"/>
              <a:defRPr/>
            </a:lvl9pPr>
          </a:lstStyle>
          <a:p>
            <a:endParaRPr/>
          </a:p>
        </p:txBody>
      </p:sp>
      <p:sp>
        <p:nvSpPr>
          <p:cNvPr id="227" name="Google Shape;227;p46"/>
          <p:cNvSpPr txBox="1"/>
          <p:nvPr/>
        </p:nvSpPr>
        <p:spPr>
          <a:xfrm>
            <a:off x="7679750" y="4874100"/>
            <a:ext cx="1290000" cy="246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400" b="1">
                <a:solidFill>
                  <a:srgbClr val="0080FF"/>
                </a:solidFill>
                <a:latin typeface="Manrope"/>
                <a:ea typeface="Manrope"/>
                <a:cs typeface="Manrope"/>
                <a:sym typeface="Manrope"/>
              </a:rPr>
              <a:t>Copyright Orca Security 2022</a:t>
            </a:r>
            <a:endParaRPr sz="400" b="1">
              <a:solidFill>
                <a:srgbClr val="0080FF"/>
              </a:solidFill>
              <a:latin typeface="Manrope"/>
              <a:ea typeface="Manrope"/>
              <a:cs typeface="Manrope"/>
              <a:sym typeface="Manrope"/>
            </a:endParaRPr>
          </a:p>
        </p:txBody>
      </p:sp>
      <p:sp>
        <p:nvSpPr>
          <p:cNvPr id="228" name="Google Shape;228;p46"/>
          <p:cNvSpPr txBox="1">
            <a:spLocks noGrp="1"/>
          </p:cNvSpPr>
          <p:nvPr>
            <p:ph type="sldNum" idx="12"/>
          </p:nvPr>
        </p:nvSpPr>
        <p:spPr>
          <a:xfrm>
            <a:off x="8788140" y="4852351"/>
            <a:ext cx="411600" cy="138900"/>
          </a:xfrm>
          <a:prstGeom prst="rect">
            <a:avLst/>
          </a:prstGeom>
          <a:noFill/>
          <a:ln>
            <a:noFill/>
          </a:ln>
        </p:spPr>
        <p:txBody>
          <a:bodyPr spcFirstLastPara="1" wrap="square" lIns="91425" tIns="91425" rIns="91425" bIns="91425" anchor="t" anchorCtr="0">
            <a:noAutofit/>
          </a:bodyPr>
          <a:lstStyle>
            <a:lvl1pPr lvl="0" algn="ctr" rtl="0">
              <a:buNone/>
              <a:defRPr sz="600" b="1">
                <a:solidFill>
                  <a:srgbClr val="012376"/>
                </a:solidFill>
                <a:latin typeface="Manrope"/>
                <a:ea typeface="Manrope"/>
                <a:cs typeface="Manrope"/>
                <a:sym typeface="Manrope"/>
              </a:defRPr>
            </a:lvl1pPr>
            <a:lvl2pPr lvl="1" algn="ctr" rtl="0">
              <a:buNone/>
              <a:defRPr sz="600" b="1">
                <a:solidFill>
                  <a:srgbClr val="012376"/>
                </a:solidFill>
                <a:latin typeface="Manrope"/>
                <a:ea typeface="Manrope"/>
                <a:cs typeface="Manrope"/>
                <a:sym typeface="Manrope"/>
              </a:defRPr>
            </a:lvl2pPr>
            <a:lvl3pPr lvl="2" algn="ctr" rtl="0">
              <a:buNone/>
              <a:defRPr sz="600" b="1">
                <a:solidFill>
                  <a:srgbClr val="012376"/>
                </a:solidFill>
                <a:latin typeface="Manrope"/>
                <a:ea typeface="Manrope"/>
                <a:cs typeface="Manrope"/>
                <a:sym typeface="Manrope"/>
              </a:defRPr>
            </a:lvl3pPr>
            <a:lvl4pPr lvl="3" algn="ctr" rtl="0">
              <a:buNone/>
              <a:defRPr sz="600" b="1">
                <a:solidFill>
                  <a:srgbClr val="012376"/>
                </a:solidFill>
                <a:latin typeface="Manrope"/>
                <a:ea typeface="Manrope"/>
                <a:cs typeface="Manrope"/>
                <a:sym typeface="Manrope"/>
              </a:defRPr>
            </a:lvl4pPr>
            <a:lvl5pPr lvl="4" algn="ctr" rtl="0">
              <a:buNone/>
              <a:defRPr sz="600" b="1">
                <a:solidFill>
                  <a:srgbClr val="012376"/>
                </a:solidFill>
                <a:latin typeface="Manrope"/>
                <a:ea typeface="Manrope"/>
                <a:cs typeface="Manrope"/>
                <a:sym typeface="Manrope"/>
              </a:defRPr>
            </a:lvl5pPr>
            <a:lvl6pPr lvl="5" algn="ctr" rtl="0">
              <a:buNone/>
              <a:defRPr sz="600" b="1">
                <a:solidFill>
                  <a:srgbClr val="012376"/>
                </a:solidFill>
                <a:latin typeface="Manrope"/>
                <a:ea typeface="Manrope"/>
                <a:cs typeface="Manrope"/>
                <a:sym typeface="Manrope"/>
              </a:defRPr>
            </a:lvl6pPr>
            <a:lvl7pPr lvl="6" algn="ctr" rtl="0">
              <a:buNone/>
              <a:defRPr sz="600" b="1">
                <a:solidFill>
                  <a:srgbClr val="012376"/>
                </a:solidFill>
                <a:latin typeface="Manrope"/>
                <a:ea typeface="Manrope"/>
                <a:cs typeface="Manrope"/>
                <a:sym typeface="Manrope"/>
              </a:defRPr>
            </a:lvl7pPr>
            <a:lvl8pPr lvl="7" algn="ctr" rtl="0">
              <a:buNone/>
              <a:defRPr sz="600" b="1">
                <a:solidFill>
                  <a:srgbClr val="012376"/>
                </a:solidFill>
                <a:latin typeface="Manrope"/>
                <a:ea typeface="Manrope"/>
                <a:cs typeface="Manrope"/>
                <a:sym typeface="Manrope"/>
              </a:defRPr>
            </a:lvl8pPr>
            <a:lvl9pPr lvl="8" algn="ctr" rtl="0">
              <a:buNone/>
              <a:defRPr sz="600" b="1">
                <a:solidFill>
                  <a:srgbClr val="012376"/>
                </a:solidFill>
                <a:latin typeface="Manrope"/>
                <a:ea typeface="Manrope"/>
                <a:cs typeface="Manrope"/>
                <a:sym typeface="Manrope"/>
              </a:defRPr>
            </a:lvl9pPr>
          </a:lstStyle>
          <a:p>
            <a:pPr marL="0" lvl="0" indent="0" algn="ctr" rtl="0">
              <a:spcBef>
                <a:spcPts val="0"/>
              </a:spcBef>
              <a:spcAft>
                <a:spcPts val="0"/>
              </a:spcAft>
              <a:buNone/>
            </a:pPr>
            <a:fld id="{00000000-1234-1234-1234-123412341234}" type="slidenum">
              <a:rPr lang="en"/>
              <a:t>‹#›</a:t>
            </a:fld>
            <a:endParaRPr/>
          </a:p>
        </p:txBody>
      </p:sp>
      <p:pic>
        <p:nvPicPr>
          <p:cNvPr id="229" name="Google Shape;229;p46"/>
          <p:cNvPicPr preferRelativeResize="0"/>
          <p:nvPr/>
        </p:nvPicPr>
        <p:blipFill rotWithShape="1">
          <a:blip r:embed="rId2">
            <a:alphaModFix/>
          </a:blip>
          <a:srcRect/>
          <a:stretch/>
        </p:blipFill>
        <p:spPr>
          <a:xfrm>
            <a:off x="8732520" y="0"/>
            <a:ext cx="411480" cy="41148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Keynote - Darkmode">
  <p:cSld name="Title Slide_11_3">
    <p:bg>
      <p:bgPr>
        <a:solidFill>
          <a:schemeClr val="dk1"/>
        </a:solidFill>
        <a:effectLst/>
      </p:bgPr>
    </p:bg>
    <p:spTree>
      <p:nvGrpSpPr>
        <p:cNvPr id="1" name="Shape 230"/>
        <p:cNvGrpSpPr/>
        <p:nvPr/>
      </p:nvGrpSpPr>
      <p:grpSpPr>
        <a:xfrm>
          <a:off x="0" y="0"/>
          <a:ext cx="0" cy="0"/>
          <a:chOff x="0" y="0"/>
          <a:chExt cx="0" cy="0"/>
        </a:xfrm>
      </p:grpSpPr>
      <p:pic>
        <p:nvPicPr>
          <p:cNvPr id="231" name="Google Shape;231;p47"/>
          <p:cNvPicPr preferRelativeResize="0"/>
          <p:nvPr/>
        </p:nvPicPr>
        <p:blipFill>
          <a:blip r:embed="rId2">
            <a:alphaModFix/>
          </a:blip>
          <a:stretch>
            <a:fillRect/>
          </a:stretch>
        </p:blipFill>
        <p:spPr>
          <a:xfrm>
            <a:off x="8646750" y="120175"/>
            <a:ext cx="377073" cy="377073"/>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35"/>
        <p:cNvGrpSpPr/>
        <p:nvPr/>
      </p:nvGrpSpPr>
      <p:grpSpPr>
        <a:xfrm>
          <a:off x="0" y="0"/>
          <a:ext cx="0" cy="0"/>
          <a:chOff x="0" y="0"/>
          <a:chExt cx="0" cy="0"/>
        </a:xfrm>
      </p:grpSpPr>
      <p:pic>
        <p:nvPicPr>
          <p:cNvPr id="236" name="Google Shape;236;p49"/>
          <p:cNvPicPr preferRelativeResize="0"/>
          <p:nvPr/>
        </p:nvPicPr>
        <p:blipFill>
          <a:blip r:embed="rId2">
            <a:alphaModFix/>
          </a:blip>
          <a:stretch>
            <a:fillRect/>
          </a:stretch>
        </p:blipFill>
        <p:spPr>
          <a:xfrm>
            <a:off x="0" y="-15025"/>
            <a:ext cx="9144003" cy="5209826"/>
          </a:xfrm>
          <a:prstGeom prst="rect">
            <a:avLst/>
          </a:prstGeom>
          <a:noFill/>
          <a:ln>
            <a:noFill/>
          </a:ln>
        </p:spPr>
      </p:pic>
      <p:pic>
        <p:nvPicPr>
          <p:cNvPr id="237" name="Google Shape;237;p49" descr="A picture containing text, clipart, wheel, vector graphics&#10;&#10;Description automatically generated"/>
          <p:cNvPicPr preferRelativeResize="0"/>
          <p:nvPr/>
        </p:nvPicPr>
        <p:blipFill rotWithShape="1">
          <a:blip r:embed="rId3">
            <a:alphaModFix/>
          </a:blip>
          <a:srcRect/>
          <a:stretch/>
        </p:blipFill>
        <p:spPr>
          <a:xfrm>
            <a:off x="7745194" y="4437350"/>
            <a:ext cx="854906" cy="392400"/>
          </a:xfrm>
          <a:prstGeom prst="rect">
            <a:avLst/>
          </a:prstGeom>
          <a:noFill/>
          <a:ln>
            <a:noFill/>
          </a:ln>
        </p:spPr>
      </p:pic>
      <p:sp>
        <p:nvSpPr>
          <p:cNvPr id="238" name="Google Shape;238;p49"/>
          <p:cNvSpPr txBox="1"/>
          <p:nvPr/>
        </p:nvSpPr>
        <p:spPr>
          <a:xfrm>
            <a:off x="514350" y="2189024"/>
            <a:ext cx="8115300" cy="610500"/>
          </a:xfrm>
          <a:prstGeom prst="rect">
            <a:avLst/>
          </a:prstGeom>
          <a:noFill/>
          <a:ln>
            <a:noFill/>
          </a:ln>
        </p:spPr>
        <p:txBody>
          <a:bodyPr spcFirstLastPara="1" wrap="square" lIns="91425" tIns="91425" rIns="91425" bIns="91425" anchor="ctr" anchorCtr="0">
            <a:normAutofit lnSpcReduction="10000"/>
          </a:bodyPr>
          <a:lstStyle/>
          <a:p>
            <a:pPr marL="0" lvl="0" indent="0" algn="l" rtl="0">
              <a:lnSpc>
                <a:spcPct val="90000"/>
              </a:lnSpc>
              <a:spcBef>
                <a:spcPts val="0"/>
              </a:spcBef>
              <a:spcAft>
                <a:spcPts val="0"/>
              </a:spcAft>
              <a:buNone/>
            </a:pPr>
            <a:endParaRPr sz="3200">
              <a:solidFill>
                <a:srgbClr val="FFFFFF"/>
              </a:solidFill>
              <a:latin typeface="Manrope"/>
              <a:ea typeface="Manrope"/>
              <a:cs typeface="Manrope"/>
              <a:sym typeface="Manrope"/>
            </a:endParaRPr>
          </a:p>
        </p:txBody>
      </p:sp>
      <p:sp>
        <p:nvSpPr>
          <p:cNvPr id="239" name="Google Shape;239;p49"/>
          <p:cNvSpPr txBox="1"/>
          <p:nvPr/>
        </p:nvSpPr>
        <p:spPr>
          <a:xfrm>
            <a:off x="543900" y="4695950"/>
            <a:ext cx="3657600" cy="13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600">
                <a:solidFill>
                  <a:schemeClr val="lt1"/>
                </a:solidFill>
                <a:latin typeface="Mulish Light"/>
                <a:ea typeface="Mulish Light"/>
                <a:cs typeface="Mulish Light"/>
                <a:sym typeface="Mulish Light"/>
              </a:rPr>
              <a:t>© Orca Security. All rights reserved.</a:t>
            </a:r>
            <a:endParaRPr sz="1000">
              <a:solidFill>
                <a:schemeClr val="lt1"/>
              </a:solidFill>
              <a:latin typeface="Mulish Light"/>
              <a:ea typeface="Mulish Light"/>
              <a:cs typeface="Mulish Light"/>
              <a:sym typeface="Mulish Light"/>
            </a:endParaRPr>
          </a:p>
          <a:p>
            <a:pPr marL="0" lvl="0" indent="0" algn="l" rtl="0">
              <a:spcBef>
                <a:spcPts val="0"/>
              </a:spcBef>
              <a:spcAft>
                <a:spcPts val="0"/>
              </a:spcAft>
              <a:buNone/>
            </a:pPr>
            <a:endParaRPr>
              <a:latin typeface="Mulish Light"/>
              <a:ea typeface="Mulish Light"/>
              <a:cs typeface="Mulish Light"/>
              <a:sym typeface="Mulish Light"/>
            </a:endParaRPr>
          </a:p>
        </p:txBody>
      </p:sp>
      <p:sp>
        <p:nvSpPr>
          <p:cNvPr id="240" name="Google Shape;240;p49"/>
          <p:cNvSpPr txBox="1">
            <a:spLocks noGrp="1"/>
          </p:cNvSpPr>
          <p:nvPr>
            <p:ph type="title"/>
          </p:nvPr>
        </p:nvSpPr>
        <p:spPr>
          <a:xfrm>
            <a:off x="1207008" y="2060600"/>
            <a:ext cx="7152900" cy="5448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4200"/>
              <a:buFont typeface="Manrope"/>
              <a:buNone/>
              <a:defRPr sz="4200">
                <a:solidFill>
                  <a:schemeClr val="lt1"/>
                </a:solidFill>
                <a:latin typeface="Manrope"/>
                <a:ea typeface="Manrope"/>
                <a:cs typeface="Manrope"/>
                <a:sym typeface="Manrope"/>
              </a:defRPr>
            </a:lvl1pPr>
            <a:lvl2pPr lvl="1" rtl="0">
              <a:spcBef>
                <a:spcPts val="0"/>
              </a:spcBef>
              <a:spcAft>
                <a:spcPts val="0"/>
              </a:spcAft>
              <a:buSzPts val="1400"/>
              <a:buNone/>
              <a:defRPr>
                <a:latin typeface="Mulish Light"/>
                <a:ea typeface="Mulish Light"/>
                <a:cs typeface="Mulish Light"/>
                <a:sym typeface="Mulish Light"/>
              </a:defRPr>
            </a:lvl2pPr>
            <a:lvl3pPr lvl="2" rtl="0">
              <a:spcBef>
                <a:spcPts val="0"/>
              </a:spcBef>
              <a:spcAft>
                <a:spcPts val="0"/>
              </a:spcAft>
              <a:buSzPts val="1400"/>
              <a:buNone/>
              <a:defRPr>
                <a:latin typeface="Mulish Light"/>
                <a:ea typeface="Mulish Light"/>
                <a:cs typeface="Mulish Light"/>
                <a:sym typeface="Mulish Light"/>
              </a:defRPr>
            </a:lvl3pPr>
            <a:lvl4pPr lvl="3" rtl="0">
              <a:spcBef>
                <a:spcPts val="0"/>
              </a:spcBef>
              <a:spcAft>
                <a:spcPts val="0"/>
              </a:spcAft>
              <a:buSzPts val="1400"/>
              <a:buNone/>
              <a:defRPr>
                <a:latin typeface="Mulish Light"/>
                <a:ea typeface="Mulish Light"/>
                <a:cs typeface="Mulish Light"/>
                <a:sym typeface="Mulish Light"/>
              </a:defRPr>
            </a:lvl4pPr>
            <a:lvl5pPr lvl="4" rtl="0">
              <a:spcBef>
                <a:spcPts val="0"/>
              </a:spcBef>
              <a:spcAft>
                <a:spcPts val="0"/>
              </a:spcAft>
              <a:buSzPts val="1400"/>
              <a:buNone/>
              <a:defRPr>
                <a:latin typeface="Mulish Light"/>
                <a:ea typeface="Mulish Light"/>
                <a:cs typeface="Mulish Light"/>
                <a:sym typeface="Mulish Light"/>
              </a:defRPr>
            </a:lvl5pPr>
            <a:lvl6pPr lvl="5" rtl="0">
              <a:spcBef>
                <a:spcPts val="0"/>
              </a:spcBef>
              <a:spcAft>
                <a:spcPts val="0"/>
              </a:spcAft>
              <a:buSzPts val="1400"/>
              <a:buNone/>
              <a:defRPr>
                <a:latin typeface="Mulish Light"/>
                <a:ea typeface="Mulish Light"/>
                <a:cs typeface="Mulish Light"/>
                <a:sym typeface="Mulish Light"/>
              </a:defRPr>
            </a:lvl6pPr>
            <a:lvl7pPr lvl="6" rtl="0">
              <a:spcBef>
                <a:spcPts val="0"/>
              </a:spcBef>
              <a:spcAft>
                <a:spcPts val="0"/>
              </a:spcAft>
              <a:buSzPts val="1400"/>
              <a:buNone/>
              <a:defRPr>
                <a:latin typeface="Mulish Light"/>
                <a:ea typeface="Mulish Light"/>
                <a:cs typeface="Mulish Light"/>
                <a:sym typeface="Mulish Light"/>
              </a:defRPr>
            </a:lvl7pPr>
            <a:lvl8pPr lvl="7" rtl="0">
              <a:spcBef>
                <a:spcPts val="0"/>
              </a:spcBef>
              <a:spcAft>
                <a:spcPts val="0"/>
              </a:spcAft>
              <a:buSzPts val="1400"/>
              <a:buNone/>
              <a:defRPr>
                <a:latin typeface="Mulish Light"/>
                <a:ea typeface="Mulish Light"/>
                <a:cs typeface="Mulish Light"/>
                <a:sym typeface="Mulish Light"/>
              </a:defRPr>
            </a:lvl8pPr>
            <a:lvl9pPr lvl="8" rtl="0">
              <a:spcBef>
                <a:spcPts val="0"/>
              </a:spcBef>
              <a:spcAft>
                <a:spcPts val="0"/>
              </a:spcAft>
              <a:buSzPts val="1400"/>
              <a:buNone/>
              <a:defRPr>
                <a:latin typeface="Mulish Light"/>
                <a:ea typeface="Mulish Light"/>
                <a:cs typeface="Mulish Light"/>
                <a:sym typeface="Mulish Light"/>
              </a:defRPr>
            </a:lvl9pPr>
          </a:lstStyle>
          <a:p>
            <a:endParaRPr/>
          </a:p>
        </p:txBody>
      </p:sp>
      <p:pic>
        <p:nvPicPr>
          <p:cNvPr id="241" name="Google Shape;241;p49"/>
          <p:cNvPicPr preferRelativeResize="0"/>
          <p:nvPr/>
        </p:nvPicPr>
        <p:blipFill rotWithShape="1">
          <a:blip r:embed="rId4">
            <a:alphaModFix/>
          </a:blip>
          <a:srcRect l="18225" t="16162" r="19447" b="19446"/>
          <a:stretch/>
        </p:blipFill>
        <p:spPr>
          <a:xfrm>
            <a:off x="543900" y="2130293"/>
            <a:ext cx="392400" cy="405406"/>
          </a:xfrm>
          <a:prstGeom prst="rect">
            <a:avLst/>
          </a:prstGeom>
          <a:noFill/>
          <a:ln>
            <a:noFill/>
          </a:ln>
        </p:spPr>
      </p:pic>
      <p:pic>
        <p:nvPicPr>
          <p:cNvPr id="242" name="Google Shape;242;p49"/>
          <p:cNvPicPr preferRelativeResize="0"/>
          <p:nvPr/>
        </p:nvPicPr>
        <p:blipFill>
          <a:blip r:embed="rId5">
            <a:alphaModFix/>
          </a:blip>
          <a:stretch>
            <a:fillRect/>
          </a:stretch>
        </p:blipFill>
        <p:spPr>
          <a:xfrm>
            <a:off x="7797800" y="4394713"/>
            <a:ext cx="1038450" cy="47767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Default">
  <p:cSld name="Title Slide_11">
    <p:spTree>
      <p:nvGrpSpPr>
        <p:cNvPr id="1" name="Shape 243"/>
        <p:cNvGrpSpPr/>
        <p:nvPr/>
      </p:nvGrpSpPr>
      <p:grpSpPr>
        <a:xfrm>
          <a:off x="0" y="0"/>
          <a:ext cx="0" cy="0"/>
          <a:chOff x="0" y="0"/>
          <a:chExt cx="0" cy="0"/>
        </a:xfrm>
      </p:grpSpPr>
      <p:pic>
        <p:nvPicPr>
          <p:cNvPr id="244" name="Google Shape;244;p50"/>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lide - Screenshot Right">
  <p:cSld name="Title Slide_11_2">
    <p:spTree>
      <p:nvGrpSpPr>
        <p:cNvPr id="1" name="Shape 245"/>
        <p:cNvGrpSpPr/>
        <p:nvPr/>
      </p:nvGrpSpPr>
      <p:grpSpPr>
        <a:xfrm>
          <a:off x="0" y="0"/>
          <a:ext cx="0" cy="0"/>
          <a:chOff x="0" y="0"/>
          <a:chExt cx="0" cy="0"/>
        </a:xfrm>
      </p:grpSpPr>
      <p:pic>
        <p:nvPicPr>
          <p:cNvPr id="246" name="Google Shape;246;p51"/>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47" name="Google Shape;247;p51"/>
          <p:cNvSpPr/>
          <p:nvPr/>
        </p:nvSpPr>
        <p:spPr>
          <a:xfrm>
            <a:off x="5908325"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8" name="Google Shape;248;p51"/>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lide - Screenshot Left">
  <p:cSld name="Title Slide_11_2_1">
    <p:spTree>
      <p:nvGrpSpPr>
        <p:cNvPr id="1" name="Shape 249"/>
        <p:cNvGrpSpPr/>
        <p:nvPr/>
      </p:nvGrpSpPr>
      <p:grpSpPr>
        <a:xfrm>
          <a:off x="0" y="0"/>
          <a:ext cx="0" cy="0"/>
          <a:chOff x="0" y="0"/>
          <a:chExt cx="0" cy="0"/>
        </a:xfrm>
      </p:grpSpPr>
      <p:sp>
        <p:nvSpPr>
          <p:cNvPr id="250" name="Google Shape;250;p52"/>
          <p:cNvSpPr/>
          <p:nvPr/>
        </p:nvSpPr>
        <p:spPr>
          <a:xfrm>
            <a:off x="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1" name="Google Shape;251;p52"/>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lide - Blue Bar Right">
  <p:cSld name="Title Slide_11_2_1_1">
    <p:spTree>
      <p:nvGrpSpPr>
        <p:cNvPr id="1" name="Shape 252"/>
        <p:cNvGrpSpPr/>
        <p:nvPr/>
      </p:nvGrpSpPr>
      <p:grpSpPr>
        <a:xfrm>
          <a:off x="0" y="0"/>
          <a:ext cx="0" cy="0"/>
          <a:chOff x="0" y="0"/>
          <a:chExt cx="0" cy="0"/>
        </a:xfrm>
      </p:grpSpPr>
      <p:pic>
        <p:nvPicPr>
          <p:cNvPr id="253" name="Google Shape;253;p53"/>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54" name="Google Shape;254;p53"/>
          <p:cNvSpPr/>
          <p:nvPr/>
        </p:nvSpPr>
        <p:spPr>
          <a:xfrm>
            <a:off x="590850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5" name="Google Shape;255;p53"/>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lide - Blue Bar Left">
  <p:cSld name="Title Slide_11_2_1_1_1">
    <p:spTree>
      <p:nvGrpSpPr>
        <p:cNvPr id="1" name="Shape 256"/>
        <p:cNvGrpSpPr/>
        <p:nvPr/>
      </p:nvGrpSpPr>
      <p:grpSpPr>
        <a:xfrm>
          <a:off x="0" y="0"/>
          <a:ext cx="0" cy="0"/>
          <a:chOff x="0" y="0"/>
          <a:chExt cx="0" cy="0"/>
        </a:xfrm>
      </p:grpSpPr>
      <p:sp>
        <p:nvSpPr>
          <p:cNvPr id="257" name="Google Shape;257;p54"/>
          <p:cNvSpPr/>
          <p:nvPr/>
        </p:nvSpPr>
        <p:spPr>
          <a:xfrm>
            <a:off x="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8" name="Google Shape;258;p54"/>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ransition: Blue ">
  <p:cSld name="Title Slide_11_1">
    <p:spTree>
      <p:nvGrpSpPr>
        <p:cNvPr id="1" name="Shape 259"/>
        <p:cNvGrpSpPr/>
        <p:nvPr/>
      </p:nvGrpSpPr>
      <p:grpSpPr>
        <a:xfrm>
          <a:off x="0" y="0"/>
          <a:ext cx="0" cy="0"/>
          <a:chOff x="0" y="0"/>
          <a:chExt cx="0" cy="0"/>
        </a:xfrm>
      </p:grpSpPr>
      <p:pic>
        <p:nvPicPr>
          <p:cNvPr id="260" name="Google Shape;260;p55"/>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61" name="Google Shape;261;p55"/>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55"/>
          <p:cNvSpPr txBox="1">
            <a:spLocks noGrp="1"/>
          </p:cNvSpPr>
          <p:nvPr>
            <p:ph type="title"/>
          </p:nvPr>
        </p:nvSpPr>
        <p:spPr>
          <a:xfrm>
            <a:off x="1280160" y="2252400"/>
            <a:ext cx="7159200" cy="662400"/>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63" name="Google Shape;263;p55"/>
          <p:cNvPicPr preferRelativeResize="0"/>
          <p:nvPr/>
        </p:nvPicPr>
        <p:blipFill rotWithShape="1">
          <a:blip r:embed="rId3">
            <a:alphaModFix/>
          </a:blip>
          <a:srcRect l="13198" t="12349" r="12739" b="13257"/>
          <a:stretch/>
        </p:blipFill>
        <p:spPr>
          <a:xfrm>
            <a:off x="594360" y="2374667"/>
            <a:ext cx="392400" cy="394158"/>
          </a:xfrm>
          <a:prstGeom prst="rect">
            <a:avLst/>
          </a:prstGeom>
          <a:noFill/>
          <a:ln>
            <a:noFill/>
          </a:ln>
        </p:spPr>
      </p:pic>
      <p:pic>
        <p:nvPicPr>
          <p:cNvPr id="264" name="Google Shape;264;p55"/>
          <p:cNvPicPr preferRelativeResize="0"/>
          <p:nvPr/>
        </p:nvPicPr>
        <p:blipFill>
          <a:blip r:embed="rId4">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ransition: Blue Subtitle">
  <p:cSld name="Title Slide_11_1_3">
    <p:spTree>
      <p:nvGrpSpPr>
        <p:cNvPr id="1" name="Shape 265"/>
        <p:cNvGrpSpPr/>
        <p:nvPr/>
      </p:nvGrpSpPr>
      <p:grpSpPr>
        <a:xfrm>
          <a:off x="0" y="0"/>
          <a:ext cx="0" cy="0"/>
          <a:chOff x="0" y="0"/>
          <a:chExt cx="0" cy="0"/>
        </a:xfrm>
      </p:grpSpPr>
      <p:pic>
        <p:nvPicPr>
          <p:cNvPr id="266" name="Google Shape;266;p56"/>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67" name="Google Shape;267;p56"/>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6"/>
          <p:cNvSpPr txBox="1">
            <a:spLocks noGrp="1"/>
          </p:cNvSpPr>
          <p:nvPr>
            <p:ph type="title"/>
          </p:nvPr>
        </p:nvSpPr>
        <p:spPr>
          <a:xfrm>
            <a:off x="1280160" y="1980838"/>
            <a:ext cx="7159200" cy="6624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69" name="Google Shape;269;p56"/>
          <p:cNvPicPr preferRelativeResize="0"/>
          <p:nvPr/>
        </p:nvPicPr>
        <p:blipFill rotWithShape="1">
          <a:blip r:embed="rId3">
            <a:alphaModFix/>
          </a:blip>
          <a:srcRect l="13198" t="12349" r="12739" b="13257"/>
          <a:stretch/>
        </p:blipFill>
        <p:spPr>
          <a:xfrm>
            <a:off x="594360" y="2114954"/>
            <a:ext cx="392400" cy="394158"/>
          </a:xfrm>
          <a:prstGeom prst="rect">
            <a:avLst/>
          </a:prstGeom>
          <a:noFill/>
          <a:ln>
            <a:noFill/>
          </a:ln>
        </p:spPr>
      </p:pic>
      <p:sp>
        <p:nvSpPr>
          <p:cNvPr id="270" name="Google Shape;270;p56"/>
          <p:cNvSpPr/>
          <p:nvPr/>
        </p:nvSpPr>
        <p:spPr>
          <a:xfrm>
            <a:off x="558425" y="2752200"/>
            <a:ext cx="7909500" cy="90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6"/>
          <p:cNvSpPr txBox="1">
            <a:spLocks noGrp="1"/>
          </p:cNvSpPr>
          <p:nvPr>
            <p:ph type="subTitle" idx="1"/>
          </p:nvPr>
        </p:nvSpPr>
        <p:spPr>
          <a:xfrm>
            <a:off x="788075" y="2886363"/>
            <a:ext cx="7269900" cy="300000"/>
          </a:xfrm>
          <a:prstGeom prst="rect">
            <a:avLst/>
          </a:prstGeom>
        </p:spPr>
        <p:txBody>
          <a:bodyPr spcFirstLastPara="1" wrap="square" lIns="0" tIns="0" rIns="0" bIns="0" anchor="ctr" anchorCtr="0">
            <a:noAutofit/>
          </a:bodyPr>
          <a:lstStyle>
            <a:lvl1pPr lvl="0" rtl="0">
              <a:spcBef>
                <a:spcPts val="0"/>
              </a:spcBef>
              <a:spcAft>
                <a:spcPts val="0"/>
              </a:spcAft>
              <a:buClr>
                <a:schemeClr val="lt1"/>
              </a:buClr>
              <a:buSzPts val="1500"/>
              <a:buFont typeface="Manrope Light"/>
              <a:buNone/>
              <a:defRPr sz="1500">
                <a:solidFill>
                  <a:schemeClr val="lt1"/>
                </a:solidFill>
                <a:latin typeface="Manrope Light"/>
                <a:ea typeface="Manrope Light"/>
                <a:cs typeface="Manrope Light"/>
                <a:sym typeface="Manrope Light"/>
              </a:defRPr>
            </a:lvl1pPr>
            <a:lvl2pPr lvl="1" rtl="0">
              <a:spcBef>
                <a:spcPts val="900"/>
              </a:spcBef>
              <a:spcAft>
                <a:spcPts val="0"/>
              </a:spcAft>
              <a:buSzPts val="1100"/>
              <a:buNone/>
              <a:defRPr/>
            </a:lvl2pPr>
            <a:lvl3pPr lvl="2" rtl="0">
              <a:spcBef>
                <a:spcPts val="900"/>
              </a:spcBef>
              <a:spcAft>
                <a:spcPts val="0"/>
              </a:spcAft>
              <a:buSzPts val="1100"/>
              <a:buNone/>
              <a:defRPr/>
            </a:lvl3pPr>
            <a:lvl4pPr lvl="3" rtl="0">
              <a:spcBef>
                <a:spcPts val="500"/>
              </a:spcBef>
              <a:spcAft>
                <a:spcPts val="0"/>
              </a:spcAft>
              <a:buSzPts val="1100"/>
              <a:buNone/>
              <a:defRPr/>
            </a:lvl4pPr>
            <a:lvl5pPr lvl="4" rtl="0">
              <a:spcBef>
                <a:spcPts val="500"/>
              </a:spcBef>
              <a:spcAft>
                <a:spcPts val="0"/>
              </a:spcAft>
              <a:buSzPts val="1100"/>
              <a:buNone/>
              <a:defRPr/>
            </a:lvl5pPr>
            <a:lvl6pPr lvl="5" rtl="0">
              <a:spcBef>
                <a:spcPts val="500"/>
              </a:spcBef>
              <a:spcAft>
                <a:spcPts val="0"/>
              </a:spcAft>
              <a:buSzPts val="1100"/>
              <a:buNone/>
              <a:defRPr/>
            </a:lvl6pPr>
            <a:lvl7pPr lvl="6" rtl="0">
              <a:spcBef>
                <a:spcPts val="500"/>
              </a:spcBef>
              <a:spcAft>
                <a:spcPts val="0"/>
              </a:spcAft>
              <a:buSzPts val="1100"/>
              <a:buNone/>
              <a:defRPr/>
            </a:lvl7pPr>
            <a:lvl8pPr lvl="7" rtl="0">
              <a:spcBef>
                <a:spcPts val="500"/>
              </a:spcBef>
              <a:spcAft>
                <a:spcPts val="0"/>
              </a:spcAft>
              <a:buSzPts val="1100"/>
              <a:buNone/>
              <a:defRPr/>
            </a:lvl8pPr>
            <a:lvl9pPr lvl="8" rtl="0">
              <a:spcBef>
                <a:spcPts val="500"/>
              </a:spcBef>
              <a:spcAft>
                <a:spcPts val="0"/>
              </a:spcAft>
              <a:buSzPts val="1100"/>
              <a:buNone/>
              <a:defRPr/>
            </a:lvl9pPr>
          </a:lstStyle>
          <a:p>
            <a:endParaRPr/>
          </a:p>
        </p:txBody>
      </p:sp>
      <p:pic>
        <p:nvPicPr>
          <p:cNvPr id="272" name="Google Shape;272;p56"/>
          <p:cNvPicPr preferRelativeResize="0"/>
          <p:nvPr/>
        </p:nvPicPr>
        <p:blipFill>
          <a:blip r:embed="rId4">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ransition: Blue Blank">
  <p:cSld name="Title Slide_11_1_2">
    <p:spTree>
      <p:nvGrpSpPr>
        <p:cNvPr id="1" name="Shape 273"/>
        <p:cNvGrpSpPr/>
        <p:nvPr/>
      </p:nvGrpSpPr>
      <p:grpSpPr>
        <a:xfrm>
          <a:off x="0" y="0"/>
          <a:ext cx="0" cy="0"/>
          <a:chOff x="0" y="0"/>
          <a:chExt cx="0" cy="0"/>
        </a:xfrm>
      </p:grpSpPr>
      <p:pic>
        <p:nvPicPr>
          <p:cNvPr id="274" name="Google Shape;274;p57"/>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75" name="Google Shape;275;p57"/>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7"/>
          <p:cNvSpPr txBox="1">
            <a:spLocks noGrp="1"/>
          </p:cNvSpPr>
          <p:nvPr>
            <p:ph type="title"/>
          </p:nvPr>
        </p:nvSpPr>
        <p:spPr>
          <a:xfrm>
            <a:off x="594360" y="2252388"/>
            <a:ext cx="7159200" cy="6624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77" name="Google Shape;277;p57"/>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ransition: Black">
  <p:cSld name="Title Slide_11_1_1">
    <p:spTree>
      <p:nvGrpSpPr>
        <p:cNvPr id="1" name="Shape 278"/>
        <p:cNvGrpSpPr/>
        <p:nvPr/>
      </p:nvGrpSpPr>
      <p:grpSpPr>
        <a:xfrm>
          <a:off x="0" y="0"/>
          <a:ext cx="0" cy="0"/>
          <a:chOff x="0" y="0"/>
          <a:chExt cx="0" cy="0"/>
        </a:xfrm>
      </p:grpSpPr>
      <p:pic>
        <p:nvPicPr>
          <p:cNvPr id="279" name="Google Shape;279;p58"/>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80" name="Google Shape;280;p58"/>
          <p:cNvSpPr/>
          <p:nvPr/>
        </p:nvSpPr>
        <p:spPr>
          <a:xfrm>
            <a:off x="-37775" y="-18900"/>
            <a:ext cx="9255600" cy="52050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1" name="Google Shape;281;p58"/>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ransition: Black 1">
  <p:cSld name="Title Slide_11_1_1_1">
    <p:spTree>
      <p:nvGrpSpPr>
        <p:cNvPr id="1" name="Shape 282"/>
        <p:cNvGrpSpPr/>
        <p:nvPr/>
      </p:nvGrpSpPr>
      <p:grpSpPr>
        <a:xfrm>
          <a:off x="0" y="0"/>
          <a:ext cx="0" cy="0"/>
          <a:chOff x="0" y="0"/>
          <a:chExt cx="0" cy="0"/>
        </a:xfrm>
      </p:grpSpPr>
      <p:pic>
        <p:nvPicPr>
          <p:cNvPr id="283" name="Google Shape;283;p59"/>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lide - Columns (3)">
  <p:cSld name="Title Slide_11_1_1_1_2">
    <p:spTree>
      <p:nvGrpSpPr>
        <p:cNvPr id="1" name="Shape 284"/>
        <p:cNvGrpSpPr/>
        <p:nvPr/>
      </p:nvGrpSpPr>
      <p:grpSpPr>
        <a:xfrm>
          <a:off x="0" y="0"/>
          <a:ext cx="0" cy="0"/>
          <a:chOff x="0" y="0"/>
          <a:chExt cx="0" cy="0"/>
        </a:xfrm>
      </p:grpSpPr>
      <p:sp>
        <p:nvSpPr>
          <p:cNvPr id="285" name="Google Shape;285;p60"/>
          <p:cNvSpPr/>
          <p:nvPr/>
        </p:nvSpPr>
        <p:spPr>
          <a:xfrm rot="5400000" flipH="1">
            <a:off x="183055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86" name="Google Shape;286;p60"/>
          <p:cNvSpPr/>
          <p:nvPr/>
        </p:nvSpPr>
        <p:spPr>
          <a:xfrm rot="5400000" flipH="1">
            <a:off x="450405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287" name="Google Shape;287;p60"/>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lide - Columns (3) - Long Title">
  <p:cSld name="Title Slide_11_1_1_1_2_1">
    <p:spTree>
      <p:nvGrpSpPr>
        <p:cNvPr id="1" name="Shape 288"/>
        <p:cNvGrpSpPr/>
        <p:nvPr/>
      </p:nvGrpSpPr>
      <p:grpSpPr>
        <a:xfrm>
          <a:off x="0" y="0"/>
          <a:ext cx="0" cy="0"/>
          <a:chOff x="0" y="0"/>
          <a:chExt cx="0" cy="0"/>
        </a:xfrm>
      </p:grpSpPr>
      <p:sp>
        <p:nvSpPr>
          <p:cNvPr id="289" name="Google Shape;289;p61"/>
          <p:cNvSpPr/>
          <p:nvPr/>
        </p:nvSpPr>
        <p:spPr>
          <a:xfrm rot="5400000" flipH="1">
            <a:off x="1967050" y="3015200"/>
            <a:ext cx="2552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0" name="Google Shape;290;p61"/>
          <p:cNvSpPr/>
          <p:nvPr/>
        </p:nvSpPr>
        <p:spPr>
          <a:xfrm rot="5400000" flipH="1">
            <a:off x="4640550" y="3015200"/>
            <a:ext cx="2552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291" name="Google Shape;291;p61"/>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lide - Columns (4)">
  <p:cSld name="Title Slide_11_1_1_1_1">
    <p:spTree>
      <p:nvGrpSpPr>
        <p:cNvPr id="1" name="Shape 292"/>
        <p:cNvGrpSpPr/>
        <p:nvPr/>
      </p:nvGrpSpPr>
      <p:grpSpPr>
        <a:xfrm>
          <a:off x="0" y="0"/>
          <a:ext cx="0" cy="0"/>
          <a:chOff x="0" y="0"/>
          <a:chExt cx="0" cy="0"/>
        </a:xfrm>
      </p:grpSpPr>
      <p:sp>
        <p:nvSpPr>
          <p:cNvPr id="293" name="Google Shape;293;p62"/>
          <p:cNvSpPr/>
          <p:nvPr/>
        </p:nvSpPr>
        <p:spPr>
          <a:xfrm rot="5400000" flipH="1">
            <a:off x="1173519"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4" name="Google Shape;294;p62"/>
          <p:cNvSpPr/>
          <p:nvPr/>
        </p:nvSpPr>
        <p:spPr>
          <a:xfrm rot="5400000" flipH="1">
            <a:off x="518670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5" name="Google Shape;295;p62"/>
          <p:cNvSpPr/>
          <p:nvPr/>
        </p:nvSpPr>
        <p:spPr>
          <a:xfrm rot="5400000" flipH="1">
            <a:off x="3180094"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296" name="Google Shape;296;p62"/>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Slide - Columns (4) - Long Title">
  <p:cSld name="Title Slide_11_1_1_1_1_2">
    <p:spTree>
      <p:nvGrpSpPr>
        <p:cNvPr id="1" name="Shape 297"/>
        <p:cNvGrpSpPr/>
        <p:nvPr/>
      </p:nvGrpSpPr>
      <p:grpSpPr>
        <a:xfrm>
          <a:off x="0" y="0"/>
          <a:ext cx="0" cy="0"/>
          <a:chOff x="0" y="0"/>
          <a:chExt cx="0" cy="0"/>
        </a:xfrm>
      </p:grpSpPr>
      <p:sp>
        <p:nvSpPr>
          <p:cNvPr id="298" name="Google Shape;298;p63"/>
          <p:cNvSpPr/>
          <p:nvPr/>
        </p:nvSpPr>
        <p:spPr>
          <a:xfrm rot="5400000" flipH="1">
            <a:off x="1307775"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9" name="Google Shape;299;p63"/>
          <p:cNvSpPr/>
          <p:nvPr/>
        </p:nvSpPr>
        <p:spPr>
          <a:xfrm rot="5400000" flipH="1">
            <a:off x="5320950"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00" name="Google Shape;300;p63"/>
          <p:cNvSpPr/>
          <p:nvPr/>
        </p:nvSpPr>
        <p:spPr>
          <a:xfrm rot="5400000" flipH="1">
            <a:off x="3314344"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01" name="Google Shape;301;p63"/>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Slide - Columns (2)">
  <p:cSld name="Title Slide_11_1_1_1_1_1">
    <p:spTree>
      <p:nvGrpSpPr>
        <p:cNvPr id="1" name="Shape 302"/>
        <p:cNvGrpSpPr/>
        <p:nvPr/>
      </p:nvGrpSpPr>
      <p:grpSpPr>
        <a:xfrm>
          <a:off x="0" y="0"/>
          <a:ext cx="0" cy="0"/>
          <a:chOff x="0" y="0"/>
          <a:chExt cx="0" cy="0"/>
        </a:xfrm>
      </p:grpSpPr>
      <p:sp>
        <p:nvSpPr>
          <p:cNvPr id="303" name="Google Shape;303;p64"/>
          <p:cNvSpPr/>
          <p:nvPr/>
        </p:nvSpPr>
        <p:spPr>
          <a:xfrm rot="5400000" flipH="1">
            <a:off x="3180094"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04" name="Google Shape;304;p64"/>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lide - Columns (2) - Long Title">
  <p:cSld name="Title Slide_11_1_1_1_1_1_3">
    <p:spTree>
      <p:nvGrpSpPr>
        <p:cNvPr id="1" name="Shape 305"/>
        <p:cNvGrpSpPr/>
        <p:nvPr/>
      </p:nvGrpSpPr>
      <p:grpSpPr>
        <a:xfrm>
          <a:off x="0" y="0"/>
          <a:ext cx="0" cy="0"/>
          <a:chOff x="0" y="0"/>
          <a:chExt cx="0" cy="0"/>
        </a:xfrm>
      </p:grpSpPr>
      <p:sp>
        <p:nvSpPr>
          <p:cNvPr id="306" name="Google Shape;306;p65"/>
          <p:cNvSpPr/>
          <p:nvPr/>
        </p:nvSpPr>
        <p:spPr>
          <a:xfrm rot="5400000" flipH="1">
            <a:off x="3317194" y="3015788"/>
            <a:ext cx="25512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07" name="Google Shape;307;p65"/>
          <p:cNvSpPr/>
          <p:nvPr/>
        </p:nvSpPr>
        <p:spPr>
          <a:xfrm flipH="1">
            <a:off x="566444" y="1506688"/>
            <a:ext cx="80376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08" name="Google Shape;308;p65"/>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lide - Image (Left)">
  <p:cSld name="Title Slide_11_1_1_1_1_1_2">
    <p:spTree>
      <p:nvGrpSpPr>
        <p:cNvPr id="1" name="Shape 309"/>
        <p:cNvGrpSpPr/>
        <p:nvPr/>
      </p:nvGrpSpPr>
      <p:grpSpPr>
        <a:xfrm>
          <a:off x="0" y="0"/>
          <a:ext cx="0" cy="0"/>
          <a:chOff x="0" y="0"/>
          <a:chExt cx="0" cy="0"/>
        </a:xfrm>
      </p:grpSpPr>
      <p:pic>
        <p:nvPicPr>
          <p:cNvPr id="310" name="Google Shape;310;p66"/>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Slide - Image (Right)">
  <p:cSld name="Title Slide_11_1_1_1_1_1_2_1">
    <p:spTree>
      <p:nvGrpSpPr>
        <p:cNvPr id="1" name="Shape 311"/>
        <p:cNvGrpSpPr/>
        <p:nvPr/>
      </p:nvGrpSpPr>
      <p:grpSpPr>
        <a:xfrm>
          <a:off x="0" y="0"/>
          <a:ext cx="0" cy="0"/>
          <a:chOff x="0" y="0"/>
          <a:chExt cx="0" cy="0"/>
        </a:xfrm>
      </p:grpSpPr>
      <p:pic>
        <p:nvPicPr>
          <p:cNvPr id="312" name="Google Shape;312;p67"/>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Slide - Gartner (Left)">
  <p:cSld name="Title Slide_11_1_1_1_1_1_1_2">
    <p:spTree>
      <p:nvGrpSpPr>
        <p:cNvPr id="1" name="Shape 313"/>
        <p:cNvGrpSpPr/>
        <p:nvPr/>
      </p:nvGrpSpPr>
      <p:grpSpPr>
        <a:xfrm>
          <a:off x="0" y="0"/>
          <a:ext cx="0" cy="0"/>
          <a:chOff x="0" y="0"/>
          <a:chExt cx="0" cy="0"/>
        </a:xfrm>
      </p:grpSpPr>
      <p:sp>
        <p:nvSpPr>
          <p:cNvPr id="314" name="Google Shape;314;p68"/>
          <p:cNvSpPr/>
          <p:nvPr/>
        </p:nvSpPr>
        <p:spPr>
          <a:xfrm flipH="1">
            <a:off x="561851" y="2554663"/>
            <a:ext cx="5364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5" name="Google Shape;315;p68"/>
          <p:cNvSpPr/>
          <p:nvPr/>
        </p:nvSpPr>
        <p:spPr>
          <a:xfrm rot="5400000" flipH="1">
            <a:off x="1206992"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16" name="Google Shape;316;p68"/>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Slide - Gartner (Right">
  <p:cSld name="Title Slide_11_1_1_1_1_1_1_2_1">
    <p:spTree>
      <p:nvGrpSpPr>
        <p:cNvPr id="1" name="Shape 317"/>
        <p:cNvGrpSpPr/>
        <p:nvPr/>
      </p:nvGrpSpPr>
      <p:grpSpPr>
        <a:xfrm>
          <a:off x="0" y="0"/>
          <a:ext cx="0" cy="0"/>
          <a:chOff x="0" y="0"/>
          <a:chExt cx="0" cy="0"/>
        </a:xfrm>
      </p:grpSpPr>
      <p:sp>
        <p:nvSpPr>
          <p:cNvPr id="318" name="Google Shape;318;p69"/>
          <p:cNvSpPr/>
          <p:nvPr/>
        </p:nvSpPr>
        <p:spPr>
          <a:xfrm flipH="1">
            <a:off x="4146550" y="2554663"/>
            <a:ext cx="44613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9" name="Google Shape;319;p69"/>
          <p:cNvSpPr/>
          <p:nvPr/>
        </p:nvSpPr>
        <p:spPr>
          <a:xfrm rot="5400000" flipH="1">
            <a:off x="4340450" y="2564225"/>
            <a:ext cx="4073700" cy="150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20" name="Google Shape;320;p69"/>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Slide - Logos (9)">
  <p:cSld name="Title Slide_11_1_1_1_1_1_1_1_1">
    <p:spTree>
      <p:nvGrpSpPr>
        <p:cNvPr id="1" name="Shape 321"/>
        <p:cNvGrpSpPr/>
        <p:nvPr/>
      </p:nvGrpSpPr>
      <p:grpSpPr>
        <a:xfrm>
          <a:off x="0" y="0"/>
          <a:ext cx="0" cy="0"/>
          <a:chOff x="0" y="0"/>
          <a:chExt cx="0" cy="0"/>
        </a:xfrm>
      </p:grpSpPr>
      <p:sp>
        <p:nvSpPr>
          <p:cNvPr id="322" name="Google Shape;322;p70"/>
          <p:cNvSpPr/>
          <p:nvPr/>
        </p:nvSpPr>
        <p:spPr>
          <a:xfrm flipH="1">
            <a:off x="562037" y="1894456"/>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3" name="Google Shape;323;p70"/>
          <p:cNvSpPr/>
          <p:nvPr/>
        </p:nvSpPr>
        <p:spPr>
          <a:xfrm flipH="1">
            <a:off x="588848" y="3251525"/>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4" name="Google Shape;324;p70"/>
          <p:cNvSpPr/>
          <p:nvPr/>
        </p:nvSpPr>
        <p:spPr>
          <a:xfrm rot="5400000" flipH="1">
            <a:off x="1131135"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5" name="Google Shape;325;p70"/>
          <p:cNvSpPr/>
          <p:nvPr/>
        </p:nvSpPr>
        <p:spPr>
          <a:xfrm rot="5400000" flipH="1">
            <a:off x="-167278"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26" name="Google Shape;326;p70"/>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lide - Logos (12)">
  <p:cSld name="Title Slide_11_1_1_1_1_1_1_1_1_1_1">
    <p:spTree>
      <p:nvGrpSpPr>
        <p:cNvPr id="1" name="Shape 327"/>
        <p:cNvGrpSpPr/>
        <p:nvPr/>
      </p:nvGrpSpPr>
      <p:grpSpPr>
        <a:xfrm>
          <a:off x="0" y="0"/>
          <a:ext cx="0" cy="0"/>
          <a:chOff x="0" y="0"/>
          <a:chExt cx="0" cy="0"/>
        </a:xfrm>
      </p:grpSpPr>
      <p:sp>
        <p:nvSpPr>
          <p:cNvPr id="328" name="Google Shape;328;p71"/>
          <p:cNvSpPr/>
          <p:nvPr/>
        </p:nvSpPr>
        <p:spPr>
          <a:xfrm flipH="1">
            <a:off x="562037" y="1536981"/>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9" name="Google Shape;329;p71"/>
          <p:cNvSpPr/>
          <p:nvPr/>
        </p:nvSpPr>
        <p:spPr>
          <a:xfrm flipH="1">
            <a:off x="588848" y="2554638"/>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0" name="Google Shape;330;p71"/>
          <p:cNvSpPr/>
          <p:nvPr/>
        </p:nvSpPr>
        <p:spPr>
          <a:xfrm flipH="1">
            <a:off x="575098" y="3572300"/>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1" name="Google Shape;331;p71"/>
          <p:cNvSpPr/>
          <p:nvPr/>
        </p:nvSpPr>
        <p:spPr>
          <a:xfrm rot="5400000" flipH="1">
            <a:off x="1131135"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2" name="Google Shape;332;p71"/>
          <p:cNvSpPr/>
          <p:nvPr/>
        </p:nvSpPr>
        <p:spPr>
          <a:xfrm rot="5400000" flipH="1">
            <a:off x="-167278"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33" name="Google Shape;333;p71"/>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lide - Calendar">
  <p:cSld name="Title Slide_11_1_1_1_1_1_1_1_1_1_2">
    <p:spTree>
      <p:nvGrpSpPr>
        <p:cNvPr id="1" name="Shape 334"/>
        <p:cNvGrpSpPr/>
        <p:nvPr/>
      </p:nvGrpSpPr>
      <p:grpSpPr>
        <a:xfrm>
          <a:off x="0" y="0"/>
          <a:ext cx="0" cy="0"/>
          <a:chOff x="0" y="0"/>
          <a:chExt cx="0" cy="0"/>
        </a:xfrm>
      </p:grpSpPr>
      <p:sp>
        <p:nvSpPr>
          <p:cNvPr id="335" name="Google Shape;335;p72"/>
          <p:cNvSpPr/>
          <p:nvPr/>
        </p:nvSpPr>
        <p:spPr>
          <a:xfrm rot="5400000" flipH="1">
            <a:off x="2795004"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6" name="Google Shape;336;p72"/>
          <p:cNvSpPr/>
          <p:nvPr/>
        </p:nvSpPr>
        <p:spPr>
          <a:xfrm rot="5400000" flipH="1">
            <a:off x="4102551"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7" name="Google Shape;337;p72"/>
          <p:cNvSpPr/>
          <p:nvPr/>
        </p:nvSpPr>
        <p:spPr>
          <a:xfrm rot="5400000" flipH="1">
            <a:off x="5410108"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8" name="Google Shape;338;p72"/>
          <p:cNvSpPr/>
          <p:nvPr/>
        </p:nvSpPr>
        <p:spPr>
          <a:xfrm rot="5400000" flipH="1">
            <a:off x="1486167" y="269340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9" name="Google Shape;339;p72"/>
          <p:cNvSpPr/>
          <p:nvPr/>
        </p:nvSpPr>
        <p:spPr>
          <a:xfrm rot="5400000" flipH="1">
            <a:off x="175343" y="269340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0" name="Google Shape;340;p72"/>
          <p:cNvSpPr/>
          <p:nvPr/>
        </p:nvSpPr>
        <p:spPr>
          <a:xfrm rot="5400000" flipH="1">
            <a:off x="-1110847" y="2693425"/>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1" name="Google Shape;341;p72"/>
          <p:cNvSpPr/>
          <p:nvPr/>
        </p:nvSpPr>
        <p:spPr>
          <a:xfrm flipH="1">
            <a:off x="11095" y="257500"/>
            <a:ext cx="91275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2" name="Google Shape;342;p72"/>
          <p:cNvSpPr/>
          <p:nvPr/>
        </p:nvSpPr>
        <p:spPr>
          <a:xfrm flipH="1">
            <a:off x="2952" y="1237275"/>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43" name="Google Shape;343;p72"/>
          <p:cNvSpPr/>
          <p:nvPr/>
        </p:nvSpPr>
        <p:spPr>
          <a:xfrm flipH="1">
            <a:off x="25655" y="2202842"/>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4" name="Google Shape;344;p72"/>
          <p:cNvSpPr/>
          <p:nvPr/>
        </p:nvSpPr>
        <p:spPr>
          <a:xfrm flipH="1">
            <a:off x="109" y="3184608"/>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5" name="Google Shape;345;p72"/>
          <p:cNvSpPr/>
          <p:nvPr/>
        </p:nvSpPr>
        <p:spPr>
          <a:xfrm flipH="1">
            <a:off x="2950" y="4166125"/>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lide - Gant Chart">
  <p:cSld name="Title Slide_11_1_1_1_1_1_1_1_1_1_2_1">
    <p:spTree>
      <p:nvGrpSpPr>
        <p:cNvPr id="1" name="Shape 346"/>
        <p:cNvGrpSpPr/>
        <p:nvPr/>
      </p:nvGrpSpPr>
      <p:grpSpPr>
        <a:xfrm>
          <a:off x="0" y="0"/>
          <a:ext cx="0" cy="0"/>
          <a:chOff x="0" y="0"/>
          <a:chExt cx="0" cy="0"/>
        </a:xfrm>
      </p:grpSpPr>
      <p:sp>
        <p:nvSpPr>
          <p:cNvPr id="347" name="Google Shape;347;p73"/>
          <p:cNvSpPr/>
          <p:nvPr/>
        </p:nvSpPr>
        <p:spPr>
          <a:xfrm rot="5400000" flipH="1">
            <a:off x="-1824281"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48" name="Google Shape;348;p73"/>
          <p:cNvSpPr/>
          <p:nvPr/>
        </p:nvSpPr>
        <p:spPr>
          <a:xfrm rot="5400000" flipH="1">
            <a:off x="-1225998"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49" name="Google Shape;349;p73"/>
          <p:cNvSpPr/>
          <p:nvPr/>
        </p:nvSpPr>
        <p:spPr>
          <a:xfrm rot="5400000" flipH="1">
            <a:off x="-627716"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0" name="Google Shape;350;p73"/>
          <p:cNvSpPr/>
          <p:nvPr/>
        </p:nvSpPr>
        <p:spPr>
          <a:xfrm rot="5400000" flipH="1">
            <a:off x="-29433"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1" name="Google Shape;351;p73"/>
          <p:cNvSpPr/>
          <p:nvPr/>
        </p:nvSpPr>
        <p:spPr>
          <a:xfrm rot="5400000" flipH="1">
            <a:off x="568850"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2" name="Google Shape;352;p73"/>
          <p:cNvSpPr/>
          <p:nvPr/>
        </p:nvSpPr>
        <p:spPr>
          <a:xfrm rot="5400000" flipH="1">
            <a:off x="1167133"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3" name="Google Shape;353;p73"/>
          <p:cNvSpPr/>
          <p:nvPr/>
        </p:nvSpPr>
        <p:spPr>
          <a:xfrm rot="5400000" flipH="1">
            <a:off x="1765416"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4" name="Google Shape;354;p73"/>
          <p:cNvSpPr/>
          <p:nvPr/>
        </p:nvSpPr>
        <p:spPr>
          <a:xfrm rot="5400000" flipH="1">
            <a:off x="2363698"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5" name="Google Shape;355;p73"/>
          <p:cNvSpPr/>
          <p:nvPr/>
        </p:nvSpPr>
        <p:spPr>
          <a:xfrm rot="5400000" flipH="1">
            <a:off x="2961981"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6" name="Google Shape;356;p73"/>
          <p:cNvSpPr/>
          <p:nvPr/>
        </p:nvSpPr>
        <p:spPr>
          <a:xfrm rot="5400000" flipH="1">
            <a:off x="3560264"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7" name="Google Shape;357;p73"/>
          <p:cNvSpPr/>
          <p:nvPr/>
        </p:nvSpPr>
        <p:spPr>
          <a:xfrm rot="5400000" flipH="1">
            <a:off x="4158547"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8" name="Google Shape;358;p73"/>
          <p:cNvSpPr txBox="1"/>
          <p:nvPr/>
        </p:nvSpPr>
        <p:spPr>
          <a:xfrm>
            <a:off x="70406" y="114754"/>
            <a:ext cx="3216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JANUARY</a:t>
            </a:r>
            <a:endParaRPr sz="500">
              <a:solidFill>
                <a:srgbClr val="000000"/>
              </a:solidFill>
              <a:latin typeface="Mulish"/>
              <a:ea typeface="Mulish"/>
              <a:cs typeface="Mulish"/>
              <a:sym typeface="Mulish"/>
            </a:endParaRPr>
          </a:p>
        </p:txBody>
      </p:sp>
      <p:sp>
        <p:nvSpPr>
          <p:cNvPr id="359" name="Google Shape;359;p73"/>
          <p:cNvSpPr txBox="1"/>
          <p:nvPr/>
        </p:nvSpPr>
        <p:spPr>
          <a:xfrm>
            <a:off x="634950" y="114754"/>
            <a:ext cx="341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FEBRUARY</a:t>
            </a:r>
            <a:endParaRPr sz="500">
              <a:solidFill>
                <a:srgbClr val="000000"/>
              </a:solidFill>
              <a:latin typeface="Mulish"/>
              <a:ea typeface="Mulish"/>
              <a:cs typeface="Mulish"/>
              <a:sym typeface="Mulish"/>
            </a:endParaRPr>
          </a:p>
        </p:txBody>
      </p:sp>
      <p:sp>
        <p:nvSpPr>
          <p:cNvPr id="360" name="Google Shape;360;p73"/>
          <p:cNvSpPr txBox="1"/>
          <p:nvPr/>
        </p:nvSpPr>
        <p:spPr>
          <a:xfrm>
            <a:off x="1219519" y="114754"/>
            <a:ext cx="4620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MARCH</a:t>
            </a:r>
            <a:endParaRPr sz="500">
              <a:solidFill>
                <a:srgbClr val="000000"/>
              </a:solidFill>
              <a:latin typeface="Mulish"/>
              <a:ea typeface="Mulish"/>
              <a:cs typeface="Mulish"/>
              <a:sym typeface="Mulish"/>
            </a:endParaRPr>
          </a:p>
        </p:txBody>
      </p:sp>
      <p:sp>
        <p:nvSpPr>
          <p:cNvPr id="361" name="Google Shape;361;p73"/>
          <p:cNvSpPr txBox="1"/>
          <p:nvPr/>
        </p:nvSpPr>
        <p:spPr>
          <a:xfrm>
            <a:off x="1817794" y="114754"/>
            <a:ext cx="230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APRIL</a:t>
            </a:r>
            <a:endParaRPr sz="500">
              <a:solidFill>
                <a:srgbClr val="000000"/>
              </a:solidFill>
              <a:latin typeface="Mulish"/>
              <a:ea typeface="Mulish"/>
              <a:cs typeface="Mulish"/>
              <a:sym typeface="Mulish"/>
            </a:endParaRPr>
          </a:p>
        </p:txBody>
      </p:sp>
      <p:sp>
        <p:nvSpPr>
          <p:cNvPr id="362" name="Google Shape;362;p73"/>
          <p:cNvSpPr txBox="1"/>
          <p:nvPr/>
        </p:nvSpPr>
        <p:spPr>
          <a:xfrm>
            <a:off x="242630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MAY</a:t>
            </a:r>
            <a:endParaRPr sz="500">
              <a:solidFill>
                <a:srgbClr val="000000"/>
              </a:solidFill>
              <a:latin typeface="Mulish"/>
              <a:ea typeface="Mulish"/>
              <a:cs typeface="Mulish"/>
              <a:sym typeface="Mulish"/>
            </a:endParaRPr>
          </a:p>
        </p:txBody>
      </p:sp>
      <p:sp>
        <p:nvSpPr>
          <p:cNvPr id="363" name="Google Shape;363;p73"/>
          <p:cNvSpPr txBox="1"/>
          <p:nvPr/>
        </p:nvSpPr>
        <p:spPr>
          <a:xfrm>
            <a:off x="3014353"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JUNE</a:t>
            </a:r>
            <a:endParaRPr sz="500">
              <a:solidFill>
                <a:srgbClr val="000000"/>
              </a:solidFill>
              <a:latin typeface="Mulish"/>
              <a:ea typeface="Mulish"/>
              <a:cs typeface="Mulish"/>
              <a:sym typeface="Mulish"/>
            </a:endParaRPr>
          </a:p>
        </p:txBody>
      </p:sp>
      <p:sp>
        <p:nvSpPr>
          <p:cNvPr id="364" name="Google Shape;364;p73"/>
          <p:cNvSpPr txBox="1"/>
          <p:nvPr/>
        </p:nvSpPr>
        <p:spPr>
          <a:xfrm>
            <a:off x="3612638"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JULY</a:t>
            </a:r>
            <a:endParaRPr sz="500">
              <a:solidFill>
                <a:srgbClr val="000000"/>
              </a:solidFill>
              <a:latin typeface="Mulish"/>
              <a:ea typeface="Mulish"/>
              <a:cs typeface="Mulish"/>
              <a:sym typeface="Mulish"/>
            </a:endParaRPr>
          </a:p>
        </p:txBody>
      </p:sp>
      <p:sp>
        <p:nvSpPr>
          <p:cNvPr id="365" name="Google Shape;365;p73"/>
          <p:cNvSpPr txBox="1"/>
          <p:nvPr/>
        </p:nvSpPr>
        <p:spPr>
          <a:xfrm>
            <a:off x="4210922"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AUGUST</a:t>
            </a:r>
            <a:endParaRPr sz="500">
              <a:solidFill>
                <a:srgbClr val="000000"/>
              </a:solidFill>
              <a:latin typeface="Mulish"/>
              <a:ea typeface="Mulish"/>
              <a:cs typeface="Mulish"/>
              <a:sym typeface="Mulish"/>
            </a:endParaRPr>
          </a:p>
        </p:txBody>
      </p:sp>
      <p:sp>
        <p:nvSpPr>
          <p:cNvPr id="366" name="Google Shape;366;p73"/>
          <p:cNvSpPr txBox="1"/>
          <p:nvPr/>
        </p:nvSpPr>
        <p:spPr>
          <a:xfrm>
            <a:off x="4809197"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SEPTEMBER</a:t>
            </a:r>
            <a:endParaRPr sz="500">
              <a:solidFill>
                <a:srgbClr val="000000"/>
              </a:solidFill>
              <a:latin typeface="Mulish"/>
              <a:ea typeface="Mulish"/>
              <a:cs typeface="Mulish"/>
              <a:sym typeface="Mulish"/>
            </a:endParaRPr>
          </a:p>
        </p:txBody>
      </p:sp>
      <p:sp>
        <p:nvSpPr>
          <p:cNvPr id="367" name="Google Shape;367;p73"/>
          <p:cNvSpPr txBox="1"/>
          <p:nvPr/>
        </p:nvSpPr>
        <p:spPr>
          <a:xfrm>
            <a:off x="539189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OCTOBER</a:t>
            </a:r>
            <a:endParaRPr sz="500">
              <a:solidFill>
                <a:srgbClr val="000000"/>
              </a:solidFill>
              <a:latin typeface="Mulish"/>
              <a:ea typeface="Mulish"/>
              <a:cs typeface="Mulish"/>
              <a:sym typeface="Mulish"/>
            </a:endParaRPr>
          </a:p>
        </p:txBody>
      </p:sp>
      <p:sp>
        <p:nvSpPr>
          <p:cNvPr id="368" name="Google Shape;368;p73"/>
          <p:cNvSpPr txBox="1"/>
          <p:nvPr/>
        </p:nvSpPr>
        <p:spPr>
          <a:xfrm>
            <a:off x="600576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NOVEMBER</a:t>
            </a:r>
            <a:endParaRPr sz="500">
              <a:solidFill>
                <a:srgbClr val="000000"/>
              </a:solidFill>
              <a:latin typeface="Mulish"/>
              <a:ea typeface="Mulish"/>
              <a:cs typeface="Mulish"/>
              <a:sym typeface="Mulish"/>
            </a:endParaRPr>
          </a:p>
        </p:txBody>
      </p:sp>
      <p:sp>
        <p:nvSpPr>
          <p:cNvPr id="369" name="Google Shape;369;p73"/>
          <p:cNvSpPr txBox="1"/>
          <p:nvPr/>
        </p:nvSpPr>
        <p:spPr>
          <a:xfrm>
            <a:off x="660404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DECEMBER</a:t>
            </a:r>
            <a:endParaRPr sz="500">
              <a:solidFill>
                <a:srgbClr val="000000"/>
              </a:solidFill>
              <a:latin typeface="Mulish"/>
              <a:ea typeface="Mulish"/>
              <a:cs typeface="Mulish"/>
              <a:sym typeface="Mulish"/>
            </a:endParaRPr>
          </a:p>
        </p:txBody>
      </p:sp>
      <p:sp>
        <p:nvSpPr>
          <p:cNvPr id="370" name="Google Shape;370;p73"/>
          <p:cNvSpPr/>
          <p:nvPr/>
        </p:nvSpPr>
        <p:spPr>
          <a:xfrm flipH="1">
            <a:off x="7" y="239147"/>
            <a:ext cx="72009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1" name="Google Shape;371;p73"/>
          <p:cNvSpPr/>
          <p:nvPr/>
        </p:nvSpPr>
        <p:spPr>
          <a:xfrm rot="5400000" flipH="1">
            <a:off x="4633950" y="2561400"/>
            <a:ext cx="51504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2" name="Google Shape;372;p73"/>
          <p:cNvSpPr/>
          <p:nvPr/>
        </p:nvSpPr>
        <p:spPr>
          <a:xfrm>
            <a:off x="7216050" y="-100"/>
            <a:ext cx="1928100" cy="5143500"/>
          </a:xfrm>
          <a:prstGeom prst="rect">
            <a:avLst/>
          </a:prstGeom>
          <a:solidFill>
            <a:schemeClr val="l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
    <p:spTree>
      <p:nvGrpSpPr>
        <p:cNvPr id="1" name="Shape 373"/>
        <p:cNvGrpSpPr/>
        <p:nvPr/>
      </p:nvGrpSpPr>
      <p:grpSpPr>
        <a:xfrm>
          <a:off x="0" y="0"/>
          <a:ext cx="0" cy="0"/>
          <a:chOff x="0" y="0"/>
          <a:chExt cx="0" cy="0"/>
        </a:xfrm>
      </p:grpSpPr>
      <p:sp>
        <p:nvSpPr>
          <p:cNvPr id="374" name="Google Shape;374;p74"/>
          <p:cNvSpPr/>
          <p:nvPr/>
        </p:nvSpPr>
        <p:spPr>
          <a:xfrm rot="5400000" flipH="1">
            <a:off x="-166919" y="2545774"/>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5" name="Google Shape;375;p74"/>
          <p:cNvSpPr/>
          <p:nvPr/>
        </p:nvSpPr>
        <p:spPr>
          <a:xfrm rot="5400000" flipH="1">
            <a:off x="2235139" y="2564700"/>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6" name="Google Shape;376;p74"/>
          <p:cNvSpPr/>
          <p:nvPr/>
        </p:nvSpPr>
        <p:spPr>
          <a:xfrm rot="5400000" flipH="1">
            <a:off x="4637231" y="2545774"/>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7" name="Google Shape;377;p74"/>
          <p:cNvSpPr/>
          <p:nvPr/>
        </p:nvSpPr>
        <p:spPr>
          <a:xfrm flipH="1">
            <a:off x="5813" y="223031"/>
            <a:ext cx="91209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8" name="Google Shape;378;p74"/>
          <p:cNvSpPr/>
          <p:nvPr/>
        </p:nvSpPr>
        <p:spPr>
          <a:xfrm>
            <a:off x="7216050" y="-100"/>
            <a:ext cx="1928100" cy="5143500"/>
          </a:xfrm>
          <a:prstGeom prst="rect">
            <a:avLst/>
          </a:prstGeom>
          <a:solidFill>
            <a:schemeClr val="l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_1">
    <p:spTree>
      <p:nvGrpSpPr>
        <p:cNvPr id="1" name="Shape 379"/>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lide - Month Gant Chart">
  <p:cSld name="Title Slide_11_1_1_1_1_1_1_1_1_1_2_1_1_2">
    <p:spTree>
      <p:nvGrpSpPr>
        <p:cNvPr id="1" name="Shape 380"/>
        <p:cNvGrpSpPr/>
        <p:nvPr/>
      </p:nvGrpSpPr>
      <p:grpSpPr>
        <a:xfrm>
          <a:off x="0" y="0"/>
          <a:ext cx="0" cy="0"/>
          <a:chOff x="0" y="0"/>
          <a:chExt cx="0" cy="0"/>
        </a:xfrm>
      </p:grpSpPr>
      <p:sp>
        <p:nvSpPr>
          <p:cNvPr id="381" name="Google Shape;381;p76"/>
          <p:cNvSpPr/>
          <p:nvPr/>
        </p:nvSpPr>
        <p:spPr>
          <a:xfrm rot="5400000" flipH="1">
            <a:off x="-1025140" y="2556469"/>
            <a:ext cx="51435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82" name="Google Shape;382;p76"/>
          <p:cNvSpPr/>
          <p:nvPr/>
        </p:nvSpPr>
        <p:spPr>
          <a:xfrm flipH="1">
            <a:off x="11625" y="223031"/>
            <a:ext cx="91209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lide_19">
  <p:cSld name="Slide_19">
    <p:bg>
      <p:bgPr>
        <a:solidFill>
          <a:schemeClr val="lt1"/>
        </a:solidFill>
        <a:effectLst/>
      </p:bgPr>
    </p:bg>
    <p:spTree>
      <p:nvGrpSpPr>
        <p:cNvPr id="1" name="Shape 383"/>
        <p:cNvGrpSpPr/>
        <p:nvPr/>
      </p:nvGrpSpPr>
      <p:grpSpPr>
        <a:xfrm>
          <a:off x="0" y="0"/>
          <a:ext cx="0" cy="0"/>
          <a:chOff x="0" y="0"/>
          <a:chExt cx="0" cy="0"/>
        </a:xfrm>
      </p:grpSpPr>
      <p:grpSp>
        <p:nvGrpSpPr>
          <p:cNvPr id="384" name="Google Shape;384;p77"/>
          <p:cNvGrpSpPr/>
          <p:nvPr/>
        </p:nvGrpSpPr>
        <p:grpSpPr>
          <a:xfrm>
            <a:off x="8531945" y="67089"/>
            <a:ext cx="521100" cy="517950"/>
            <a:chOff x="10290147" y="241852"/>
            <a:chExt cx="694800" cy="690600"/>
          </a:xfrm>
        </p:grpSpPr>
        <p:sp>
          <p:nvSpPr>
            <p:cNvPr id="385" name="Google Shape;385;p77"/>
            <p:cNvSpPr/>
            <p:nvPr/>
          </p:nvSpPr>
          <p:spPr>
            <a:xfrm>
              <a:off x="10290147" y="241852"/>
              <a:ext cx="694800" cy="690600"/>
            </a:xfrm>
            <a:prstGeom prst="ellipse">
              <a:avLst/>
            </a:prstGeom>
            <a:solidFill>
              <a:srgbClr val="02024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386" name="Google Shape;386;p77" descr="Icon&#10;&#10;Description automatically generated"/>
            <p:cNvPicPr preferRelativeResize="0"/>
            <p:nvPr/>
          </p:nvPicPr>
          <p:blipFill rotWithShape="1">
            <a:blip r:embed="rId2">
              <a:alphaModFix/>
            </a:blip>
            <a:srcRect/>
            <a:stretch/>
          </p:blipFill>
          <p:spPr>
            <a:xfrm>
              <a:off x="10459612" y="409155"/>
              <a:ext cx="356014" cy="356014"/>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ransition: Blue  1">
  <p:cSld name="Transition: Blue ">
    <p:spTree>
      <p:nvGrpSpPr>
        <p:cNvPr id="1" name="Shape 387"/>
        <p:cNvGrpSpPr/>
        <p:nvPr/>
      </p:nvGrpSpPr>
      <p:grpSpPr>
        <a:xfrm>
          <a:off x="0" y="0"/>
          <a:ext cx="0" cy="0"/>
          <a:chOff x="0" y="0"/>
          <a:chExt cx="0" cy="0"/>
        </a:xfrm>
      </p:grpSpPr>
      <p:pic>
        <p:nvPicPr>
          <p:cNvPr id="388" name="Google Shape;388;p78"/>
          <p:cNvPicPr preferRelativeResize="0"/>
          <p:nvPr/>
        </p:nvPicPr>
        <p:blipFill rotWithShape="1">
          <a:blip r:embed="rId2">
            <a:alphaModFix/>
          </a:blip>
          <a:srcRect/>
          <a:stretch/>
        </p:blipFill>
        <p:spPr>
          <a:xfrm>
            <a:off x="8539450" y="170025"/>
            <a:ext cx="425075" cy="425075"/>
          </a:xfrm>
          <a:prstGeom prst="rect">
            <a:avLst/>
          </a:prstGeom>
          <a:noFill/>
          <a:ln>
            <a:noFill/>
          </a:ln>
        </p:spPr>
      </p:pic>
      <p:sp>
        <p:nvSpPr>
          <p:cNvPr id="389" name="Google Shape;389;p78"/>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78"/>
          <p:cNvSpPr txBox="1">
            <a:spLocks noGrp="1"/>
          </p:cNvSpPr>
          <p:nvPr>
            <p:ph type="title"/>
          </p:nvPr>
        </p:nvSpPr>
        <p:spPr>
          <a:xfrm>
            <a:off x="1280160" y="2252400"/>
            <a:ext cx="7159200" cy="662400"/>
          </a:xfrm>
          <a:prstGeom prst="rect">
            <a:avLst/>
          </a:prstGeom>
          <a:noFill/>
          <a:ln>
            <a:noFill/>
          </a:ln>
        </p:spPr>
        <p:txBody>
          <a:bodyPr spcFirstLastPara="1" wrap="square" lIns="0" tIns="0" rIns="0" bIns="0" anchor="ctr" anchorCtr="0">
            <a:normAutofit/>
          </a:bodyPr>
          <a:lstStyle>
            <a:lvl1pPr marR="0" lvl="0" algn="l">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391" name="Google Shape;391;p78"/>
          <p:cNvPicPr preferRelativeResize="0"/>
          <p:nvPr/>
        </p:nvPicPr>
        <p:blipFill rotWithShape="1">
          <a:blip r:embed="rId3">
            <a:alphaModFix/>
          </a:blip>
          <a:srcRect l="13198" t="12349" r="12739" b="13257"/>
          <a:stretch/>
        </p:blipFill>
        <p:spPr>
          <a:xfrm>
            <a:off x="594360" y="2374667"/>
            <a:ext cx="392400" cy="394158"/>
          </a:xfrm>
          <a:prstGeom prst="rect">
            <a:avLst/>
          </a:prstGeom>
          <a:noFill/>
          <a:ln>
            <a:noFill/>
          </a:ln>
        </p:spPr>
      </p:pic>
      <p:pic>
        <p:nvPicPr>
          <p:cNvPr id="392" name="Google Shape;392;p78"/>
          <p:cNvPicPr preferRelativeResize="0"/>
          <p:nvPr/>
        </p:nvPicPr>
        <p:blipFill rotWithShape="1">
          <a:blip r:embed="rId4">
            <a:alphaModFix/>
          </a:blip>
          <a:srcRect/>
          <a:stretch/>
        </p:blipFill>
        <p:spPr>
          <a:xfrm>
            <a:off x="8650224" y="164592"/>
            <a:ext cx="329183" cy="329185"/>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96"/>
        <p:cNvGrpSpPr/>
        <p:nvPr/>
      </p:nvGrpSpPr>
      <p:grpSpPr>
        <a:xfrm>
          <a:off x="0" y="0"/>
          <a:ext cx="0" cy="0"/>
          <a:chOff x="0" y="0"/>
          <a:chExt cx="0" cy="0"/>
        </a:xfrm>
      </p:grpSpPr>
      <p:pic>
        <p:nvPicPr>
          <p:cNvPr id="397" name="Google Shape;397;p80"/>
          <p:cNvPicPr preferRelativeResize="0"/>
          <p:nvPr/>
        </p:nvPicPr>
        <p:blipFill rotWithShape="1">
          <a:blip r:embed="rId2">
            <a:alphaModFix/>
          </a:blip>
          <a:srcRect b="15605"/>
          <a:stretch/>
        </p:blipFill>
        <p:spPr>
          <a:xfrm>
            <a:off x="25" y="0"/>
            <a:ext cx="9144003" cy="5143501"/>
          </a:xfrm>
          <a:prstGeom prst="rect">
            <a:avLst/>
          </a:prstGeom>
          <a:noFill/>
          <a:ln>
            <a:noFill/>
          </a:ln>
        </p:spPr>
      </p:pic>
      <p:sp>
        <p:nvSpPr>
          <p:cNvPr id="398" name="Google Shape;398;p80"/>
          <p:cNvSpPr txBox="1"/>
          <p:nvPr/>
        </p:nvSpPr>
        <p:spPr>
          <a:xfrm>
            <a:off x="514350" y="2189024"/>
            <a:ext cx="8115300" cy="610500"/>
          </a:xfrm>
          <a:prstGeom prst="rect">
            <a:avLst/>
          </a:prstGeom>
          <a:noFill/>
          <a:ln>
            <a:noFill/>
          </a:ln>
        </p:spPr>
        <p:txBody>
          <a:bodyPr spcFirstLastPara="1" wrap="square" lIns="91425" tIns="91425" rIns="91425" bIns="91425" anchor="ctr" anchorCtr="0">
            <a:normAutofit lnSpcReduction="10000"/>
          </a:bodyPr>
          <a:lstStyle/>
          <a:p>
            <a:pPr marL="0" lvl="0" indent="0" algn="l" rtl="0">
              <a:lnSpc>
                <a:spcPct val="90000"/>
              </a:lnSpc>
              <a:spcBef>
                <a:spcPts val="0"/>
              </a:spcBef>
              <a:spcAft>
                <a:spcPts val="0"/>
              </a:spcAft>
              <a:buNone/>
            </a:pPr>
            <a:endParaRPr sz="3200">
              <a:solidFill>
                <a:srgbClr val="FFFFFF"/>
              </a:solidFill>
              <a:latin typeface="Manrope"/>
              <a:ea typeface="Manrope"/>
              <a:cs typeface="Manrope"/>
              <a:sym typeface="Manrope"/>
            </a:endParaRPr>
          </a:p>
        </p:txBody>
      </p:sp>
      <p:sp>
        <p:nvSpPr>
          <p:cNvPr id="399" name="Google Shape;399;p80"/>
          <p:cNvSpPr txBox="1"/>
          <p:nvPr/>
        </p:nvSpPr>
        <p:spPr>
          <a:xfrm>
            <a:off x="5064050" y="4695950"/>
            <a:ext cx="3657600" cy="1338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600">
                <a:solidFill>
                  <a:schemeClr val="lt1"/>
                </a:solidFill>
                <a:latin typeface="Mulish Light"/>
                <a:ea typeface="Mulish Light"/>
                <a:cs typeface="Mulish Light"/>
                <a:sym typeface="Mulish Light"/>
              </a:rPr>
              <a:t>© Orca Security. All rights reserved.</a:t>
            </a:r>
            <a:endParaRPr sz="1000">
              <a:solidFill>
                <a:schemeClr val="lt1"/>
              </a:solidFill>
              <a:latin typeface="Mulish Light"/>
              <a:ea typeface="Mulish Light"/>
              <a:cs typeface="Mulish Light"/>
              <a:sym typeface="Mulish Light"/>
            </a:endParaRPr>
          </a:p>
          <a:p>
            <a:pPr marL="0" lvl="0" indent="0" algn="r" rtl="0">
              <a:spcBef>
                <a:spcPts val="0"/>
              </a:spcBef>
              <a:spcAft>
                <a:spcPts val="0"/>
              </a:spcAft>
              <a:buNone/>
            </a:pPr>
            <a:endParaRPr>
              <a:latin typeface="Mulish Light"/>
              <a:ea typeface="Mulish Light"/>
              <a:cs typeface="Mulish Light"/>
              <a:sym typeface="Mulish Light"/>
            </a:endParaRPr>
          </a:p>
        </p:txBody>
      </p:sp>
      <p:sp>
        <p:nvSpPr>
          <p:cNvPr id="400" name="Google Shape;400;p80"/>
          <p:cNvSpPr txBox="1">
            <a:spLocks noGrp="1"/>
          </p:cNvSpPr>
          <p:nvPr>
            <p:ph type="title"/>
          </p:nvPr>
        </p:nvSpPr>
        <p:spPr>
          <a:xfrm>
            <a:off x="1119783" y="2060600"/>
            <a:ext cx="7152900" cy="5448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3700"/>
              <a:buFont typeface="Montserrat Medium"/>
              <a:buNone/>
              <a:defRPr sz="3700">
                <a:solidFill>
                  <a:schemeClr val="lt1"/>
                </a:solidFill>
                <a:latin typeface="Montserrat Medium"/>
                <a:ea typeface="Montserrat Medium"/>
                <a:cs typeface="Montserrat Medium"/>
                <a:sym typeface="Montserrat Medium"/>
              </a:defRPr>
            </a:lvl1pPr>
            <a:lvl2pPr lvl="1">
              <a:spcBef>
                <a:spcPts val="0"/>
              </a:spcBef>
              <a:spcAft>
                <a:spcPts val="0"/>
              </a:spcAft>
              <a:buSzPts val="1400"/>
              <a:buNone/>
              <a:defRPr>
                <a:latin typeface="Mulish Light"/>
                <a:ea typeface="Mulish Light"/>
                <a:cs typeface="Mulish Light"/>
                <a:sym typeface="Mulish Light"/>
              </a:defRPr>
            </a:lvl2pPr>
            <a:lvl3pPr lvl="2">
              <a:spcBef>
                <a:spcPts val="0"/>
              </a:spcBef>
              <a:spcAft>
                <a:spcPts val="0"/>
              </a:spcAft>
              <a:buSzPts val="1400"/>
              <a:buNone/>
              <a:defRPr>
                <a:latin typeface="Mulish Light"/>
                <a:ea typeface="Mulish Light"/>
                <a:cs typeface="Mulish Light"/>
                <a:sym typeface="Mulish Light"/>
              </a:defRPr>
            </a:lvl3pPr>
            <a:lvl4pPr lvl="3">
              <a:spcBef>
                <a:spcPts val="0"/>
              </a:spcBef>
              <a:spcAft>
                <a:spcPts val="0"/>
              </a:spcAft>
              <a:buSzPts val="1400"/>
              <a:buNone/>
              <a:defRPr>
                <a:latin typeface="Mulish Light"/>
                <a:ea typeface="Mulish Light"/>
                <a:cs typeface="Mulish Light"/>
                <a:sym typeface="Mulish Light"/>
              </a:defRPr>
            </a:lvl4pPr>
            <a:lvl5pPr lvl="4">
              <a:spcBef>
                <a:spcPts val="0"/>
              </a:spcBef>
              <a:spcAft>
                <a:spcPts val="0"/>
              </a:spcAft>
              <a:buSzPts val="1400"/>
              <a:buNone/>
              <a:defRPr>
                <a:latin typeface="Mulish Light"/>
                <a:ea typeface="Mulish Light"/>
                <a:cs typeface="Mulish Light"/>
                <a:sym typeface="Mulish Light"/>
              </a:defRPr>
            </a:lvl5pPr>
            <a:lvl6pPr lvl="5">
              <a:spcBef>
                <a:spcPts val="0"/>
              </a:spcBef>
              <a:spcAft>
                <a:spcPts val="0"/>
              </a:spcAft>
              <a:buSzPts val="1400"/>
              <a:buNone/>
              <a:defRPr>
                <a:latin typeface="Mulish Light"/>
                <a:ea typeface="Mulish Light"/>
                <a:cs typeface="Mulish Light"/>
                <a:sym typeface="Mulish Light"/>
              </a:defRPr>
            </a:lvl6pPr>
            <a:lvl7pPr lvl="6">
              <a:spcBef>
                <a:spcPts val="0"/>
              </a:spcBef>
              <a:spcAft>
                <a:spcPts val="0"/>
              </a:spcAft>
              <a:buSzPts val="1400"/>
              <a:buNone/>
              <a:defRPr>
                <a:latin typeface="Mulish Light"/>
                <a:ea typeface="Mulish Light"/>
                <a:cs typeface="Mulish Light"/>
                <a:sym typeface="Mulish Light"/>
              </a:defRPr>
            </a:lvl7pPr>
            <a:lvl8pPr lvl="7">
              <a:spcBef>
                <a:spcPts val="0"/>
              </a:spcBef>
              <a:spcAft>
                <a:spcPts val="0"/>
              </a:spcAft>
              <a:buSzPts val="1400"/>
              <a:buNone/>
              <a:defRPr>
                <a:latin typeface="Mulish Light"/>
                <a:ea typeface="Mulish Light"/>
                <a:cs typeface="Mulish Light"/>
                <a:sym typeface="Mulish Light"/>
              </a:defRPr>
            </a:lvl8pPr>
            <a:lvl9pPr lvl="8">
              <a:spcBef>
                <a:spcPts val="0"/>
              </a:spcBef>
              <a:spcAft>
                <a:spcPts val="0"/>
              </a:spcAft>
              <a:buSzPts val="1400"/>
              <a:buNone/>
              <a:defRPr>
                <a:latin typeface="Mulish Light"/>
                <a:ea typeface="Mulish Light"/>
                <a:cs typeface="Mulish Light"/>
                <a:sym typeface="Mulish Light"/>
              </a:defRPr>
            </a:lvl9pPr>
          </a:lstStyle>
          <a:p>
            <a:endParaRPr/>
          </a:p>
        </p:txBody>
      </p:sp>
      <p:pic>
        <p:nvPicPr>
          <p:cNvPr id="401" name="Google Shape;401;p80"/>
          <p:cNvPicPr preferRelativeResize="0"/>
          <p:nvPr/>
        </p:nvPicPr>
        <p:blipFill rotWithShape="1">
          <a:blip r:embed="rId3">
            <a:alphaModFix/>
          </a:blip>
          <a:srcRect l="18225" t="16162" r="19447" b="19446"/>
          <a:stretch/>
        </p:blipFill>
        <p:spPr>
          <a:xfrm>
            <a:off x="543900" y="2130293"/>
            <a:ext cx="392400" cy="405406"/>
          </a:xfrm>
          <a:prstGeom prst="rect">
            <a:avLst/>
          </a:prstGeom>
          <a:noFill/>
          <a:ln>
            <a:noFill/>
          </a:ln>
        </p:spPr>
      </p:pic>
      <p:pic>
        <p:nvPicPr>
          <p:cNvPr id="402" name="Google Shape;402;p80"/>
          <p:cNvPicPr preferRelativeResize="0"/>
          <p:nvPr/>
        </p:nvPicPr>
        <p:blipFill>
          <a:blip r:embed="rId4">
            <a:alphaModFix/>
          </a:blip>
          <a:stretch>
            <a:fillRect/>
          </a:stretch>
        </p:blipFill>
        <p:spPr>
          <a:xfrm>
            <a:off x="220575" y="249525"/>
            <a:ext cx="1416775" cy="813250"/>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Slide 1">
  <p:cSld name="Title Slide_12">
    <p:spTree>
      <p:nvGrpSpPr>
        <p:cNvPr id="1" name="Shape 403"/>
        <p:cNvGrpSpPr/>
        <p:nvPr/>
      </p:nvGrpSpPr>
      <p:grpSpPr>
        <a:xfrm>
          <a:off x="0" y="0"/>
          <a:ext cx="0" cy="0"/>
          <a:chOff x="0" y="0"/>
          <a:chExt cx="0" cy="0"/>
        </a:xfrm>
      </p:grpSpPr>
      <p:pic>
        <p:nvPicPr>
          <p:cNvPr id="404" name="Google Shape;404;p81"/>
          <p:cNvPicPr preferRelativeResize="0"/>
          <p:nvPr/>
        </p:nvPicPr>
        <p:blipFill rotWithShape="1">
          <a:blip r:embed="rId2">
            <a:alphaModFix/>
          </a:blip>
          <a:srcRect b="15605"/>
          <a:stretch/>
        </p:blipFill>
        <p:spPr>
          <a:xfrm>
            <a:off x="25" y="0"/>
            <a:ext cx="9144003" cy="5143501"/>
          </a:xfrm>
          <a:prstGeom prst="rect">
            <a:avLst/>
          </a:prstGeom>
          <a:noFill/>
          <a:ln>
            <a:noFill/>
          </a:ln>
        </p:spPr>
      </p:pic>
      <p:sp>
        <p:nvSpPr>
          <p:cNvPr id="405" name="Google Shape;405;p81"/>
          <p:cNvSpPr txBox="1"/>
          <p:nvPr/>
        </p:nvSpPr>
        <p:spPr>
          <a:xfrm>
            <a:off x="514350" y="2189024"/>
            <a:ext cx="8115300" cy="610500"/>
          </a:xfrm>
          <a:prstGeom prst="rect">
            <a:avLst/>
          </a:prstGeom>
          <a:noFill/>
          <a:ln>
            <a:noFill/>
          </a:ln>
        </p:spPr>
        <p:txBody>
          <a:bodyPr spcFirstLastPara="1" wrap="square" lIns="91425" tIns="91425" rIns="91425" bIns="91425" anchor="ctr" anchorCtr="0">
            <a:normAutofit lnSpcReduction="10000"/>
          </a:bodyPr>
          <a:lstStyle/>
          <a:p>
            <a:pPr marL="0" lvl="0" indent="0" algn="l" rtl="0">
              <a:lnSpc>
                <a:spcPct val="90000"/>
              </a:lnSpc>
              <a:spcBef>
                <a:spcPts val="0"/>
              </a:spcBef>
              <a:spcAft>
                <a:spcPts val="0"/>
              </a:spcAft>
              <a:buNone/>
            </a:pPr>
            <a:endParaRPr sz="3200">
              <a:solidFill>
                <a:srgbClr val="FFFFFF"/>
              </a:solidFill>
              <a:latin typeface="Manrope"/>
              <a:ea typeface="Manrope"/>
              <a:cs typeface="Manrope"/>
              <a:sym typeface="Manrope"/>
            </a:endParaRPr>
          </a:p>
        </p:txBody>
      </p:sp>
      <p:sp>
        <p:nvSpPr>
          <p:cNvPr id="406" name="Google Shape;406;p81"/>
          <p:cNvSpPr txBox="1"/>
          <p:nvPr/>
        </p:nvSpPr>
        <p:spPr>
          <a:xfrm>
            <a:off x="5064050" y="4695950"/>
            <a:ext cx="3657600" cy="1338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600">
                <a:solidFill>
                  <a:schemeClr val="lt1"/>
                </a:solidFill>
                <a:latin typeface="Mulish Light"/>
                <a:ea typeface="Mulish Light"/>
                <a:cs typeface="Mulish Light"/>
                <a:sym typeface="Mulish Light"/>
              </a:rPr>
              <a:t>© Orca Security. All rights reserved.</a:t>
            </a:r>
            <a:endParaRPr sz="1000">
              <a:solidFill>
                <a:schemeClr val="lt1"/>
              </a:solidFill>
              <a:latin typeface="Mulish Light"/>
              <a:ea typeface="Mulish Light"/>
              <a:cs typeface="Mulish Light"/>
              <a:sym typeface="Mulish Light"/>
            </a:endParaRPr>
          </a:p>
          <a:p>
            <a:pPr marL="0" lvl="0" indent="0" algn="r" rtl="0">
              <a:spcBef>
                <a:spcPts val="0"/>
              </a:spcBef>
              <a:spcAft>
                <a:spcPts val="0"/>
              </a:spcAft>
              <a:buNone/>
            </a:pPr>
            <a:endParaRPr>
              <a:latin typeface="Mulish Light"/>
              <a:ea typeface="Mulish Light"/>
              <a:cs typeface="Mulish Light"/>
              <a:sym typeface="Mulish Light"/>
            </a:endParaRPr>
          </a:p>
        </p:txBody>
      </p:sp>
      <p:pic>
        <p:nvPicPr>
          <p:cNvPr id="407" name="Google Shape;407;p81"/>
          <p:cNvPicPr preferRelativeResize="0"/>
          <p:nvPr/>
        </p:nvPicPr>
        <p:blipFill>
          <a:blip r:embed="rId3">
            <a:alphaModFix/>
          </a:blip>
          <a:stretch>
            <a:fillRect/>
          </a:stretch>
        </p:blipFill>
        <p:spPr>
          <a:xfrm>
            <a:off x="220575" y="249525"/>
            <a:ext cx="1416775" cy="813250"/>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Default">
  <p:cSld name="Title Slide_11">
    <p:bg>
      <p:bgPr>
        <a:solidFill>
          <a:schemeClr val="dk1"/>
        </a:solidFill>
        <a:effectLst/>
      </p:bgPr>
    </p:bg>
    <p:spTree>
      <p:nvGrpSpPr>
        <p:cNvPr id="1" name="Shape 408"/>
        <p:cNvGrpSpPr/>
        <p:nvPr/>
      </p:nvGrpSpPr>
      <p:grpSpPr>
        <a:xfrm>
          <a:off x="0" y="0"/>
          <a:ext cx="0" cy="0"/>
          <a:chOff x="0" y="0"/>
          <a:chExt cx="0" cy="0"/>
        </a:xfrm>
      </p:grpSpPr>
      <p:pic>
        <p:nvPicPr>
          <p:cNvPr id="409" name="Google Shape;409;p82"/>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Slide - Screenshot Right">
  <p:cSld name="Title Slide_11_2">
    <p:spTree>
      <p:nvGrpSpPr>
        <p:cNvPr id="1" name="Shape 410"/>
        <p:cNvGrpSpPr/>
        <p:nvPr/>
      </p:nvGrpSpPr>
      <p:grpSpPr>
        <a:xfrm>
          <a:off x="0" y="0"/>
          <a:ext cx="0" cy="0"/>
          <a:chOff x="0" y="0"/>
          <a:chExt cx="0" cy="0"/>
        </a:xfrm>
      </p:grpSpPr>
      <p:sp>
        <p:nvSpPr>
          <p:cNvPr id="411" name="Google Shape;411;p83"/>
          <p:cNvSpPr/>
          <p:nvPr/>
        </p:nvSpPr>
        <p:spPr>
          <a:xfrm>
            <a:off x="5025175" y="-25"/>
            <a:ext cx="4118700" cy="5143500"/>
          </a:xfrm>
          <a:prstGeom prst="rect">
            <a:avLst/>
          </a:prstGeom>
          <a:solidFill>
            <a:srgbClr val="222A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12" name="Google Shape;412;p83"/>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lide - Screenshot Left">
  <p:cSld name="Title Slide_11_2_1">
    <p:spTree>
      <p:nvGrpSpPr>
        <p:cNvPr id="1" name="Shape 413"/>
        <p:cNvGrpSpPr/>
        <p:nvPr/>
      </p:nvGrpSpPr>
      <p:grpSpPr>
        <a:xfrm>
          <a:off x="0" y="0"/>
          <a:ext cx="0" cy="0"/>
          <a:chOff x="0" y="0"/>
          <a:chExt cx="0" cy="0"/>
        </a:xfrm>
      </p:grpSpPr>
      <p:sp>
        <p:nvSpPr>
          <p:cNvPr id="414" name="Google Shape;414;p84"/>
          <p:cNvSpPr/>
          <p:nvPr/>
        </p:nvSpPr>
        <p:spPr>
          <a:xfrm>
            <a:off x="0" y="-25"/>
            <a:ext cx="4118700" cy="5143500"/>
          </a:xfrm>
          <a:prstGeom prst="rect">
            <a:avLst/>
          </a:prstGeom>
          <a:solidFill>
            <a:srgbClr val="222A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15" name="Google Shape;415;p84"/>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Slide - Blue Bar Right">
  <p:cSld name="Title Slide_11_2_1_1">
    <p:spTree>
      <p:nvGrpSpPr>
        <p:cNvPr id="1" name="Shape 416"/>
        <p:cNvGrpSpPr/>
        <p:nvPr/>
      </p:nvGrpSpPr>
      <p:grpSpPr>
        <a:xfrm>
          <a:off x="0" y="0"/>
          <a:ext cx="0" cy="0"/>
          <a:chOff x="0" y="0"/>
          <a:chExt cx="0" cy="0"/>
        </a:xfrm>
      </p:grpSpPr>
      <p:pic>
        <p:nvPicPr>
          <p:cNvPr id="417" name="Google Shape;417;p85"/>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418" name="Google Shape;418;p85"/>
          <p:cNvSpPr/>
          <p:nvPr/>
        </p:nvSpPr>
        <p:spPr>
          <a:xfrm>
            <a:off x="590850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19" name="Google Shape;419;p85"/>
          <p:cNvPicPr preferRelativeResize="0"/>
          <p:nvPr/>
        </p:nvPicPr>
        <p:blipFill>
          <a:blip r:embed="rId3">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Slide - Blue Bar Left">
  <p:cSld name="Title Slide_11_2_1_1_1">
    <p:spTree>
      <p:nvGrpSpPr>
        <p:cNvPr id="1" name="Shape 420"/>
        <p:cNvGrpSpPr/>
        <p:nvPr/>
      </p:nvGrpSpPr>
      <p:grpSpPr>
        <a:xfrm>
          <a:off x="0" y="0"/>
          <a:ext cx="0" cy="0"/>
          <a:chOff x="0" y="0"/>
          <a:chExt cx="0" cy="0"/>
        </a:xfrm>
      </p:grpSpPr>
      <p:sp>
        <p:nvSpPr>
          <p:cNvPr id="421" name="Google Shape;421;p86"/>
          <p:cNvSpPr/>
          <p:nvPr/>
        </p:nvSpPr>
        <p:spPr>
          <a:xfrm>
            <a:off x="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22" name="Google Shape;422;p86"/>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ransition: Blue ">
  <p:cSld name="Title Slide_11_1">
    <p:bg>
      <p:bgPr>
        <a:solidFill>
          <a:schemeClr val="accent1"/>
        </a:solidFill>
        <a:effectLst/>
      </p:bgPr>
    </p:bg>
    <p:spTree>
      <p:nvGrpSpPr>
        <p:cNvPr id="1" name="Shape 423"/>
        <p:cNvGrpSpPr/>
        <p:nvPr/>
      </p:nvGrpSpPr>
      <p:grpSpPr>
        <a:xfrm>
          <a:off x="0" y="0"/>
          <a:ext cx="0" cy="0"/>
          <a:chOff x="0" y="0"/>
          <a:chExt cx="0" cy="0"/>
        </a:xfrm>
      </p:grpSpPr>
      <p:sp>
        <p:nvSpPr>
          <p:cNvPr id="424" name="Google Shape;424;p87"/>
          <p:cNvSpPr txBox="1">
            <a:spLocks noGrp="1"/>
          </p:cNvSpPr>
          <p:nvPr>
            <p:ph type="title"/>
          </p:nvPr>
        </p:nvSpPr>
        <p:spPr>
          <a:xfrm>
            <a:off x="1280160" y="2252400"/>
            <a:ext cx="7159200" cy="662400"/>
          </a:xfrm>
          <a:prstGeom prst="rect">
            <a:avLst/>
          </a:prstGeom>
          <a:noFill/>
          <a:ln>
            <a:noFill/>
          </a:ln>
        </p:spPr>
        <p:txBody>
          <a:bodyPr spcFirstLastPara="1" wrap="square" lIns="0" tIns="0" rIns="0" bIns="0" anchor="ctr" anchorCtr="0">
            <a:normAutofit/>
          </a:bodyPr>
          <a:lstStyle>
            <a:lvl1pPr marR="0" lvl="0" algn="l">
              <a:lnSpc>
                <a:spcPct val="90000"/>
              </a:lnSpc>
              <a:spcBef>
                <a:spcPts val="0"/>
              </a:spcBef>
              <a:spcAft>
                <a:spcPts val="0"/>
              </a:spcAft>
              <a:buClr>
                <a:schemeClr val="lt1"/>
              </a:buClr>
              <a:buSzPts val="3800"/>
              <a:buFont typeface="Montserrat Medium"/>
              <a:buNone/>
              <a:defRPr sz="3800" i="0" u="none" strike="noStrike" cap="none">
                <a:solidFill>
                  <a:schemeClr val="lt1"/>
                </a:solidFill>
                <a:latin typeface="Montserrat Medium"/>
                <a:ea typeface="Montserrat Medium"/>
                <a:cs typeface="Montserrat Medium"/>
                <a:sym typeface="Montserrat Medium"/>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25" name="Google Shape;425;p87"/>
          <p:cNvPicPr preferRelativeResize="0"/>
          <p:nvPr/>
        </p:nvPicPr>
        <p:blipFill rotWithShape="1">
          <a:blip r:embed="rId2">
            <a:alphaModFix/>
          </a:blip>
          <a:srcRect l="13198" t="12349" r="12739" b="13257"/>
          <a:stretch/>
        </p:blipFill>
        <p:spPr>
          <a:xfrm>
            <a:off x="594360" y="2374667"/>
            <a:ext cx="392400" cy="394158"/>
          </a:xfrm>
          <a:prstGeom prst="rect">
            <a:avLst/>
          </a:prstGeom>
          <a:noFill/>
          <a:ln>
            <a:noFill/>
          </a:ln>
        </p:spPr>
      </p:pic>
      <p:pic>
        <p:nvPicPr>
          <p:cNvPr id="426" name="Google Shape;426;p87"/>
          <p:cNvPicPr preferRelativeResize="0"/>
          <p:nvPr/>
        </p:nvPicPr>
        <p:blipFill>
          <a:blip r:embed="rId3">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ransition: Blue Subtitle">
  <p:cSld name="Title Slide_11_1_3">
    <p:bg>
      <p:bgPr>
        <a:solidFill>
          <a:schemeClr val="accent1"/>
        </a:solidFill>
        <a:effectLst/>
      </p:bgPr>
    </p:bg>
    <p:spTree>
      <p:nvGrpSpPr>
        <p:cNvPr id="1" name="Shape 427"/>
        <p:cNvGrpSpPr/>
        <p:nvPr/>
      </p:nvGrpSpPr>
      <p:grpSpPr>
        <a:xfrm>
          <a:off x="0" y="0"/>
          <a:ext cx="0" cy="0"/>
          <a:chOff x="0" y="0"/>
          <a:chExt cx="0" cy="0"/>
        </a:xfrm>
      </p:grpSpPr>
      <p:sp>
        <p:nvSpPr>
          <p:cNvPr id="428" name="Google Shape;428;p88"/>
          <p:cNvSpPr txBox="1">
            <a:spLocks noGrp="1"/>
          </p:cNvSpPr>
          <p:nvPr>
            <p:ph type="title"/>
          </p:nvPr>
        </p:nvSpPr>
        <p:spPr>
          <a:xfrm>
            <a:off x="1223960" y="1980838"/>
            <a:ext cx="7159200" cy="662400"/>
          </a:xfrm>
          <a:prstGeom prst="rect">
            <a:avLst/>
          </a:prstGeom>
          <a:noFill/>
          <a:ln>
            <a:noFill/>
          </a:ln>
        </p:spPr>
        <p:txBody>
          <a:bodyPr spcFirstLastPara="1" wrap="square" lIns="0" tIns="0" rIns="0" bIns="0" anchor="ctr" anchorCtr="0">
            <a:noAutofit/>
          </a:bodyPr>
          <a:lstStyle>
            <a:lvl1pPr marR="0" lvl="0" algn="l">
              <a:lnSpc>
                <a:spcPct val="90000"/>
              </a:lnSpc>
              <a:spcBef>
                <a:spcPts val="0"/>
              </a:spcBef>
              <a:spcAft>
                <a:spcPts val="0"/>
              </a:spcAft>
              <a:buClr>
                <a:schemeClr val="lt1"/>
              </a:buClr>
              <a:buSzPts val="3800"/>
              <a:buFont typeface="Montserrat Medium"/>
              <a:buNone/>
              <a:defRPr sz="3800" i="0" u="none" strike="noStrike" cap="none">
                <a:solidFill>
                  <a:schemeClr val="lt1"/>
                </a:solidFill>
                <a:latin typeface="Montserrat Medium"/>
                <a:ea typeface="Montserrat Medium"/>
                <a:cs typeface="Montserrat Medium"/>
                <a:sym typeface="Montserrat Medium"/>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29" name="Google Shape;429;p88"/>
          <p:cNvPicPr preferRelativeResize="0"/>
          <p:nvPr/>
        </p:nvPicPr>
        <p:blipFill rotWithShape="1">
          <a:blip r:embed="rId2">
            <a:alphaModFix/>
          </a:blip>
          <a:srcRect l="13198" t="12349" r="12739" b="13257"/>
          <a:stretch/>
        </p:blipFill>
        <p:spPr>
          <a:xfrm>
            <a:off x="594360" y="2114954"/>
            <a:ext cx="392400" cy="394158"/>
          </a:xfrm>
          <a:prstGeom prst="rect">
            <a:avLst/>
          </a:prstGeom>
          <a:noFill/>
          <a:ln>
            <a:noFill/>
          </a:ln>
        </p:spPr>
      </p:pic>
      <p:sp>
        <p:nvSpPr>
          <p:cNvPr id="430" name="Google Shape;430;p88"/>
          <p:cNvSpPr/>
          <p:nvPr/>
        </p:nvSpPr>
        <p:spPr>
          <a:xfrm>
            <a:off x="558425" y="2752200"/>
            <a:ext cx="7909500" cy="90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31" name="Google Shape;431;p88"/>
          <p:cNvSpPr txBox="1">
            <a:spLocks noGrp="1"/>
          </p:cNvSpPr>
          <p:nvPr>
            <p:ph type="subTitle" idx="1"/>
          </p:nvPr>
        </p:nvSpPr>
        <p:spPr>
          <a:xfrm>
            <a:off x="594350" y="2886363"/>
            <a:ext cx="7269900" cy="3000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500"/>
              <a:buFont typeface="Mulish"/>
              <a:buNone/>
              <a:defRPr sz="1500">
                <a:solidFill>
                  <a:schemeClr val="lt1"/>
                </a:solidFill>
                <a:latin typeface="Mulish"/>
                <a:ea typeface="Mulish"/>
                <a:cs typeface="Mulish"/>
                <a:sym typeface="Mulish"/>
              </a:defRPr>
            </a:lvl1pPr>
            <a:lvl2pPr lvl="1">
              <a:spcBef>
                <a:spcPts val="900"/>
              </a:spcBef>
              <a:spcAft>
                <a:spcPts val="0"/>
              </a:spcAft>
              <a:buSzPts val="1100"/>
              <a:buNone/>
              <a:defRPr/>
            </a:lvl2pPr>
            <a:lvl3pPr lvl="2">
              <a:spcBef>
                <a:spcPts val="900"/>
              </a:spcBef>
              <a:spcAft>
                <a:spcPts val="0"/>
              </a:spcAft>
              <a:buSzPts val="1100"/>
              <a:buNone/>
              <a:defRPr/>
            </a:lvl3pPr>
            <a:lvl4pPr lvl="3">
              <a:spcBef>
                <a:spcPts val="500"/>
              </a:spcBef>
              <a:spcAft>
                <a:spcPts val="0"/>
              </a:spcAft>
              <a:buSzPts val="1100"/>
              <a:buNone/>
              <a:defRPr/>
            </a:lvl4pPr>
            <a:lvl5pPr lvl="4">
              <a:spcBef>
                <a:spcPts val="500"/>
              </a:spcBef>
              <a:spcAft>
                <a:spcPts val="0"/>
              </a:spcAft>
              <a:buSzPts val="1100"/>
              <a:buNone/>
              <a:defRPr/>
            </a:lvl5pPr>
            <a:lvl6pPr lvl="5">
              <a:spcBef>
                <a:spcPts val="500"/>
              </a:spcBef>
              <a:spcAft>
                <a:spcPts val="0"/>
              </a:spcAft>
              <a:buSzPts val="1100"/>
              <a:buNone/>
              <a:defRPr/>
            </a:lvl6pPr>
            <a:lvl7pPr lvl="6">
              <a:spcBef>
                <a:spcPts val="500"/>
              </a:spcBef>
              <a:spcAft>
                <a:spcPts val="0"/>
              </a:spcAft>
              <a:buSzPts val="1100"/>
              <a:buNone/>
              <a:defRPr/>
            </a:lvl7pPr>
            <a:lvl8pPr lvl="7">
              <a:spcBef>
                <a:spcPts val="500"/>
              </a:spcBef>
              <a:spcAft>
                <a:spcPts val="0"/>
              </a:spcAft>
              <a:buSzPts val="1100"/>
              <a:buNone/>
              <a:defRPr/>
            </a:lvl8pPr>
            <a:lvl9pPr lvl="8">
              <a:spcBef>
                <a:spcPts val="500"/>
              </a:spcBef>
              <a:spcAft>
                <a:spcPts val="0"/>
              </a:spcAft>
              <a:buSzPts val="1100"/>
              <a:buNone/>
              <a:defRPr/>
            </a:lvl9pPr>
          </a:lstStyle>
          <a:p>
            <a:endParaRPr/>
          </a:p>
        </p:txBody>
      </p:sp>
      <p:pic>
        <p:nvPicPr>
          <p:cNvPr id="432" name="Google Shape;432;p88"/>
          <p:cNvPicPr preferRelativeResize="0"/>
          <p:nvPr/>
        </p:nvPicPr>
        <p:blipFill>
          <a:blip r:embed="rId3">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ransition: Blue Blank">
  <p:cSld name="Title Slide_11_1_2">
    <p:spTree>
      <p:nvGrpSpPr>
        <p:cNvPr id="1" name="Shape 433"/>
        <p:cNvGrpSpPr/>
        <p:nvPr/>
      </p:nvGrpSpPr>
      <p:grpSpPr>
        <a:xfrm>
          <a:off x="0" y="0"/>
          <a:ext cx="0" cy="0"/>
          <a:chOff x="0" y="0"/>
          <a:chExt cx="0" cy="0"/>
        </a:xfrm>
      </p:grpSpPr>
      <p:pic>
        <p:nvPicPr>
          <p:cNvPr id="434" name="Google Shape;434;p89"/>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435" name="Google Shape;435;p89"/>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9"/>
          <p:cNvSpPr txBox="1">
            <a:spLocks noGrp="1"/>
          </p:cNvSpPr>
          <p:nvPr>
            <p:ph type="title"/>
          </p:nvPr>
        </p:nvSpPr>
        <p:spPr>
          <a:xfrm>
            <a:off x="556873" y="2252400"/>
            <a:ext cx="8250000" cy="662400"/>
          </a:xfrm>
          <a:prstGeom prst="rect">
            <a:avLst/>
          </a:prstGeom>
          <a:noFill/>
          <a:ln>
            <a:noFill/>
          </a:ln>
        </p:spPr>
        <p:txBody>
          <a:bodyPr spcFirstLastPara="1" wrap="square" lIns="0" tIns="0" rIns="0" bIns="0" anchor="ctr" anchorCtr="0">
            <a:noAutofit/>
          </a:bodyPr>
          <a:lstStyle>
            <a:lvl1pPr marR="0" lvl="0" algn="l">
              <a:lnSpc>
                <a:spcPct val="90000"/>
              </a:lnSpc>
              <a:spcBef>
                <a:spcPts val="0"/>
              </a:spcBef>
              <a:spcAft>
                <a:spcPts val="0"/>
              </a:spcAft>
              <a:buClr>
                <a:schemeClr val="lt1"/>
              </a:buClr>
              <a:buSzPts val="3800"/>
              <a:buFont typeface="Montserrat Medium"/>
              <a:buNone/>
              <a:defRPr sz="3800" i="0" u="none" strike="noStrike" cap="none">
                <a:solidFill>
                  <a:schemeClr val="lt1"/>
                </a:solidFill>
                <a:latin typeface="Montserrat Medium"/>
                <a:ea typeface="Montserrat Medium"/>
                <a:cs typeface="Montserrat Medium"/>
                <a:sym typeface="Montserrat Medium"/>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37" name="Google Shape;437;p89"/>
          <p:cNvPicPr preferRelativeResize="0"/>
          <p:nvPr/>
        </p:nvPicPr>
        <p:blipFill>
          <a:blip r:embed="rId3">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Slide - Columns (3)">
  <p:cSld name="Title Slide_11_1_1_1_2">
    <p:spTree>
      <p:nvGrpSpPr>
        <p:cNvPr id="1" name="Shape 438"/>
        <p:cNvGrpSpPr/>
        <p:nvPr/>
      </p:nvGrpSpPr>
      <p:grpSpPr>
        <a:xfrm>
          <a:off x="0" y="0"/>
          <a:ext cx="0" cy="0"/>
          <a:chOff x="0" y="0"/>
          <a:chExt cx="0" cy="0"/>
        </a:xfrm>
      </p:grpSpPr>
      <p:sp>
        <p:nvSpPr>
          <p:cNvPr id="439" name="Google Shape;439;p90"/>
          <p:cNvSpPr/>
          <p:nvPr/>
        </p:nvSpPr>
        <p:spPr>
          <a:xfrm rot="5400000" flipH="1">
            <a:off x="1860300" y="2915000"/>
            <a:ext cx="28191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40" name="Google Shape;440;p90"/>
          <p:cNvSpPr/>
          <p:nvPr/>
        </p:nvSpPr>
        <p:spPr>
          <a:xfrm rot="5400000" flipH="1">
            <a:off x="4508100" y="2915000"/>
            <a:ext cx="28191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41" name="Google Shape;441;p90"/>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Slide - Columns (3) - Long Title">
  <p:cSld name="Title Slide_11_1_1_1_2_1">
    <p:spTree>
      <p:nvGrpSpPr>
        <p:cNvPr id="1" name="Shape 442"/>
        <p:cNvGrpSpPr/>
        <p:nvPr/>
      </p:nvGrpSpPr>
      <p:grpSpPr>
        <a:xfrm>
          <a:off x="0" y="0"/>
          <a:ext cx="0" cy="0"/>
          <a:chOff x="0" y="0"/>
          <a:chExt cx="0" cy="0"/>
        </a:xfrm>
      </p:grpSpPr>
      <p:sp>
        <p:nvSpPr>
          <p:cNvPr id="443" name="Google Shape;443;p91"/>
          <p:cNvSpPr/>
          <p:nvPr/>
        </p:nvSpPr>
        <p:spPr>
          <a:xfrm rot="5400000" flipH="1">
            <a:off x="4689600" y="3097400"/>
            <a:ext cx="24543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44" name="Google Shape;444;p91"/>
          <p:cNvPicPr preferRelativeResize="0"/>
          <p:nvPr/>
        </p:nvPicPr>
        <p:blipFill>
          <a:blip r:embed="rId2">
            <a:alphaModFix/>
          </a:blip>
          <a:stretch>
            <a:fillRect/>
          </a:stretch>
        </p:blipFill>
        <p:spPr>
          <a:xfrm>
            <a:off x="8672025" y="162475"/>
            <a:ext cx="320041" cy="320041"/>
          </a:xfrm>
          <a:prstGeom prst="rect">
            <a:avLst/>
          </a:prstGeom>
          <a:noFill/>
          <a:ln>
            <a:noFill/>
          </a:ln>
        </p:spPr>
      </p:pic>
      <p:sp>
        <p:nvSpPr>
          <p:cNvPr id="445" name="Google Shape;445;p91"/>
          <p:cNvSpPr/>
          <p:nvPr/>
        </p:nvSpPr>
        <p:spPr>
          <a:xfrm rot="5400000" flipH="1">
            <a:off x="4610900" y="2990943"/>
            <a:ext cx="2586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46" name="Google Shape;446;p91"/>
          <p:cNvSpPr/>
          <p:nvPr/>
        </p:nvSpPr>
        <p:spPr>
          <a:xfrm rot="5400000" flipH="1">
            <a:off x="1974600" y="2932061"/>
            <a:ext cx="2586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Slide - Columns (4)">
  <p:cSld name="Title Slide_11_1_1_1_1">
    <p:spTree>
      <p:nvGrpSpPr>
        <p:cNvPr id="1" name="Shape 447"/>
        <p:cNvGrpSpPr/>
        <p:nvPr/>
      </p:nvGrpSpPr>
      <p:grpSpPr>
        <a:xfrm>
          <a:off x="0" y="0"/>
          <a:ext cx="0" cy="0"/>
          <a:chOff x="0" y="0"/>
          <a:chExt cx="0" cy="0"/>
        </a:xfrm>
      </p:grpSpPr>
      <p:sp>
        <p:nvSpPr>
          <p:cNvPr id="448" name="Google Shape;448;p92"/>
          <p:cNvSpPr/>
          <p:nvPr/>
        </p:nvSpPr>
        <p:spPr>
          <a:xfrm rot="5400000" flipH="1">
            <a:off x="1074500" y="3003975"/>
            <a:ext cx="30234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49" name="Google Shape;449;p92"/>
          <p:cNvSpPr/>
          <p:nvPr/>
        </p:nvSpPr>
        <p:spPr>
          <a:xfrm rot="5400000" flipH="1">
            <a:off x="3076450" y="3003975"/>
            <a:ext cx="30234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50" name="Google Shape;450;p92"/>
          <p:cNvSpPr/>
          <p:nvPr/>
        </p:nvSpPr>
        <p:spPr>
          <a:xfrm rot="5400000" flipH="1">
            <a:off x="5065100" y="3003975"/>
            <a:ext cx="30234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51" name="Google Shape;451;p92"/>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Slide - Columns (4) - Long Title">
  <p:cSld name="Title Slide_11_1_1_1_1_2">
    <p:spTree>
      <p:nvGrpSpPr>
        <p:cNvPr id="1" name="Shape 452"/>
        <p:cNvGrpSpPr/>
        <p:nvPr/>
      </p:nvGrpSpPr>
      <p:grpSpPr>
        <a:xfrm>
          <a:off x="0" y="0"/>
          <a:ext cx="0" cy="0"/>
          <a:chOff x="0" y="0"/>
          <a:chExt cx="0" cy="0"/>
        </a:xfrm>
      </p:grpSpPr>
      <p:sp>
        <p:nvSpPr>
          <p:cNvPr id="453" name="Google Shape;453;p93"/>
          <p:cNvSpPr/>
          <p:nvPr/>
        </p:nvSpPr>
        <p:spPr>
          <a:xfrm rot="5400000" flipH="1">
            <a:off x="1271750" y="3048825"/>
            <a:ext cx="2628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54" name="Google Shape;454;p93"/>
          <p:cNvSpPr/>
          <p:nvPr/>
        </p:nvSpPr>
        <p:spPr>
          <a:xfrm rot="5400000" flipH="1">
            <a:off x="3273688" y="3048825"/>
            <a:ext cx="2628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55" name="Google Shape;455;p93"/>
          <p:cNvSpPr/>
          <p:nvPr/>
        </p:nvSpPr>
        <p:spPr>
          <a:xfrm rot="5400000" flipH="1">
            <a:off x="5250948" y="3048825"/>
            <a:ext cx="2628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56" name="Google Shape;456;p93"/>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Slide - Columns (2)">
  <p:cSld name="Title Slide_11_1_1_1_1_1">
    <p:spTree>
      <p:nvGrpSpPr>
        <p:cNvPr id="1" name="Shape 457"/>
        <p:cNvGrpSpPr/>
        <p:nvPr/>
      </p:nvGrpSpPr>
      <p:grpSpPr>
        <a:xfrm>
          <a:off x="0" y="0"/>
          <a:ext cx="0" cy="0"/>
          <a:chOff x="0" y="0"/>
          <a:chExt cx="0" cy="0"/>
        </a:xfrm>
      </p:grpSpPr>
      <p:sp>
        <p:nvSpPr>
          <p:cNvPr id="458" name="Google Shape;458;p94"/>
          <p:cNvSpPr/>
          <p:nvPr/>
        </p:nvSpPr>
        <p:spPr>
          <a:xfrm rot="5400000" flipH="1">
            <a:off x="3225700" y="2920275"/>
            <a:ext cx="2724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59" name="Google Shape;459;p94"/>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Slide - Columns (2) - Long Title">
  <p:cSld name="Title Slide_11_1_1_1_1_1_3">
    <p:spTree>
      <p:nvGrpSpPr>
        <p:cNvPr id="1" name="Shape 460"/>
        <p:cNvGrpSpPr/>
        <p:nvPr/>
      </p:nvGrpSpPr>
      <p:grpSpPr>
        <a:xfrm>
          <a:off x="0" y="0"/>
          <a:ext cx="0" cy="0"/>
          <a:chOff x="0" y="0"/>
          <a:chExt cx="0" cy="0"/>
        </a:xfrm>
      </p:grpSpPr>
      <p:sp>
        <p:nvSpPr>
          <p:cNvPr id="461" name="Google Shape;461;p95"/>
          <p:cNvSpPr/>
          <p:nvPr/>
        </p:nvSpPr>
        <p:spPr>
          <a:xfrm rot="5400000" flipH="1">
            <a:off x="3317200" y="3024038"/>
            <a:ext cx="2541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62" name="Google Shape;462;p95"/>
          <p:cNvSpPr/>
          <p:nvPr/>
        </p:nvSpPr>
        <p:spPr>
          <a:xfrm flipH="1">
            <a:off x="603450" y="1492275"/>
            <a:ext cx="7937100" cy="18300"/>
          </a:xfrm>
          <a:prstGeom prst="roundRect">
            <a:avLst>
              <a:gd name="adj" fmla="val 50000"/>
            </a:avLst>
          </a:prstGeom>
          <a:gradFill>
            <a:gsLst>
              <a:gs pos="0">
                <a:srgbClr val="44546A">
                  <a:alpha val="0"/>
                </a:srgbClr>
              </a:gs>
              <a:gs pos="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63" name="Google Shape;463;p95"/>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Slide - Image (Left)">
  <p:cSld name="Title Slide_11_1_1_1_1_1_2">
    <p:spTree>
      <p:nvGrpSpPr>
        <p:cNvPr id="1" name="Shape 464"/>
        <p:cNvGrpSpPr/>
        <p:nvPr/>
      </p:nvGrpSpPr>
      <p:grpSpPr>
        <a:xfrm>
          <a:off x="0" y="0"/>
          <a:ext cx="0" cy="0"/>
          <a:chOff x="0" y="0"/>
          <a:chExt cx="0" cy="0"/>
        </a:xfrm>
      </p:grpSpPr>
      <p:pic>
        <p:nvPicPr>
          <p:cNvPr id="465" name="Google Shape;465;p96"/>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Slide - Image (Right)">
  <p:cSld name="Title Slide_11_1_1_1_1_1_2_1">
    <p:spTree>
      <p:nvGrpSpPr>
        <p:cNvPr id="1" name="Shape 466"/>
        <p:cNvGrpSpPr/>
        <p:nvPr/>
      </p:nvGrpSpPr>
      <p:grpSpPr>
        <a:xfrm>
          <a:off x="0" y="0"/>
          <a:ext cx="0" cy="0"/>
          <a:chOff x="0" y="0"/>
          <a:chExt cx="0" cy="0"/>
        </a:xfrm>
      </p:grpSpPr>
      <p:pic>
        <p:nvPicPr>
          <p:cNvPr id="467" name="Google Shape;467;p97"/>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Slide - Gartner (Left)">
  <p:cSld name="Title Slide_11_1_1_1_1_1_1_2">
    <p:spTree>
      <p:nvGrpSpPr>
        <p:cNvPr id="1" name="Shape 468"/>
        <p:cNvGrpSpPr/>
        <p:nvPr/>
      </p:nvGrpSpPr>
      <p:grpSpPr>
        <a:xfrm>
          <a:off x="0" y="0"/>
          <a:ext cx="0" cy="0"/>
          <a:chOff x="0" y="0"/>
          <a:chExt cx="0" cy="0"/>
        </a:xfrm>
      </p:grpSpPr>
      <p:sp>
        <p:nvSpPr>
          <p:cNvPr id="469" name="Google Shape;469;p98"/>
          <p:cNvSpPr/>
          <p:nvPr/>
        </p:nvSpPr>
        <p:spPr>
          <a:xfrm rot="5400000" flipH="1">
            <a:off x="806825" y="25626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70" name="Google Shape;470;p98"/>
          <p:cNvSpPr/>
          <p:nvPr/>
        </p:nvSpPr>
        <p:spPr>
          <a:xfrm flipH="1">
            <a:off x="669725" y="2559325"/>
            <a:ext cx="4370700" cy="180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71" name="Google Shape;471;p98"/>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Slide - Gartner (Right">
  <p:cSld name="Title Slide_11_1_1_1_1_1_1_2_1">
    <p:spTree>
      <p:nvGrpSpPr>
        <p:cNvPr id="1" name="Shape 472"/>
        <p:cNvGrpSpPr/>
        <p:nvPr/>
      </p:nvGrpSpPr>
      <p:grpSpPr>
        <a:xfrm>
          <a:off x="0" y="0"/>
          <a:ext cx="0" cy="0"/>
          <a:chOff x="0" y="0"/>
          <a:chExt cx="0" cy="0"/>
        </a:xfrm>
      </p:grpSpPr>
      <p:sp>
        <p:nvSpPr>
          <p:cNvPr id="473" name="Google Shape;473;p99"/>
          <p:cNvSpPr/>
          <p:nvPr/>
        </p:nvSpPr>
        <p:spPr>
          <a:xfrm rot="5400000" flipH="1">
            <a:off x="4198350" y="25626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74" name="Google Shape;474;p99"/>
          <p:cNvSpPr/>
          <p:nvPr/>
        </p:nvSpPr>
        <p:spPr>
          <a:xfrm flipH="1">
            <a:off x="4061250" y="2559325"/>
            <a:ext cx="4370700" cy="180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75" name="Google Shape;475;p99"/>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Slide - Logos (9)">
  <p:cSld name="Title Slide_11_1_1_1_1_1_1_1_1">
    <p:spTree>
      <p:nvGrpSpPr>
        <p:cNvPr id="1" name="Shape 476"/>
        <p:cNvGrpSpPr/>
        <p:nvPr/>
      </p:nvGrpSpPr>
      <p:grpSpPr>
        <a:xfrm>
          <a:off x="0" y="0"/>
          <a:ext cx="0" cy="0"/>
          <a:chOff x="0" y="0"/>
          <a:chExt cx="0" cy="0"/>
        </a:xfrm>
      </p:grpSpPr>
      <p:sp>
        <p:nvSpPr>
          <p:cNvPr id="477" name="Google Shape;477;p100"/>
          <p:cNvSpPr/>
          <p:nvPr/>
        </p:nvSpPr>
        <p:spPr>
          <a:xfrm rot="5400000" flipH="1">
            <a:off x="-183325" y="25626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78" name="Google Shape;478;p100"/>
          <p:cNvSpPr/>
          <p:nvPr/>
        </p:nvSpPr>
        <p:spPr>
          <a:xfrm rot="5400000" flipH="1">
            <a:off x="1115075" y="2573975"/>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79" name="Google Shape;479;p100"/>
          <p:cNvSpPr/>
          <p:nvPr/>
        </p:nvSpPr>
        <p:spPr>
          <a:xfrm flipH="1">
            <a:off x="538600" y="18991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80" name="Google Shape;480;p100"/>
          <p:cNvSpPr/>
          <p:nvPr/>
        </p:nvSpPr>
        <p:spPr>
          <a:xfrm flipH="1">
            <a:off x="538600" y="3256175"/>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81" name="Google Shape;481;p100"/>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Slide - Logos (12)">
  <p:cSld name="Title Slide_11_1_1_1_1_1_1_1_1_1_1">
    <p:spTree>
      <p:nvGrpSpPr>
        <p:cNvPr id="1" name="Shape 482"/>
        <p:cNvGrpSpPr/>
        <p:nvPr/>
      </p:nvGrpSpPr>
      <p:grpSpPr>
        <a:xfrm>
          <a:off x="0" y="0"/>
          <a:ext cx="0" cy="0"/>
          <a:chOff x="0" y="0"/>
          <a:chExt cx="0" cy="0"/>
        </a:xfrm>
      </p:grpSpPr>
      <p:sp>
        <p:nvSpPr>
          <p:cNvPr id="483" name="Google Shape;483;p101"/>
          <p:cNvSpPr/>
          <p:nvPr/>
        </p:nvSpPr>
        <p:spPr>
          <a:xfrm rot="5400000" flipH="1">
            <a:off x="-183325" y="25626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84" name="Google Shape;484;p101"/>
          <p:cNvSpPr/>
          <p:nvPr/>
        </p:nvSpPr>
        <p:spPr>
          <a:xfrm rot="5400000" flipH="1">
            <a:off x="1115075" y="25626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85" name="Google Shape;485;p101"/>
          <p:cNvSpPr/>
          <p:nvPr/>
        </p:nvSpPr>
        <p:spPr>
          <a:xfrm flipH="1">
            <a:off x="538600" y="15463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86" name="Google Shape;486;p101"/>
          <p:cNvSpPr/>
          <p:nvPr/>
        </p:nvSpPr>
        <p:spPr>
          <a:xfrm flipH="1">
            <a:off x="588850" y="2559288"/>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87" name="Google Shape;487;p101"/>
          <p:cNvSpPr/>
          <p:nvPr/>
        </p:nvSpPr>
        <p:spPr>
          <a:xfrm flipH="1">
            <a:off x="588850" y="3572288"/>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88" name="Google Shape;488;p101"/>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Slide - Calendar">
  <p:cSld name="Title Slide_11_1_1_1_1_1_1_1_1_1_2">
    <p:spTree>
      <p:nvGrpSpPr>
        <p:cNvPr id="1" name="Shape 489"/>
        <p:cNvGrpSpPr/>
        <p:nvPr/>
      </p:nvGrpSpPr>
      <p:grpSpPr>
        <a:xfrm>
          <a:off x="0" y="0"/>
          <a:ext cx="0" cy="0"/>
          <a:chOff x="0" y="0"/>
          <a:chExt cx="0" cy="0"/>
        </a:xfrm>
      </p:grpSpPr>
      <p:sp>
        <p:nvSpPr>
          <p:cNvPr id="490" name="Google Shape;490;p102"/>
          <p:cNvSpPr/>
          <p:nvPr/>
        </p:nvSpPr>
        <p:spPr>
          <a:xfrm rot="5400000" flipH="1">
            <a:off x="2795004" y="2693416"/>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1" name="Google Shape;491;p102"/>
          <p:cNvSpPr/>
          <p:nvPr/>
        </p:nvSpPr>
        <p:spPr>
          <a:xfrm rot="5400000" flipH="1">
            <a:off x="4102551" y="2693416"/>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2" name="Google Shape;492;p102"/>
          <p:cNvSpPr/>
          <p:nvPr/>
        </p:nvSpPr>
        <p:spPr>
          <a:xfrm rot="5400000" flipH="1">
            <a:off x="5410108" y="2693416"/>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3" name="Google Shape;493;p102"/>
          <p:cNvSpPr/>
          <p:nvPr/>
        </p:nvSpPr>
        <p:spPr>
          <a:xfrm rot="5400000" flipH="1">
            <a:off x="1486167" y="2693406"/>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4" name="Google Shape;494;p102"/>
          <p:cNvSpPr/>
          <p:nvPr/>
        </p:nvSpPr>
        <p:spPr>
          <a:xfrm rot="5400000" flipH="1">
            <a:off x="175343" y="2693406"/>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5" name="Google Shape;495;p102"/>
          <p:cNvSpPr/>
          <p:nvPr/>
        </p:nvSpPr>
        <p:spPr>
          <a:xfrm rot="5400000" flipH="1">
            <a:off x="-1110847" y="2693425"/>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6" name="Google Shape;496;p102"/>
          <p:cNvSpPr/>
          <p:nvPr/>
        </p:nvSpPr>
        <p:spPr>
          <a:xfrm flipH="1">
            <a:off x="11095" y="257500"/>
            <a:ext cx="91275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7" name="Google Shape;497;p102"/>
          <p:cNvSpPr/>
          <p:nvPr/>
        </p:nvSpPr>
        <p:spPr>
          <a:xfrm flipH="1">
            <a:off x="2952" y="1237275"/>
            <a:ext cx="91356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498" name="Google Shape;498;p102"/>
          <p:cNvSpPr/>
          <p:nvPr/>
        </p:nvSpPr>
        <p:spPr>
          <a:xfrm flipH="1">
            <a:off x="25655" y="2202842"/>
            <a:ext cx="91356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9" name="Google Shape;499;p102"/>
          <p:cNvSpPr/>
          <p:nvPr/>
        </p:nvSpPr>
        <p:spPr>
          <a:xfrm flipH="1">
            <a:off x="109" y="3184608"/>
            <a:ext cx="91356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500" name="Google Shape;500;p102"/>
          <p:cNvSpPr/>
          <p:nvPr/>
        </p:nvSpPr>
        <p:spPr>
          <a:xfrm flipH="1">
            <a:off x="2950" y="4166125"/>
            <a:ext cx="91356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Slide - Gant Chart">
  <p:cSld name="Title Slide_11_1_1_1_1_1_1_1_1_1_2_1">
    <p:spTree>
      <p:nvGrpSpPr>
        <p:cNvPr id="1" name="Shape 501"/>
        <p:cNvGrpSpPr/>
        <p:nvPr/>
      </p:nvGrpSpPr>
      <p:grpSpPr>
        <a:xfrm>
          <a:off x="0" y="0"/>
          <a:ext cx="0" cy="0"/>
          <a:chOff x="0" y="0"/>
          <a:chExt cx="0" cy="0"/>
        </a:xfrm>
      </p:grpSpPr>
      <p:sp>
        <p:nvSpPr>
          <p:cNvPr id="502" name="Google Shape;502;p103"/>
          <p:cNvSpPr/>
          <p:nvPr/>
        </p:nvSpPr>
        <p:spPr>
          <a:xfrm rot="5400000" flipH="1">
            <a:off x="-1824281"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3" name="Google Shape;503;p103"/>
          <p:cNvSpPr/>
          <p:nvPr/>
        </p:nvSpPr>
        <p:spPr>
          <a:xfrm rot="5400000" flipH="1">
            <a:off x="-1225998"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4" name="Google Shape;504;p103"/>
          <p:cNvSpPr/>
          <p:nvPr/>
        </p:nvSpPr>
        <p:spPr>
          <a:xfrm rot="5400000" flipH="1">
            <a:off x="-627716"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5" name="Google Shape;505;p103"/>
          <p:cNvSpPr/>
          <p:nvPr/>
        </p:nvSpPr>
        <p:spPr>
          <a:xfrm rot="5400000" flipH="1">
            <a:off x="-29433"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6" name="Google Shape;506;p103"/>
          <p:cNvSpPr/>
          <p:nvPr/>
        </p:nvSpPr>
        <p:spPr>
          <a:xfrm rot="5400000" flipH="1">
            <a:off x="568850"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7" name="Google Shape;507;p103"/>
          <p:cNvSpPr/>
          <p:nvPr/>
        </p:nvSpPr>
        <p:spPr>
          <a:xfrm rot="5400000" flipH="1">
            <a:off x="1167133"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8" name="Google Shape;508;p103"/>
          <p:cNvSpPr/>
          <p:nvPr/>
        </p:nvSpPr>
        <p:spPr>
          <a:xfrm rot="5400000" flipH="1">
            <a:off x="1765416"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9" name="Google Shape;509;p103"/>
          <p:cNvSpPr/>
          <p:nvPr/>
        </p:nvSpPr>
        <p:spPr>
          <a:xfrm rot="5400000" flipH="1">
            <a:off x="2363698"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10" name="Google Shape;510;p103"/>
          <p:cNvSpPr/>
          <p:nvPr/>
        </p:nvSpPr>
        <p:spPr>
          <a:xfrm rot="5400000" flipH="1">
            <a:off x="2961981"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11" name="Google Shape;511;p103"/>
          <p:cNvSpPr/>
          <p:nvPr/>
        </p:nvSpPr>
        <p:spPr>
          <a:xfrm rot="5400000" flipH="1">
            <a:off x="3560264"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12" name="Google Shape;512;p103"/>
          <p:cNvSpPr/>
          <p:nvPr/>
        </p:nvSpPr>
        <p:spPr>
          <a:xfrm rot="5400000" flipH="1">
            <a:off x="4158547"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13" name="Google Shape;513;p103"/>
          <p:cNvSpPr txBox="1"/>
          <p:nvPr/>
        </p:nvSpPr>
        <p:spPr>
          <a:xfrm>
            <a:off x="70406" y="114754"/>
            <a:ext cx="3216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JANUARY</a:t>
            </a:r>
            <a:endParaRPr sz="500">
              <a:solidFill>
                <a:schemeClr val="lt1"/>
              </a:solidFill>
              <a:latin typeface="Mulish Light"/>
              <a:ea typeface="Mulish Light"/>
              <a:cs typeface="Mulish Light"/>
              <a:sym typeface="Mulish Light"/>
            </a:endParaRPr>
          </a:p>
        </p:txBody>
      </p:sp>
      <p:sp>
        <p:nvSpPr>
          <p:cNvPr id="514" name="Google Shape;514;p103"/>
          <p:cNvSpPr txBox="1"/>
          <p:nvPr/>
        </p:nvSpPr>
        <p:spPr>
          <a:xfrm>
            <a:off x="634950" y="114754"/>
            <a:ext cx="341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FEBRUARY</a:t>
            </a:r>
            <a:endParaRPr sz="500">
              <a:solidFill>
                <a:schemeClr val="lt1"/>
              </a:solidFill>
              <a:latin typeface="Mulish Light"/>
              <a:ea typeface="Mulish Light"/>
              <a:cs typeface="Mulish Light"/>
              <a:sym typeface="Mulish Light"/>
            </a:endParaRPr>
          </a:p>
        </p:txBody>
      </p:sp>
      <p:sp>
        <p:nvSpPr>
          <p:cNvPr id="515" name="Google Shape;515;p103"/>
          <p:cNvSpPr txBox="1"/>
          <p:nvPr/>
        </p:nvSpPr>
        <p:spPr>
          <a:xfrm>
            <a:off x="1219519" y="114754"/>
            <a:ext cx="4620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MARCH</a:t>
            </a:r>
            <a:endParaRPr sz="500">
              <a:solidFill>
                <a:schemeClr val="lt1"/>
              </a:solidFill>
              <a:latin typeface="Mulish Light"/>
              <a:ea typeface="Mulish Light"/>
              <a:cs typeface="Mulish Light"/>
              <a:sym typeface="Mulish Light"/>
            </a:endParaRPr>
          </a:p>
        </p:txBody>
      </p:sp>
      <p:sp>
        <p:nvSpPr>
          <p:cNvPr id="516" name="Google Shape;516;p103"/>
          <p:cNvSpPr txBox="1"/>
          <p:nvPr/>
        </p:nvSpPr>
        <p:spPr>
          <a:xfrm>
            <a:off x="1817794" y="114754"/>
            <a:ext cx="230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APRIL</a:t>
            </a:r>
            <a:endParaRPr sz="500">
              <a:solidFill>
                <a:schemeClr val="lt1"/>
              </a:solidFill>
              <a:latin typeface="Mulish Light"/>
              <a:ea typeface="Mulish Light"/>
              <a:cs typeface="Mulish Light"/>
              <a:sym typeface="Mulish Light"/>
            </a:endParaRPr>
          </a:p>
        </p:txBody>
      </p:sp>
      <p:sp>
        <p:nvSpPr>
          <p:cNvPr id="517" name="Google Shape;517;p103"/>
          <p:cNvSpPr txBox="1"/>
          <p:nvPr/>
        </p:nvSpPr>
        <p:spPr>
          <a:xfrm>
            <a:off x="242630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MAY</a:t>
            </a:r>
            <a:endParaRPr sz="500">
              <a:solidFill>
                <a:schemeClr val="lt1"/>
              </a:solidFill>
              <a:latin typeface="Mulish Light"/>
              <a:ea typeface="Mulish Light"/>
              <a:cs typeface="Mulish Light"/>
              <a:sym typeface="Mulish Light"/>
            </a:endParaRPr>
          </a:p>
        </p:txBody>
      </p:sp>
      <p:sp>
        <p:nvSpPr>
          <p:cNvPr id="518" name="Google Shape;518;p103"/>
          <p:cNvSpPr txBox="1"/>
          <p:nvPr/>
        </p:nvSpPr>
        <p:spPr>
          <a:xfrm>
            <a:off x="3014353"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JUNE</a:t>
            </a:r>
            <a:endParaRPr sz="500">
              <a:solidFill>
                <a:schemeClr val="lt1"/>
              </a:solidFill>
              <a:latin typeface="Mulish Light"/>
              <a:ea typeface="Mulish Light"/>
              <a:cs typeface="Mulish Light"/>
              <a:sym typeface="Mulish Light"/>
            </a:endParaRPr>
          </a:p>
        </p:txBody>
      </p:sp>
      <p:sp>
        <p:nvSpPr>
          <p:cNvPr id="519" name="Google Shape;519;p103"/>
          <p:cNvSpPr txBox="1"/>
          <p:nvPr/>
        </p:nvSpPr>
        <p:spPr>
          <a:xfrm>
            <a:off x="3612638"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JULY</a:t>
            </a:r>
            <a:endParaRPr sz="500">
              <a:solidFill>
                <a:schemeClr val="lt1"/>
              </a:solidFill>
              <a:latin typeface="Mulish Light"/>
              <a:ea typeface="Mulish Light"/>
              <a:cs typeface="Mulish Light"/>
              <a:sym typeface="Mulish Light"/>
            </a:endParaRPr>
          </a:p>
        </p:txBody>
      </p:sp>
      <p:sp>
        <p:nvSpPr>
          <p:cNvPr id="520" name="Google Shape;520;p103"/>
          <p:cNvSpPr txBox="1"/>
          <p:nvPr/>
        </p:nvSpPr>
        <p:spPr>
          <a:xfrm>
            <a:off x="4210922"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AUGUST</a:t>
            </a:r>
            <a:endParaRPr sz="500">
              <a:solidFill>
                <a:schemeClr val="lt1"/>
              </a:solidFill>
              <a:latin typeface="Mulish Light"/>
              <a:ea typeface="Mulish Light"/>
              <a:cs typeface="Mulish Light"/>
              <a:sym typeface="Mulish Light"/>
            </a:endParaRPr>
          </a:p>
        </p:txBody>
      </p:sp>
      <p:sp>
        <p:nvSpPr>
          <p:cNvPr id="521" name="Google Shape;521;p103"/>
          <p:cNvSpPr txBox="1"/>
          <p:nvPr/>
        </p:nvSpPr>
        <p:spPr>
          <a:xfrm>
            <a:off x="4809197"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SEPTEMBER</a:t>
            </a:r>
            <a:endParaRPr sz="500">
              <a:solidFill>
                <a:schemeClr val="lt1"/>
              </a:solidFill>
              <a:latin typeface="Mulish Light"/>
              <a:ea typeface="Mulish Light"/>
              <a:cs typeface="Mulish Light"/>
              <a:sym typeface="Mulish Light"/>
            </a:endParaRPr>
          </a:p>
        </p:txBody>
      </p:sp>
      <p:sp>
        <p:nvSpPr>
          <p:cNvPr id="522" name="Google Shape;522;p103"/>
          <p:cNvSpPr txBox="1"/>
          <p:nvPr/>
        </p:nvSpPr>
        <p:spPr>
          <a:xfrm>
            <a:off x="539189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OCTOBER</a:t>
            </a:r>
            <a:endParaRPr sz="500">
              <a:solidFill>
                <a:schemeClr val="lt1"/>
              </a:solidFill>
              <a:latin typeface="Mulish Light"/>
              <a:ea typeface="Mulish Light"/>
              <a:cs typeface="Mulish Light"/>
              <a:sym typeface="Mulish Light"/>
            </a:endParaRPr>
          </a:p>
        </p:txBody>
      </p:sp>
      <p:sp>
        <p:nvSpPr>
          <p:cNvPr id="523" name="Google Shape;523;p103"/>
          <p:cNvSpPr txBox="1"/>
          <p:nvPr/>
        </p:nvSpPr>
        <p:spPr>
          <a:xfrm>
            <a:off x="600576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NOVEMBER</a:t>
            </a:r>
            <a:endParaRPr sz="500">
              <a:solidFill>
                <a:schemeClr val="lt1"/>
              </a:solidFill>
              <a:latin typeface="Mulish Light"/>
              <a:ea typeface="Mulish Light"/>
              <a:cs typeface="Mulish Light"/>
              <a:sym typeface="Mulish Light"/>
            </a:endParaRPr>
          </a:p>
        </p:txBody>
      </p:sp>
      <p:sp>
        <p:nvSpPr>
          <p:cNvPr id="524" name="Google Shape;524;p103"/>
          <p:cNvSpPr txBox="1"/>
          <p:nvPr/>
        </p:nvSpPr>
        <p:spPr>
          <a:xfrm>
            <a:off x="660404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DECEMBER</a:t>
            </a:r>
            <a:endParaRPr sz="500">
              <a:solidFill>
                <a:schemeClr val="lt1"/>
              </a:solidFill>
              <a:latin typeface="Mulish Light"/>
              <a:ea typeface="Mulish Light"/>
              <a:cs typeface="Mulish Light"/>
              <a:sym typeface="Mulish Light"/>
            </a:endParaRPr>
          </a:p>
        </p:txBody>
      </p:sp>
      <p:sp>
        <p:nvSpPr>
          <p:cNvPr id="525" name="Google Shape;525;p103"/>
          <p:cNvSpPr/>
          <p:nvPr/>
        </p:nvSpPr>
        <p:spPr>
          <a:xfrm flipH="1">
            <a:off x="7" y="239147"/>
            <a:ext cx="72009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26" name="Google Shape;526;p103"/>
          <p:cNvSpPr/>
          <p:nvPr/>
        </p:nvSpPr>
        <p:spPr>
          <a:xfrm rot="5400000" flipH="1">
            <a:off x="4633950" y="2561400"/>
            <a:ext cx="51504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27" name="Google Shape;527;p103"/>
          <p:cNvSpPr/>
          <p:nvPr/>
        </p:nvSpPr>
        <p:spPr>
          <a:xfrm>
            <a:off x="7216050" y="-100"/>
            <a:ext cx="1928100" cy="5143500"/>
          </a:xfrm>
          <a:prstGeom prst="rect">
            <a:avLst/>
          </a:prstGeom>
          <a:solidFill>
            <a:srgbClr val="222A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
    <p:spTree>
      <p:nvGrpSpPr>
        <p:cNvPr id="1" name="Shape 528"/>
        <p:cNvGrpSpPr/>
        <p:nvPr/>
      </p:nvGrpSpPr>
      <p:grpSpPr>
        <a:xfrm>
          <a:off x="0" y="0"/>
          <a:ext cx="0" cy="0"/>
          <a:chOff x="0" y="0"/>
          <a:chExt cx="0" cy="0"/>
        </a:xfrm>
      </p:grpSpPr>
      <p:sp>
        <p:nvSpPr>
          <p:cNvPr id="529" name="Google Shape;529;p104"/>
          <p:cNvSpPr/>
          <p:nvPr/>
        </p:nvSpPr>
        <p:spPr>
          <a:xfrm rot="5400000" flipH="1">
            <a:off x="-166919" y="2545774"/>
            <a:ext cx="51438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30" name="Google Shape;530;p104"/>
          <p:cNvSpPr/>
          <p:nvPr/>
        </p:nvSpPr>
        <p:spPr>
          <a:xfrm rot="5400000" flipH="1">
            <a:off x="2235139" y="2564700"/>
            <a:ext cx="51438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31" name="Google Shape;531;p104"/>
          <p:cNvSpPr/>
          <p:nvPr/>
        </p:nvSpPr>
        <p:spPr>
          <a:xfrm rot="5400000" flipH="1">
            <a:off x="4637231" y="2545774"/>
            <a:ext cx="51438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32" name="Google Shape;532;p104"/>
          <p:cNvSpPr/>
          <p:nvPr/>
        </p:nvSpPr>
        <p:spPr>
          <a:xfrm flipH="1">
            <a:off x="5813" y="223031"/>
            <a:ext cx="91209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33" name="Google Shape;533;p104"/>
          <p:cNvSpPr/>
          <p:nvPr/>
        </p:nvSpPr>
        <p:spPr>
          <a:xfrm>
            <a:off x="7216050" y="-100"/>
            <a:ext cx="1928100" cy="5143500"/>
          </a:xfrm>
          <a:prstGeom prst="rect">
            <a:avLst/>
          </a:prstGeom>
          <a:solidFill>
            <a:srgbClr val="222A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_1">
    <p:spTree>
      <p:nvGrpSpPr>
        <p:cNvPr id="1" name="Shape 534"/>
        <p:cNvGrpSpPr/>
        <p:nvPr/>
      </p:nvGrpSpPr>
      <p:grpSpPr>
        <a:xfrm>
          <a:off x="0" y="0"/>
          <a:ext cx="0" cy="0"/>
          <a:chOff x="0" y="0"/>
          <a:chExt cx="0" cy="0"/>
        </a:xfrm>
      </p:grpSpPr>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Slide - Month Gant Chart">
  <p:cSld name="Title Slide_11_1_1_1_1_1_1_1_1_1_2_1_1_2">
    <p:spTree>
      <p:nvGrpSpPr>
        <p:cNvPr id="1" name="Shape 535"/>
        <p:cNvGrpSpPr/>
        <p:nvPr/>
      </p:nvGrpSpPr>
      <p:grpSpPr>
        <a:xfrm>
          <a:off x="0" y="0"/>
          <a:ext cx="0" cy="0"/>
          <a:chOff x="0" y="0"/>
          <a:chExt cx="0" cy="0"/>
        </a:xfrm>
      </p:grpSpPr>
      <p:sp>
        <p:nvSpPr>
          <p:cNvPr id="536" name="Google Shape;536;p106"/>
          <p:cNvSpPr/>
          <p:nvPr/>
        </p:nvSpPr>
        <p:spPr>
          <a:xfrm rot="5400000" flipH="1">
            <a:off x="-1025140" y="2556469"/>
            <a:ext cx="51435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537" name="Google Shape;537;p106"/>
          <p:cNvSpPr/>
          <p:nvPr/>
        </p:nvSpPr>
        <p:spPr>
          <a:xfrm flipH="1">
            <a:off x="11625" y="223031"/>
            <a:ext cx="91209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slideLayout" Target="../slideLayouts/slideLayout39.xml"/><Relationship Id="rId29" Type="http://schemas.openxmlformats.org/officeDocument/2006/relationships/slideLayout" Target="../slideLayouts/slideLayout40.xml"/><Relationship Id="rId30" Type="http://schemas.openxmlformats.org/officeDocument/2006/relationships/slideLayout" Target="../slideLayouts/slideLayout41.xml"/><Relationship Id="rId31" Type="http://schemas.openxmlformats.org/officeDocument/2006/relationships/slideLayout" Target="../slideLayouts/slideLayout42.xml"/><Relationship Id="rId32" Type="http://schemas.openxmlformats.org/officeDocument/2006/relationships/slideLayout" Target="../slideLayouts/slideLayout43.xml"/><Relationship Id="rId33" Type="http://schemas.openxmlformats.org/officeDocument/2006/relationships/slideLayout" Target="../slideLayouts/slideLayout44.xml"/><Relationship Id="rId34" Type="http://schemas.openxmlformats.org/officeDocument/2006/relationships/slideLayout" Target="../slideLayouts/slideLayout45.xml"/><Relationship Id="rId3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slideLayout" Target="../slideLayouts/slideLayout57.xml"/><Relationship Id="rId13" Type="http://schemas.openxmlformats.org/officeDocument/2006/relationships/slideLayout" Target="../slideLayouts/slideLayout58.xml"/><Relationship Id="rId14" Type="http://schemas.openxmlformats.org/officeDocument/2006/relationships/slideLayout" Target="../slideLayouts/slideLayout59.xml"/><Relationship Id="rId15" Type="http://schemas.openxmlformats.org/officeDocument/2006/relationships/slideLayout" Target="../slideLayouts/slideLayout60.xml"/><Relationship Id="rId16" Type="http://schemas.openxmlformats.org/officeDocument/2006/relationships/slideLayout" Target="../slideLayouts/slideLayout61.xml"/><Relationship Id="rId17" Type="http://schemas.openxmlformats.org/officeDocument/2006/relationships/slideLayout" Target="../slideLayouts/slideLayout62.xml"/><Relationship Id="rId18" Type="http://schemas.openxmlformats.org/officeDocument/2006/relationships/slideLayout" Target="../slideLayouts/slideLayout63.xml"/><Relationship Id="rId19" Type="http://schemas.openxmlformats.org/officeDocument/2006/relationships/slideLayout" Target="../slideLayouts/slideLayout64.xml"/><Relationship Id="rId20" Type="http://schemas.openxmlformats.org/officeDocument/2006/relationships/slideLayout" Target="../slideLayouts/slideLayout65.xml"/><Relationship Id="rId21" Type="http://schemas.openxmlformats.org/officeDocument/2006/relationships/slideLayout" Target="../slideLayouts/slideLayout66.xml"/><Relationship Id="rId22" Type="http://schemas.openxmlformats.org/officeDocument/2006/relationships/slideLayout" Target="../slideLayouts/slideLayout67.xml"/><Relationship Id="rId23" Type="http://schemas.openxmlformats.org/officeDocument/2006/relationships/slideLayout" Target="../slideLayouts/slideLayout68.xml"/><Relationship Id="rId24" Type="http://schemas.openxmlformats.org/officeDocument/2006/relationships/slideLayout" Target="../slideLayouts/slideLayout69.xml"/><Relationship Id="rId25" Type="http://schemas.openxmlformats.org/officeDocument/2006/relationships/slideLayout" Target="../slideLayouts/slideLayout70.xml"/><Relationship Id="rId26" Type="http://schemas.openxmlformats.org/officeDocument/2006/relationships/slideLayout" Target="../slideLayouts/slideLayout71.xml"/><Relationship Id="rId27" Type="http://schemas.openxmlformats.org/officeDocument/2006/relationships/slideLayout" Target="../slideLayouts/slideLayout72.xml"/><Relationship Id="rId28" Type="http://schemas.openxmlformats.org/officeDocument/2006/relationships/slideLayout" Target="../slideLayouts/slideLayout73.xml"/><Relationship Id="rId29" Type="http://schemas.openxmlformats.org/officeDocument/2006/relationships/slideLayout" Target="../slideLayouts/slideLayout74.xml"/><Relationship Id="rId30" Type="http://schemas.openxmlformats.org/officeDocument/2006/relationships/slideLayout" Target="../slideLayouts/slideLayout75.xml"/><Relationship Id="rId3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slideLayout" Target="../slideLayouts/slideLayout77.xml"/><Relationship Id="rId3" Type="http://schemas.openxmlformats.org/officeDocument/2006/relationships/slideLayout" Target="../slideLayouts/slideLayout78.xml"/><Relationship Id="rId4" Type="http://schemas.openxmlformats.org/officeDocument/2006/relationships/slideLayout" Target="../slideLayouts/slideLayout79.xml"/><Relationship Id="rId5" Type="http://schemas.openxmlformats.org/officeDocument/2006/relationships/slideLayout" Target="../slideLayouts/slideLayout80.xml"/><Relationship Id="rId6" Type="http://schemas.openxmlformats.org/officeDocument/2006/relationships/slideLayout" Target="../slideLayouts/slideLayout81.xml"/><Relationship Id="rId7" Type="http://schemas.openxmlformats.org/officeDocument/2006/relationships/slideLayout" Target="../slideLayouts/slideLayout82.xml"/><Relationship Id="rId8" Type="http://schemas.openxmlformats.org/officeDocument/2006/relationships/slideLayout" Target="../slideLayouts/slideLayout83.xml"/><Relationship Id="rId9" Type="http://schemas.openxmlformats.org/officeDocument/2006/relationships/slideLayout" Target="../slideLayouts/slideLayout84.xml"/><Relationship Id="rId10" Type="http://schemas.openxmlformats.org/officeDocument/2006/relationships/slideLayout" Target="../slideLayouts/slideLayout85.xml"/><Relationship Id="rId11" Type="http://schemas.openxmlformats.org/officeDocument/2006/relationships/slideLayout" Target="../slideLayouts/slideLayout86.xml"/><Relationship Id="rId12" Type="http://schemas.openxmlformats.org/officeDocument/2006/relationships/slideLayout" Target="../slideLayouts/slideLayout87.xml"/><Relationship Id="rId13" Type="http://schemas.openxmlformats.org/officeDocument/2006/relationships/slideLayout" Target="../slideLayouts/slideLayout88.xml"/><Relationship Id="rId14" Type="http://schemas.openxmlformats.org/officeDocument/2006/relationships/slideLayout" Target="../slideLayouts/slideLayout89.xml"/><Relationship Id="rId15" Type="http://schemas.openxmlformats.org/officeDocument/2006/relationships/slideLayout" Target="../slideLayouts/slideLayout90.xml"/><Relationship Id="rId16" Type="http://schemas.openxmlformats.org/officeDocument/2006/relationships/slideLayout" Target="../slideLayouts/slideLayout91.xml"/><Relationship Id="rId17" Type="http://schemas.openxmlformats.org/officeDocument/2006/relationships/slideLayout" Target="../slideLayouts/slideLayout92.xml"/><Relationship Id="rId18" Type="http://schemas.openxmlformats.org/officeDocument/2006/relationships/slideLayout" Target="../slideLayouts/slideLayout93.xml"/><Relationship Id="rId19" Type="http://schemas.openxmlformats.org/officeDocument/2006/relationships/slideLayout" Target="../slideLayouts/slideLayout94.xml"/><Relationship Id="rId20" Type="http://schemas.openxmlformats.org/officeDocument/2006/relationships/slideLayout" Target="../slideLayouts/slideLayout95.xml"/><Relationship Id="rId21" Type="http://schemas.openxmlformats.org/officeDocument/2006/relationships/slideLayout" Target="../slideLayouts/slideLayout96.xml"/><Relationship Id="rId22" Type="http://schemas.openxmlformats.org/officeDocument/2006/relationships/slideLayout" Target="../slideLayouts/slideLayout97.xml"/><Relationship Id="rId23" Type="http://schemas.openxmlformats.org/officeDocument/2006/relationships/slideLayout" Target="../slideLayouts/slideLayout98.xml"/><Relationship Id="rId24" Type="http://schemas.openxmlformats.org/officeDocument/2006/relationships/slideLayout" Target="../slideLayouts/slideLayout99.xml"/><Relationship Id="rId25" Type="http://schemas.openxmlformats.org/officeDocument/2006/relationships/slideLayout" Target="../slideLayouts/slideLayout100.xml"/><Relationship Id="rId26" Type="http://schemas.openxmlformats.org/officeDocument/2006/relationships/slideLayout" Target="../slideLayouts/slideLayout101.xml"/><Relationship Id="rId27" Type="http://schemas.openxmlformats.org/officeDocument/2006/relationships/slideLayout" Target="../slideLayouts/slideLayout102.xml"/><Relationship Id="rId2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561925" y="553500"/>
            <a:ext cx="7886700" cy="328500"/>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dk1"/>
              </a:buClr>
              <a:buSzPts val="2300"/>
              <a:buFont typeface="Manrope Medium"/>
              <a:buNone/>
              <a:defRPr sz="2300" i="0" u="none" strike="noStrike" cap="none">
                <a:solidFill>
                  <a:schemeClr val="dk1"/>
                </a:solidFill>
                <a:latin typeface="Manrope Medium"/>
                <a:ea typeface="Manrope Medium"/>
                <a:cs typeface="Manrope Medium"/>
                <a:sym typeface="Manrope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561925" y="1010300"/>
            <a:ext cx="8033400" cy="3622200"/>
          </a:xfrm>
          <a:prstGeom prst="rect">
            <a:avLst/>
          </a:prstGeom>
          <a:noFill/>
          <a:ln>
            <a:noFill/>
          </a:ln>
        </p:spPr>
        <p:txBody>
          <a:bodyPr spcFirstLastPara="1" wrap="square" lIns="0" tIns="0" rIns="0" bIns="0" anchor="t" anchorCtr="0">
            <a:normAutofit/>
          </a:bodyPr>
          <a:lstStyle>
            <a:lvl1pPr marL="457200" marR="0" lvl="0" indent="-304800" algn="l" rtl="0">
              <a:lnSpc>
                <a:spcPct val="112000"/>
              </a:lnSpc>
              <a:spcBef>
                <a:spcPts val="0"/>
              </a:spcBef>
              <a:spcAft>
                <a:spcPts val="0"/>
              </a:spcAft>
              <a:buClr>
                <a:schemeClr val="dk1"/>
              </a:buClr>
              <a:buSzPts val="1200"/>
              <a:buFont typeface="Mulish Light"/>
              <a:buChar char="•"/>
              <a:defRPr sz="1200" i="0" u="none" strike="noStrike" cap="none">
                <a:solidFill>
                  <a:schemeClr val="dk1"/>
                </a:solidFill>
                <a:latin typeface="Mulish Light"/>
                <a:ea typeface="Mulish Light"/>
                <a:cs typeface="Mulish Light"/>
                <a:sym typeface="Mulish Light"/>
              </a:defRPr>
            </a:lvl1pPr>
            <a:lvl2pPr marL="914400" marR="0" lvl="1" indent="-298450" algn="l" rtl="0">
              <a:lnSpc>
                <a:spcPct val="112000"/>
              </a:lnSpc>
              <a:spcBef>
                <a:spcPts val="9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2pPr>
            <a:lvl3pPr marL="1371600" marR="0" lvl="2" indent="-298450" algn="l" rtl="0">
              <a:lnSpc>
                <a:spcPct val="112000"/>
              </a:lnSpc>
              <a:spcBef>
                <a:spcPts val="9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3pPr>
            <a:lvl4pPr marL="1828800" marR="0" lvl="3"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4pPr>
            <a:lvl5pPr marL="2286000" marR="0" lvl="4"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5pPr>
            <a:lvl6pPr marL="2743200" marR="0" lvl="5"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6pPr>
            <a:lvl7pPr marL="3200400" marR="0" lvl="6"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7pPr>
            <a:lvl8pPr marL="3657600" marR="0" lvl="7"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8pPr>
            <a:lvl9pPr marL="4114800" marR="0" lvl="8"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sp>
        <p:nvSpPr>
          <p:cNvPr id="233" name="Google Shape;233;p48"/>
          <p:cNvSpPr txBox="1">
            <a:spLocks noGrp="1"/>
          </p:cNvSpPr>
          <p:nvPr>
            <p:ph type="title"/>
          </p:nvPr>
        </p:nvSpPr>
        <p:spPr>
          <a:xfrm>
            <a:off x="561925" y="553500"/>
            <a:ext cx="7886700" cy="328500"/>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dk1"/>
              </a:buClr>
              <a:buSzPts val="2300"/>
              <a:buFont typeface="Manrope Medium"/>
              <a:buNone/>
              <a:defRPr sz="2300" i="0" u="none" strike="noStrike" cap="none">
                <a:solidFill>
                  <a:schemeClr val="dk1"/>
                </a:solidFill>
                <a:latin typeface="Manrope Medium"/>
                <a:ea typeface="Manrope Medium"/>
                <a:cs typeface="Manrope Medium"/>
                <a:sym typeface="Manrope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34" name="Google Shape;234;p48"/>
          <p:cNvSpPr txBox="1">
            <a:spLocks noGrp="1"/>
          </p:cNvSpPr>
          <p:nvPr>
            <p:ph type="body" idx="1"/>
          </p:nvPr>
        </p:nvSpPr>
        <p:spPr>
          <a:xfrm>
            <a:off x="561925" y="1010300"/>
            <a:ext cx="8033400" cy="3622200"/>
          </a:xfrm>
          <a:prstGeom prst="rect">
            <a:avLst/>
          </a:prstGeom>
          <a:noFill/>
          <a:ln>
            <a:noFill/>
          </a:ln>
        </p:spPr>
        <p:txBody>
          <a:bodyPr spcFirstLastPara="1" wrap="square" lIns="0" tIns="0" rIns="0" bIns="0" anchor="t" anchorCtr="0">
            <a:normAutofit/>
          </a:bodyPr>
          <a:lstStyle>
            <a:lvl1pPr marL="457200" marR="0" lvl="0" indent="-304800" algn="l" rtl="0">
              <a:lnSpc>
                <a:spcPct val="112000"/>
              </a:lnSpc>
              <a:spcBef>
                <a:spcPts val="0"/>
              </a:spcBef>
              <a:spcAft>
                <a:spcPts val="0"/>
              </a:spcAft>
              <a:buClr>
                <a:schemeClr val="dk1"/>
              </a:buClr>
              <a:buSzPts val="1200"/>
              <a:buFont typeface="Mulish Light"/>
              <a:buChar char="•"/>
              <a:defRPr sz="1200" i="0" u="none" strike="noStrike" cap="none">
                <a:solidFill>
                  <a:schemeClr val="dk1"/>
                </a:solidFill>
                <a:latin typeface="Mulish Light"/>
                <a:ea typeface="Mulish Light"/>
                <a:cs typeface="Mulish Light"/>
                <a:sym typeface="Mulish Light"/>
              </a:defRPr>
            </a:lvl1pPr>
            <a:lvl2pPr marL="914400" marR="0" lvl="1" indent="-298450" algn="l" rtl="0">
              <a:lnSpc>
                <a:spcPct val="112000"/>
              </a:lnSpc>
              <a:spcBef>
                <a:spcPts val="9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2pPr>
            <a:lvl3pPr marL="1371600" marR="0" lvl="2" indent="-298450" algn="l" rtl="0">
              <a:lnSpc>
                <a:spcPct val="112000"/>
              </a:lnSpc>
              <a:spcBef>
                <a:spcPts val="9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3pPr>
            <a:lvl4pPr marL="1828800" marR="0" lvl="3"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4pPr>
            <a:lvl5pPr marL="2286000" marR="0" lvl="4"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5pPr>
            <a:lvl6pPr marL="2743200" marR="0" lvl="5"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6pPr>
            <a:lvl7pPr marL="3200400" marR="0" lvl="6"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7pPr>
            <a:lvl8pPr marL="3657600" marR="0" lvl="7"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8pPr>
            <a:lvl9pPr marL="4114800" marR="0" lvl="8"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9pPr>
          </a:lstStyle>
          <a:p>
            <a:endParaRPr/>
          </a:p>
        </p:txBody>
      </p: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93"/>
        <p:cNvGrpSpPr/>
        <p:nvPr/>
      </p:nvGrpSpPr>
      <p:grpSpPr>
        <a:xfrm>
          <a:off x="0" y="0"/>
          <a:ext cx="0" cy="0"/>
          <a:chOff x="0" y="0"/>
          <a:chExt cx="0" cy="0"/>
        </a:xfrm>
      </p:grpSpPr>
      <p:sp>
        <p:nvSpPr>
          <p:cNvPr id="394" name="Google Shape;394;p79"/>
          <p:cNvSpPr txBox="1">
            <a:spLocks noGrp="1"/>
          </p:cNvSpPr>
          <p:nvPr>
            <p:ph type="title"/>
          </p:nvPr>
        </p:nvSpPr>
        <p:spPr>
          <a:xfrm>
            <a:off x="561925" y="553500"/>
            <a:ext cx="7886700" cy="328500"/>
          </a:xfrm>
          <a:prstGeom prst="rect">
            <a:avLst/>
          </a:prstGeom>
          <a:noFill/>
          <a:ln>
            <a:noFill/>
          </a:ln>
        </p:spPr>
        <p:txBody>
          <a:bodyPr spcFirstLastPara="1" wrap="square" lIns="0" tIns="0" rIns="0" bIns="0" anchor="ctr" anchorCtr="0">
            <a:normAutofit/>
          </a:bodyPr>
          <a:lstStyle>
            <a:lvl1pPr marR="0" lvl="0" algn="l">
              <a:lnSpc>
                <a:spcPct val="90000"/>
              </a:lnSpc>
              <a:spcBef>
                <a:spcPts val="0"/>
              </a:spcBef>
              <a:spcAft>
                <a:spcPts val="0"/>
              </a:spcAft>
              <a:buClr>
                <a:schemeClr val="lt1"/>
              </a:buClr>
              <a:buSzPts val="2300"/>
              <a:buFont typeface="Montserrat Medium"/>
              <a:buNone/>
              <a:defRPr sz="2300" i="0" u="none" strike="noStrike" cap="none">
                <a:solidFill>
                  <a:schemeClr val="lt1"/>
                </a:solidFill>
                <a:latin typeface="Montserrat Medium"/>
                <a:ea typeface="Montserrat Medium"/>
                <a:cs typeface="Montserrat Medium"/>
                <a:sym typeface="Montserrat Medium"/>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95" name="Google Shape;395;p79"/>
          <p:cNvSpPr txBox="1">
            <a:spLocks noGrp="1"/>
          </p:cNvSpPr>
          <p:nvPr>
            <p:ph type="body" idx="1"/>
          </p:nvPr>
        </p:nvSpPr>
        <p:spPr>
          <a:xfrm>
            <a:off x="561925" y="1010300"/>
            <a:ext cx="8033400" cy="3622200"/>
          </a:xfrm>
          <a:prstGeom prst="rect">
            <a:avLst/>
          </a:prstGeom>
          <a:noFill/>
          <a:ln>
            <a:noFill/>
          </a:ln>
        </p:spPr>
        <p:txBody>
          <a:bodyPr spcFirstLastPara="1" wrap="square" lIns="0" tIns="0" rIns="0" bIns="0" anchor="t" anchorCtr="0">
            <a:normAutofit/>
          </a:bodyPr>
          <a:lstStyle>
            <a:lvl1pPr marL="457200" marR="0" lvl="0" indent="-304800" algn="l">
              <a:lnSpc>
                <a:spcPct val="112000"/>
              </a:lnSpc>
              <a:spcBef>
                <a:spcPts val="0"/>
              </a:spcBef>
              <a:spcAft>
                <a:spcPts val="0"/>
              </a:spcAft>
              <a:buClr>
                <a:schemeClr val="lt1"/>
              </a:buClr>
              <a:buSzPts val="1200"/>
              <a:buFont typeface="Mulish Light"/>
              <a:buChar char="•"/>
              <a:defRPr sz="1200" i="0" u="none" strike="noStrike" cap="none">
                <a:solidFill>
                  <a:schemeClr val="lt1"/>
                </a:solidFill>
                <a:latin typeface="Mulish Light"/>
                <a:ea typeface="Mulish Light"/>
                <a:cs typeface="Mulish Light"/>
                <a:sym typeface="Mulish Light"/>
              </a:defRPr>
            </a:lvl1pPr>
            <a:lvl2pPr marL="914400" marR="0" lvl="1" indent="-298450" algn="l">
              <a:lnSpc>
                <a:spcPct val="112000"/>
              </a:lnSpc>
              <a:spcBef>
                <a:spcPts val="9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2pPr>
            <a:lvl3pPr marL="1371600" marR="0" lvl="2" indent="-298450" algn="l">
              <a:lnSpc>
                <a:spcPct val="112000"/>
              </a:lnSpc>
              <a:spcBef>
                <a:spcPts val="9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3pPr>
            <a:lvl4pPr marL="1828800" marR="0" lvl="3"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4pPr>
            <a:lvl5pPr marL="2286000" marR="0" lvl="4"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5pPr>
            <a:lvl6pPr marL="2743200" marR="0" lvl="5"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6pPr>
            <a:lvl7pPr marL="3200400" marR="0" lvl="6"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7pPr>
            <a:lvl8pPr marL="3657600" marR="0" lvl="7"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8pPr>
            <a:lvl9pPr marL="4114800" marR="0" lvl="8"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9pPr>
          </a:lstStyle>
          <a:p>
            <a:endParaRPr/>
          </a:p>
        </p:txBody>
      </p:sp>
    </p:spTree>
  </p:cSld>
  <p:clrMap bg1="lt1" tx1="dk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xml"/><Relationship Id="rId3"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0.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1"/>
        <p:cNvGrpSpPr/>
        <p:nvPr/>
      </p:nvGrpSpPr>
      <p:grpSpPr>
        <a:xfrm>
          <a:off x="0" y="0"/>
          <a:ext cx="0" cy="0"/>
          <a:chOff x="0" y="0"/>
          <a:chExt cx="0" cy="0"/>
        </a:xfrm>
      </p:grpSpPr>
      <p:sp>
        <p:nvSpPr>
          <p:cNvPr id="542" name="Google Shape;542;p107"/>
          <p:cNvSpPr txBox="1"/>
          <p:nvPr/>
        </p:nvSpPr>
        <p:spPr>
          <a:xfrm>
            <a:off x="4235636" y="1622513"/>
            <a:ext cx="299400" cy="6312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Clr>
                <a:schemeClr val="dk1"/>
              </a:buClr>
              <a:buSzPts val="5000"/>
              <a:buFont typeface="Arial"/>
              <a:buNone/>
            </a:pPr>
            <a:r>
              <a:rPr lang="en" sz="4100" b="1">
                <a:solidFill>
                  <a:schemeClr val="lt1"/>
                </a:solidFill>
                <a:latin typeface="Manrope"/>
                <a:ea typeface="Manrope"/>
                <a:cs typeface="Manrope"/>
                <a:sym typeface="Manrope"/>
              </a:rPr>
              <a:t>+</a:t>
            </a:r>
            <a:endParaRPr sz="4100" b="1">
              <a:solidFill>
                <a:srgbClr val="FFFFFF"/>
              </a:solidFill>
              <a:latin typeface="Manrope"/>
              <a:ea typeface="Manrope"/>
              <a:cs typeface="Manrope"/>
              <a:sym typeface="Manrope"/>
            </a:endParaRPr>
          </a:p>
        </p:txBody>
      </p:sp>
      <p:sp>
        <p:nvSpPr>
          <p:cNvPr id="543" name="Google Shape;543;p107"/>
          <p:cNvSpPr txBox="1"/>
          <p:nvPr/>
        </p:nvSpPr>
        <p:spPr>
          <a:xfrm>
            <a:off x="566475" y="3157357"/>
            <a:ext cx="6606300" cy="253885"/>
          </a:xfrm>
          <a:prstGeom prst="rect">
            <a:avLst/>
          </a:prstGeom>
          <a:noFill/>
          <a:ln>
            <a:noFill/>
          </a:ln>
        </p:spPr>
        <p:txBody>
          <a:bodyPr spcFirstLastPara="1" wrap="square" lIns="0" tIns="34275" rIns="0" bIns="34275" anchor="ctr" anchorCtr="0">
            <a:spAutoFit/>
          </a:bodyPr>
          <a:lstStyle/>
          <a:p>
            <a:pPr marL="0" lvl="0" indent="0" algn="l" rtl="0">
              <a:spcBef>
                <a:spcPts val="0"/>
              </a:spcBef>
              <a:spcAft>
                <a:spcPts val="0"/>
              </a:spcAft>
              <a:buClr>
                <a:srgbClr val="000000"/>
              </a:buClr>
              <a:buSzPts val="2100"/>
              <a:buFont typeface="Arial"/>
              <a:buNone/>
            </a:pPr>
            <a:r>
              <a:rPr lang="en" sz="1200" dirty="0">
                <a:solidFill>
                  <a:schemeClr val="lt1"/>
                </a:solidFill>
                <a:latin typeface="Manrope ExtraLight"/>
                <a:ea typeface="Manrope ExtraLight"/>
                <a:cs typeface="Manrope ExtraLight"/>
                <a:sym typeface="Manrope ExtraLight"/>
              </a:rPr>
              <a:t>Igor Eulalio, Senior Sales Engineer - Latin America</a:t>
            </a:r>
            <a:endParaRPr sz="1200" dirty="0">
              <a:solidFill>
                <a:schemeClr val="lt1"/>
              </a:solidFill>
              <a:latin typeface="Manrope ExtraLight"/>
              <a:ea typeface="Manrope ExtraLight"/>
              <a:cs typeface="Manrope ExtraLight"/>
              <a:sym typeface="Manrope ExtraLight"/>
            </a:endParaRPr>
          </a:p>
        </p:txBody>
      </p:sp>
      <p:sp>
        <p:nvSpPr>
          <p:cNvPr id="544" name="Google Shape;544;p107"/>
          <p:cNvSpPr/>
          <p:nvPr/>
        </p:nvSpPr>
        <p:spPr>
          <a:xfrm>
            <a:off x="566475" y="2915563"/>
            <a:ext cx="8001000" cy="90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45" name="Google Shape;545;p107"/>
          <p:cNvPicPr preferRelativeResize="0"/>
          <p:nvPr/>
        </p:nvPicPr>
        <p:blipFill>
          <a:blip r:embed="rId4">
            <a:alphaModFix/>
          </a:blip>
          <a:stretch>
            <a:fillRect/>
          </a:stretch>
        </p:blipFill>
        <p:spPr>
          <a:xfrm>
            <a:off x="4865925" y="1443975"/>
            <a:ext cx="2148450" cy="9882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108"/>
          <p:cNvSpPr txBox="1">
            <a:spLocks noGrp="1"/>
          </p:cNvSpPr>
          <p:nvPr>
            <p:ph type="title"/>
          </p:nvPr>
        </p:nvSpPr>
        <p:spPr>
          <a:xfrm>
            <a:off x="1280160" y="2252400"/>
            <a:ext cx="7159200" cy="6624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
              <a:t>Resultados de la POC</a:t>
            </a:r>
            <a:endParaRPr sz="1867"/>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109"/>
          <p:cNvSpPr/>
          <p:nvPr/>
        </p:nvSpPr>
        <p:spPr>
          <a:xfrm>
            <a:off x="5581650" y="570550"/>
            <a:ext cx="3162300" cy="4031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1000" b="1">
                <a:solidFill>
                  <a:schemeClr val="accent1"/>
                </a:solidFill>
                <a:latin typeface="Mulish"/>
                <a:ea typeface="Mulish"/>
                <a:cs typeface="Mulish"/>
                <a:sym typeface="Mulish"/>
              </a:rPr>
              <a:t>Executive Summary  </a:t>
            </a:r>
            <a:r>
              <a:rPr lang="en" sz="1000">
                <a:solidFill>
                  <a:schemeClr val="accent1"/>
                </a:solidFill>
                <a:highlight>
                  <a:schemeClr val="accent1"/>
                </a:highlight>
                <a:latin typeface="Mulish SemiBold"/>
                <a:ea typeface="Mulish SemiBold"/>
                <a:cs typeface="Mulish SemiBold"/>
                <a:sym typeface="Mulish SemiBold"/>
              </a:rPr>
              <a:t> </a:t>
            </a:r>
            <a:r>
              <a:rPr lang="en" sz="1000">
                <a:solidFill>
                  <a:schemeClr val="lt1"/>
                </a:solidFill>
                <a:highlight>
                  <a:schemeClr val="accent1"/>
                </a:highlight>
                <a:latin typeface="Mulish SemiBold"/>
                <a:ea typeface="Mulish SemiBold"/>
                <a:cs typeface="Mulish SemiBold"/>
                <a:sym typeface="Mulish SemiBold"/>
              </a:rPr>
              <a:t>       </a:t>
            </a:r>
            <a:r>
              <a:rPr lang="en" sz="1000">
                <a:solidFill>
                  <a:srgbClr val="000000"/>
                </a:solidFill>
                <a:latin typeface="Mulish SemiBold"/>
                <a:ea typeface="Mulish SemiBold"/>
                <a:cs typeface="Mulish SemiBold"/>
                <a:sym typeface="Mulish SemiBold"/>
              </a:rPr>
              <a:t>  </a:t>
            </a:r>
            <a:endParaRPr sz="1000">
              <a:solidFill>
                <a:srgbClr val="000000"/>
              </a:solidFill>
              <a:latin typeface="Mulish SemiBold"/>
              <a:ea typeface="Mulish SemiBold"/>
              <a:cs typeface="Mulish SemiBold"/>
              <a:sym typeface="Mulish SemiBold"/>
            </a:endParaRPr>
          </a:p>
          <a:p>
            <a:pPr marL="0" marR="0" lvl="0" indent="0" algn="l" rtl="0">
              <a:lnSpc>
                <a:spcPct val="100000"/>
              </a:lnSpc>
              <a:spcBef>
                <a:spcPts val="800"/>
              </a:spcBef>
              <a:spcAft>
                <a:spcPts val="0"/>
              </a:spcAft>
              <a:buClr>
                <a:srgbClr val="000000"/>
              </a:buClr>
              <a:buSzPts val="2300"/>
              <a:buFont typeface="Arial"/>
              <a:buNone/>
            </a:pPr>
            <a:r>
              <a:rPr lang="en" sz="2300">
                <a:solidFill>
                  <a:schemeClr val="dk1"/>
                </a:solidFill>
                <a:latin typeface="Manrope Medium"/>
                <a:ea typeface="Manrope Medium"/>
                <a:cs typeface="Manrope Medium"/>
                <a:sym typeface="Manrope Medium"/>
              </a:rPr>
              <a:t>Orca Cloud Security Platform</a:t>
            </a:r>
            <a:endParaRPr sz="2300">
              <a:solidFill>
                <a:schemeClr val="dk1"/>
              </a:solidFill>
              <a:latin typeface="Manrope Medium"/>
              <a:ea typeface="Manrope Medium"/>
              <a:cs typeface="Manrope Medium"/>
              <a:sym typeface="Manrope Medium"/>
            </a:endParaRPr>
          </a:p>
          <a:p>
            <a:pPr marL="342900" lvl="0" indent="-228600" algn="l" rtl="0">
              <a:lnSpc>
                <a:spcPct val="112000"/>
              </a:lnSpc>
              <a:spcBef>
                <a:spcPts val="1400"/>
              </a:spcBef>
              <a:spcAft>
                <a:spcPts val="0"/>
              </a:spcAft>
              <a:buClr>
                <a:schemeClr val="accent1"/>
              </a:buClr>
              <a:buSzPts val="1000"/>
              <a:buFont typeface="Mulish SemiBold"/>
              <a:buChar char="●"/>
            </a:pPr>
            <a:r>
              <a:rPr lang="en" sz="1100" b="1">
                <a:solidFill>
                  <a:schemeClr val="dk1"/>
                </a:solidFill>
                <a:latin typeface="Mulish"/>
                <a:ea typeface="Mulish"/>
                <a:cs typeface="Mulish"/>
                <a:sym typeface="Mulish"/>
              </a:rPr>
              <a:t>Alcance</a:t>
            </a:r>
            <a:r>
              <a:rPr lang="en" sz="1000" b="1">
                <a:solidFill>
                  <a:schemeClr val="dk1"/>
                </a:solidFill>
                <a:latin typeface="Mulish"/>
                <a:ea typeface="Mulish"/>
                <a:cs typeface="Mulish"/>
                <a:sym typeface="Mulish"/>
              </a:rPr>
              <a:t> </a:t>
            </a:r>
            <a:br>
              <a:rPr lang="en" sz="1000">
                <a:solidFill>
                  <a:schemeClr val="dk1"/>
                </a:solidFill>
                <a:latin typeface="Mulish Light"/>
                <a:ea typeface="Mulish Light"/>
                <a:cs typeface="Mulish Light"/>
                <a:sym typeface="Mulish Light"/>
              </a:rPr>
            </a:br>
            <a:r>
              <a:rPr lang="en" sz="900">
                <a:solidFill>
                  <a:schemeClr val="dk1"/>
                </a:solidFill>
                <a:latin typeface="Mulish Light"/>
                <a:ea typeface="Mulish Light"/>
                <a:cs typeface="Mulish Light"/>
                <a:sym typeface="Mulish Light"/>
              </a:rPr>
              <a:t>Proporcione visibilidad y cobertura total en toda su cartera de servicios en la nube.</a:t>
            </a:r>
            <a:endParaRPr sz="900">
              <a:solidFill>
                <a:schemeClr val="dk1"/>
              </a:solidFill>
              <a:latin typeface="Mulish Light"/>
              <a:ea typeface="Mulish Light"/>
              <a:cs typeface="Mulish Light"/>
              <a:sym typeface="Mulish Light"/>
            </a:endParaRPr>
          </a:p>
          <a:p>
            <a:pPr marL="342900" lvl="0" indent="-228600" algn="l" rtl="0">
              <a:lnSpc>
                <a:spcPct val="112000"/>
              </a:lnSpc>
              <a:spcBef>
                <a:spcPts val="600"/>
              </a:spcBef>
              <a:spcAft>
                <a:spcPts val="0"/>
              </a:spcAft>
              <a:buClr>
                <a:schemeClr val="accent1"/>
              </a:buClr>
              <a:buSzPts val="1000"/>
              <a:buFont typeface="Mulish SemiBold"/>
              <a:buChar char="●"/>
            </a:pPr>
            <a:r>
              <a:rPr lang="en" sz="1100" b="1">
                <a:solidFill>
                  <a:schemeClr val="dk1"/>
                </a:solidFill>
                <a:latin typeface="Mulish"/>
                <a:ea typeface="Mulish"/>
                <a:cs typeface="Mulish"/>
                <a:sym typeface="Mulish"/>
              </a:rPr>
              <a:t>Contexto</a:t>
            </a:r>
            <a:r>
              <a:rPr lang="en" sz="1000">
                <a:solidFill>
                  <a:schemeClr val="dk1"/>
                </a:solidFill>
                <a:latin typeface="Mulish SemiBold"/>
                <a:ea typeface="Mulish SemiBold"/>
                <a:cs typeface="Mulish SemiBold"/>
                <a:sym typeface="Mulish SemiBold"/>
              </a:rPr>
              <a:t> </a:t>
            </a:r>
            <a:br>
              <a:rPr lang="en" sz="1000">
                <a:solidFill>
                  <a:schemeClr val="dk1"/>
                </a:solidFill>
                <a:latin typeface="Mulish SemiBold"/>
                <a:ea typeface="Mulish SemiBold"/>
                <a:cs typeface="Mulish SemiBold"/>
                <a:sym typeface="Mulish SemiBold"/>
              </a:rPr>
            </a:br>
            <a:r>
              <a:rPr lang="en" sz="900">
                <a:solidFill>
                  <a:schemeClr val="dk1"/>
                </a:solidFill>
                <a:latin typeface="Mulish Light"/>
                <a:ea typeface="Mulish Light"/>
                <a:cs typeface="Mulish Light"/>
                <a:sym typeface="Mulish Light"/>
              </a:rPr>
              <a:t>Los hallazgos de seguridad en la nube se entienden mejor como vectores de ataque, en lugar de alertas aisladas</a:t>
            </a:r>
            <a:endParaRPr sz="1000">
              <a:solidFill>
                <a:schemeClr val="dk1"/>
              </a:solidFill>
              <a:latin typeface="Mulish Light"/>
              <a:ea typeface="Mulish Light"/>
              <a:cs typeface="Mulish Light"/>
              <a:sym typeface="Mulish Light"/>
            </a:endParaRPr>
          </a:p>
          <a:p>
            <a:pPr marL="342900" lvl="0" indent="-228600" algn="l" rtl="0">
              <a:lnSpc>
                <a:spcPct val="112000"/>
              </a:lnSpc>
              <a:spcBef>
                <a:spcPts val="600"/>
              </a:spcBef>
              <a:spcAft>
                <a:spcPts val="0"/>
              </a:spcAft>
              <a:buClr>
                <a:schemeClr val="accent1"/>
              </a:buClr>
              <a:buSzPts val="1000"/>
              <a:buFont typeface="Mulish SemiBold"/>
              <a:buChar char="●"/>
            </a:pPr>
            <a:r>
              <a:rPr lang="en" sz="1100" b="1">
                <a:solidFill>
                  <a:schemeClr val="dk1"/>
                </a:solidFill>
                <a:latin typeface="Mulish"/>
                <a:ea typeface="Mulish"/>
                <a:cs typeface="Mulish"/>
                <a:sym typeface="Mulish"/>
              </a:rPr>
              <a:t>Comprensión</a:t>
            </a:r>
            <a:br>
              <a:rPr lang="en" sz="1100" b="1">
                <a:solidFill>
                  <a:schemeClr val="dk1"/>
                </a:solidFill>
                <a:latin typeface="Mulish"/>
                <a:ea typeface="Mulish"/>
                <a:cs typeface="Mulish"/>
                <a:sym typeface="Mulish"/>
              </a:rPr>
            </a:br>
            <a:r>
              <a:rPr lang="en" sz="900">
                <a:solidFill>
                  <a:schemeClr val="dk1"/>
                </a:solidFill>
                <a:latin typeface="Mulish Light"/>
                <a:ea typeface="Mulish Light"/>
                <a:cs typeface="Mulish Light"/>
                <a:sym typeface="Mulish Light"/>
              </a:rPr>
              <a:t>La nube debe estar completamente protegida: una solución que detecte todos los riesgos de seguridad.</a:t>
            </a:r>
            <a:endParaRPr sz="900">
              <a:solidFill>
                <a:schemeClr val="dk1"/>
              </a:solidFill>
              <a:latin typeface="Mulish Light"/>
              <a:ea typeface="Mulish Light"/>
              <a:cs typeface="Mulish Light"/>
              <a:sym typeface="Mulish Light"/>
            </a:endParaRPr>
          </a:p>
          <a:p>
            <a:pPr marL="342900" lvl="0" indent="-228600" algn="l" rtl="0">
              <a:lnSpc>
                <a:spcPct val="112000"/>
              </a:lnSpc>
              <a:spcBef>
                <a:spcPts val="600"/>
              </a:spcBef>
              <a:spcAft>
                <a:spcPts val="600"/>
              </a:spcAft>
              <a:buClr>
                <a:schemeClr val="accent1"/>
              </a:buClr>
              <a:buSzPts val="1000"/>
              <a:buFont typeface="Mulish SemiBold"/>
              <a:buChar char="●"/>
            </a:pPr>
            <a:r>
              <a:rPr lang="en" sz="1100" b="1">
                <a:solidFill>
                  <a:schemeClr val="dk1"/>
                </a:solidFill>
                <a:latin typeface="Mulish"/>
                <a:ea typeface="Mulish"/>
                <a:cs typeface="Mulish"/>
                <a:sym typeface="Mulish"/>
              </a:rPr>
              <a:t>Consumo de datos</a:t>
            </a:r>
            <a:r>
              <a:rPr lang="en" sz="1000">
                <a:solidFill>
                  <a:schemeClr val="dk1"/>
                </a:solidFill>
                <a:latin typeface="Mulish SemiBold"/>
                <a:ea typeface="Mulish SemiBold"/>
                <a:cs typeface="Mulish SemiBold"/>
                <a:sym typeface="Mulish SemiBold"/>
              </a:rPr>
              <a:t> </a:t>
            </a:r>
            <a:br>
              <a:rPr lang="en" sz="1000">
                <a:solidFill>
                  <a:schemeClr val="dk1"/>
                </a:solidFill>
                <a:latin typeface="Mulish SemiBold"/>
                <a:ea typeface="Mulish SemiBold"/>
                <a:cs typeface="Mulish SemiBold"/>
                <a:sym typeface="Mulish SemiBold"/>
              </a:rPr>
            </a:br>
            <a:r>
              <a:rPr lang="en" sz="900">
                <a:solidFill>
                  <a:schemeClr val="dk1"/>
                </a:solidFill>
                <a:latin typeface="Mulish Light"/>
                <a:ea typeface="Mulish Light"/>
                <a:cs typeface="Mulish Light"/>
                <a:sym typeface="Mulish Light"/>
              </a:rPr>
              <a:t>Ingiera una gran cantidad de datos y conviértalos en consumibles y procesables para que los equipos puedan usarlos en la toma de decisiones.</a:t>
            </a:r>
            <a:endParaRPr sz="1200">
              <a:solidFill>
                <a:schemeClr val="dk1"/>
              </a:solidFill>
              <a:latin typeface="Manrope SemiBold"/>
              <a:ea typeface="Manrope SemiBold"/>
              <a:cs typeface="Manrope SemiBold"/>
              <a:sym typeface="Manrope SemiBold"/>
            </a:endParaRPr>
          </a:p>
        </p:txBody>
      </p:sp>
      <p:pic>
        <p:nvPicPr>
          <p:cNvPr id="557" name="Google Shape;557;p109"/>
          <p:cNvPicPr preferRelativeResize="0"/>
          <p:nvPr/>
        </p:nvPicPr>
        <p:blipFill rotWithShape="1">
          <a:blip r:embed="rId3">
            <a:alphaModFix/>
          </a:blip>
          <a:srcRect t="855" b="845"/>
          <a:stretch/>
        </p:blipFill>
        <p:spPr>
          <a:xfrm>
            <a:off x="-997575" y="828450"/>
            <a:ext cx="6198300" cy="3486600"/>
          </a:xfrm>
          <a:prstGeom prst="roundRect">
            <a:avLst>
              <a:gd name="adj" fmla="val 16667"/>
            </a:avLst>
          </a:prstGeom>
          <a:noFill/>
          <a:ln>
            <a:noFill/>
          </a:ln>
          <a:effectLst>
            <a:outerShdw blurRad="57150" dist="19050" dir="5400000" algn="bl" rotWithShape="0">
              <a:srgbClr val="000000">
                <a:alpha val="50000"/>
              </a:srgbClr>
            </a:outerShdw>
            <a:reflection endPos="30000" dist="38100" dir="5400000" fadeDir="5400012"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110"/>
          <p:cNvSpPr/>
          <p:nvPr/>
        </p:nvSpPr>
        <p:spPr>
          <a:xfrm>
            <a:off x="599450" y="2699450"/>
            <a:ext cx="1945200" cy="1429800"/>
          </a:xfrm>
          <a:prstGeom prst="rect">
            <a:avLst/>
          </a:prstGeom>
          <a:noFill/>
          <a:ln>
            <a:noFill/>
          </a:ln>
        </p:spPr>
        <p:txBody>
          <a:bodyPr spcFirstLastPara="1" wrap="square" lIns="205725" tIns="0" rIns="205725" bIns="205725" anchor="t" anchorCtr="0">
            <a:noAutofit/>
          </a:bodyPr>
          <a:lstStyle/>
          <a:p>
            <a:pPr marL="0" lvl="0" indent="0" algn="ctr" rtl="0">
              <a:lnSpc>
                <a:spcPct val="90000"/>
              </a:lnSpc>
              <a:spcBef>
                <a:spcPts val="0"/>
              </a:spcBef>
              <a:spcAft>
                <a:spcPts val="0"/>
              </a:spcAft>
              <a:buClr>
                <a:srgbClr val="000000"/>
              </a:buClr>
              <a:buSzPts val="2300"/>
              <a:buFont typeface="Arial"/>
              <a:buNone/>
            </a:pPr>
            <a:r>
              <a:rPr lang="en" sz="1200">
                <a:solidFill>
                  <a:schemeClr val="dk1"/>
                </a:solidFill>
                <a:latin typeface="Manrope SemiBold"/>
                <a:ea typeface="Manrope SemiBold"/>
                <a:cs typeface="Manrope SemiBold"/>
                <a:sym typeface="Manrope SemiBold"/>
              </a:rPr>
              <a:t>Visibilidade</a:t>
            </a:r>
            <a:endParaRPr sz="1200">
              <a:solidFill>
                <a:schemeClr val="dk1"/>
              </a:solidFill>
              <a:latin typeface="Manrope SemiBold"/>
              <a:ea typeface="Manrope SemiBold"/>
              <a:cs typeface="Manrope SemiBold"/>
              <a:sym typeface="Manrope SemiBold"/>
            </a:endParaRPr>
          </a:p>
          <a:p>
            <a:pPr marL="0" lvl="0" indent="0" algn="ctr" rtl="0">
              <a:lnSpc>
                <a:spcPct val="115000"/>
              </a:lnSpc>
              <a:spcBef>
                <a:spcPts val="800"/>
              </a:spcBef>
              <a:spcAft>
                <a:spcPts val="0"/>
              </a:spcAft>
              <a:buClr>
                <a:srgbClr val="000000"/>
              </a:buClr>
              <a:buSzPts val="2300"/>
              <a:buFont typeface="Arial"/>
              <a:buNone/>
            </a:pPr>
            <a:r>
              <a:rPr lang="en" sz="1100">
                <a:solidFill>
                  <a:schemeClr val="dk1"/>
                </a:solidFill>
                <a:latin typeface="Manrope Light"/>
                <a:ea typeface="Manrope Light"/>
                <a:cs typeface="Manrope Light"/>
                <a:sym typeface="Manrope Light"/>
              </a:rPr>
              <a:t>Proporcionamos un inventario completo de todo su entorno de nube en minutos.</a:t>
            </a:r>
            <a:endParaRPr sz="1100">
              <a:solidFill>
                <a:schemeClr val="dk1"/>
              </a:solidFill>
              <a:latin typeface="Manrope Light"/>
              <a:ea typeface="Manrope Light"/>
              <a:cs typeface="Manrope Light"/>
              <a:sym typeface="Manrope Light"/>
            </a:endParaRPr>
          </a:p>
        </p:txBody>
      </p:sp>
      <p:sp>
        <p:nvSpPr>
          <p:cNvPr id="563" name="Google Shape;563;p110"/>
          <p:cNvSpPr/>
          <p:nvPr/>
        </p:nvSpPr>
        <p:spPr>
          <a:xfrm>
            <a:off x="1229150" y="1762353"/>
            <a:ext cx="685800" cy="685800"/>
          </a:xfrm>
          <a:prstGeom prst="rect">
            <a:avLst/>
          </a:prstGeom>
          <a:noFill/>
          <a:ln w="19050" cap="flat" cmpd="sng">
            <a:solidFill>
              <a:srgbClr val="A9B2C7"/>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800">
                <a:solidFill>
                  <a:srgbClr val="A9B2C7"/>
                </a:solidFill>
                <a:latin typeface="Mulish"/>
                <a:ea typeface="Mulish"/>
                <a:cs typeface="Mulish"/>
                <a:sym typeface="Mulish"/>
              </a:rPr>
              <a:t>ICON GOES HERE</a:t>
            </a:r>
            <a:endParaRPr sz="800">
              <a:solidFill>
                <a:srgbClr val="A9B2C7"/>
              </a:solidFill>
              <a:latin typeface="Mulish"/>
              <a:ea typeface="Mulish"/>
              <a:cs typeface="Mulish"/>
              <a:sym typeface="Mulish"/>
            </a:endParaRPr>
          </a:p>
        </p:txBody>
      </p:sp>
      <p:sp>
        <p:nvSpPr>
          <p:cNvPr id="564" name="Google Shape;564;p110"/>
          <p:cNvSpPr/>
          <p:nvPr/>
        </p:nvSpPr>
        <p:spPr>
          <a:xfrm>
            <a:off x="2626800" y="2699450"/>
            <a:ext cx="1945200" cy="1429800"/>
          </a:xfrm>
          <a:prstGeom prst="rect">
            <a:avLst/>
          </a:prstGeom>
          <a:noFill/>
          <a:ln>
            <a:noFill/>
          </a:ln>
        </p:spPr>
        <p:txBody>
          <a:bodyPr spcFirstLastPara="1" wrap="square" lIns="205725" tIns="0" rIns="205725" bIns="205725" anchor="t" anchorCtr="0">
            <a:noAutofit/>
          </a:bodyPr>
          <a:lstStyle/>
          <a:p>
            <a:pPr marL="0" lvl="0" indent="0" algn="ctr" rtl="0">
              <a:lnSpc>
                <a:spcPct val="90000"/>
              </a:lnSpc>
              <a:spcBef>
                <a:spcPts val="0"/>
              </a:spcBef>
              <a:spcAft>
                <a:spcPts val="0"/>
              </a:spcAft>
              <a:buClr>
                <a:srgbClr val="000000"/>
              </a:buClr>
              <a:buSzPts val="2300"/>
              <a:buFont typeface="Arial"/>
              <a:buNone/>
            </a:pPr>
            <a:r>
              <a:rPr lang="en" sz="1200">
                <a:solidFill>
                  <a:schemeClr val="dk1"/>
                </a:solidFill>
                <a:latin typeface="Manrope SemiBold"/>
                <a:ea typeface="Manrope SemiBold"/>
                <a:cs typeface="Manrope SemiBold"/>
                <a:sym typeface="Manrope SemiBold"/>
              </a:rPr>
              <a:t>Exposicion</a:t>
            </a:r>
            <a:endParaRPr sz="1200">
              <a:solidFill>
                <a:schemeClr val="dk1"/>
              </a:solidFill>
              <a:latin typeface="Manrope SemiBold"/>
              <a:ea typeface="Manrope SemiBold"/>
              <a:cs typeface="Manrope SemiBold"/>
              <a:sym typeface="Manrope SemiBold"/>
            </a:endParaRPr>
          </a:p>
          <a:p>
            <a:pPr marL="0" lvl="0" indent="0" algn="ctr" rtl="0">
              <a:lnSpc>
                <a:spcPct val="115000"/>
              </a:lnSpc>
              <a:spcBef>
                <a:spcPts val="800"/>
              </a:spcBef>
              <a:spcAft>
                <a:spcPts val="0"/>
              </a:spcAft>
              <a:buClr>
                <a:srgbClr val="000000"/>
              </a:buClr>
              <a:buSzPts val="2300"/>
              <a:buFont typeface="Arial"/>
              <a:buNone/>
            </a:pPr>
            <a:r>
              <a:rPr lang="en" sz="1100">
                <a:solidFill>
                  <a:schemeClr val="dk1"/>
                </a:solidFill>
                <a:latin typeface="Manrope Light"/>
                <a:ea typeface="Manrope Light"/>
                <a:cs typeface="Manrope Light"/>
                <a:sym typeface="Manrope Light"/>
              </a:rPr>
              <a:t>Comprenda qué recursos están expuestos, cómo y en qué orden deben priorizarse.</a:t>
            </a:r>
            <a:endParaRPr sz="1100">
              <a:solidFill>
                <a:schemeClr val="dk1"/>
              </a:solidFill>
              <a:latin typeface="Manrope Light"/>
              <a:ea typeface="Manrope Light"/>
              <a:cs typeface="Manrope Light"/>
              <a:sym typeface="Manrope Light"/>
            </a:endParaRPr>
          </a:p>
        </p:txBody>
      </p:sp>
      <p:sp>
        <p:nvSpPr>
          <p:cNvPr id="565" name="Google Shape;565;p110"/>
          <p:cNvSpPr/>
          <p:nvPr/>
        </p:nvSpPr>
        <p:spPr>
          <a:xfrm>
            <a:off x="3256500" y="1762353"/>
            <a:ext cx="685800" cy="685800"/>
          </a:xfrm>
          <a:prstGeom prst="rect">
            <a:avLst/>
          </a:prstGeom>
          <a:noFill/>
          <a:ln w="19050" cap="flat" cmpd="sng">
            <a:solidFill>
              <a:srgbClr val="A9B2C7"/>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800">
                <a:solidFill>
                  <a:srgbClr val="A9B2C7"/>
                </a:solidFill>
                <a:latin typeface="Mulish"/>
                <a:ea typeface="Mulish"/>
                <a:cs typeface="Mulish"/>
                <a:sym typeface="Mulish"/>
              </a:rPr>
              <a:t>ICON GOES HERE</a:t>
            </a:r>
            <a:endParaRPr sz="800">
              <a:solidFill>
                <a:srgbClr val="A9B2C7"/>
              </a:solidFill>
              <a:latin typeface="Mulish"/>
              <a:ea typeface="Mulish"/>
              <a:cs typeface="Mulish"/>
              <a:sym typeface="Mulish"/>
            </a:endParaRPr>
          </a:p>
        </p:txBody>
      </p:sp>
      <p:sp>
        <p:nvSpPr>
          <p:cNvPr id="566" name="Google Shape;566;p110"/>
          <p:cNvSpPr/>
          <p:nvPr/>
        </p:nvSpPr>
        <p:spPr>
          <a:xfrm>
            <a:off x="4612550" y="2699450"/>
            <a:ext cx="1945200" cy="1429800"/>
          </a:xfrm>
          <a:prstGeom prst="rect">
            <a:avLst/>
          </a:prstGeom>
          <a:noFill/>
          <a:ln>
            <a:noFill/>
          </a:ln>
        </p:spPr>
        <p:txBody>
          <a:bodyPr spcFirstLastPara="1" wrap="square" lIns="205725" tIns="0" rIns="205725" bIns="205725" anchor="t" anchorCtr="0">
            <a:noAutofit/>
          </a:bodyPr>
          <a:lstStyle/>
          <a:p>
            <a:pPr marL="0" lvl="0" indent="0" algn="ctr" rtl="0">
              <a:lnSpc>
                <a:spcPct val="90000"/>
              </a:lnSpc>
              <a:spcBef>
                <a:spcPts val="0"/>
              </a:spcBef>
              <a:spcAft>
                <a:spcPts val="0"/>
              </a:spcAft>
              <a:buClr>
                <a:srgbClr val="000000"/>
              </a:buClr>
              <a:buSzPts val="2300"/>
              <a:buFont typeface="Arial"/>
              <a:buNone/>
            </a:pPr>
            <a:r>
              <a:rPr lang="en" sz="1200">
                <a:solidFill>
                  <a:schemeClr val="dk1"/>
                </a:solidFill>
                <a:latin typeface="Manrope SemiBold"/>
                <a:ea typeface="Manrope SemiBold"/>
                <a:cs typeface="Manrope SemiBold"/>
                <a:sym typeface="Manrope SemiBold"/>
              </a:rPr>
              <a:t>Seguridad de datos</a:t>
            </a:r>
            <a:endParaRPr sz="1200">
              <a:solidFill>
                <a:schemeClr val="dk1"/>
              </a:solidFill>
              <a:latin typeface="Manrope SemiBold"/>
              <a:ea typeface="Manrope SemiBold"/>
              <a:cs typeface="Manrope SemiBold"/>
              <a:sym typeface="Manrope SemiBold"/>
            </a:endParaRPr>
          </a:p>
          <a:p>
            <a:pPr marL="0" lvl="0" indent="0" algn="ctr" rtl="0">
              <a:lnSpc>
                <a:spcPct val="115000"/>
              </a:lnSpc>
              <a:spcBef>
                <a:spcPts val="800"/>
              </a:spcBef>
              <a:spcAft>
                <a:spcPts val="0"/>
              </a:spcAft>
              <a:buClr>
                <a:srgbClr val="000000"/>
              </a:buClr>
              <a:buSzPts val="2300"/>
              <a:buFont typeface="Arial"/>
              <a:buNone/>
            </a:pPr>
            <a:r>
              <a:rPr lang="en" sz="1100">
                <a:solidFill>
                  <a:schemeClr val="dk1"/>
                </a:solidFill>
                <a:latin typeface="Manrope Light"/>
                <a:ea typeface="Manrope Light"/>
                <a:cs typeface="Manrope Light"/>
                <a:sym typeface="Manrope Light"/>
              </a:rPr>
              <a:t>Encuentre todos los datos confidenciales en su entorno de nube y priorice los activos según corresponda.</a:t>
            </a:r>
            <a:endParaRPr sz="1100">
              <a:solidFill>
                <a:schemeClr val="dk1"/>
              </a:solidFill>
              <a:latin typeface="Manrope Light"/>
              <a:ea typeface="Manrope Light"/>
              <a:cs typeface="Manrope Light"/>
              <a:sym typeface="Manrope Light"/>
            </a:endParaRPr>
          </a:p>
          <a:p>
            <a:pPr marL="0" lvl="0" indent="0" algn="ctr" rtl="0">
              <a:lnSpc>
                <a:spcPct val="115000"/>
              </a:lnSpc>
              <a:spcBef>
                <a:spcPts val="0"/>
              </a:spcBef>
              <a:spcAft>
                <a:spcPts val="0"/>
              </a:spcAft>
              <a:buClr>
                <a:srgbClr val="000000"/>
              </a:buClr>
              <a:buSzPts val="2300"/>
              <a:buFont typeface="Arial"/>
              <a:buNone/>
            </a:pPr>
            <a:endParaRPr sz="1100">
              <a:solidFill>
                <a:schemeClr val="dk1"/>
              </a:solidFill>
              <a:latin typeface="Manrope Light"/>
              <a:ea typeface="Manrope Light"/>
              <a:cs typeface="Manrope Light"/>
              <a:sym typeface="Manrope Light"/>
            </a:endParaRPr>
          </a:p>
          <a:p>
            <a:pPr marL="0" lvl="0" indent="0" algn="ctr" rtl="0">
              <a:lnSpc>
                <a:spcPct val="115000"/>
              </a:lnSpc>
              <a:spcBef>
                <a:spcPts val="0"/>
              </a:spcBef>
              <a:spcAft>
                <a:spcPts val="0"/>
              </a:spcAft>
              <a:buClr>
                <a:srgbClr val="000000"/>
              </a:buClr>
              <a:buSzPts val="2300"/>
              <a:buFont typeface="Arial"/>
              <a:buNone/>
            </a:pPr>
            <a:endParaRPr sz="1100">
              <a:solidFill>
                <a:schemeClr val="dk1"/>
              </a:solidFill>
              <a:latin typeface="Manrope Light"/>
              <a:ea typeface="Manrope Light"/>
              <a:cs typeface="Manrope Light"/>
              <a:sym typeface="Manrope Light"/>
            </a:endParaRPr>
          </a:p>
        </p:txBody>
      </p:sp>
      <p:sp>
        <p:nvSpPr>
          <p:cNvPr id="567" name="Google Shape;567;p110"/>
          <p:cNvSpPr/>
          <p:nvPr/>
        </p:nvSpPr>
        <p:spPr>
          <a:xfrm>
            <a:off x="6640050" y="2699450"/>
            <a:ext cx="1945200" cy="1429800"/>
          </a:xfrm>
          <a:prstGeom prst="rect">
            <a:avLst/>
          </a:prstGeom>
          <a:noFill/>
          <a:ln>
            <a:noFill/>
          </a:ln>
        </p:spPr>
        <p:txBody>
          <a:bodyPr spcFirstLastPara="1" wrap="square" lIns="205725" tIns="0" rIns="205725" bIns="205725" anchor="t" anchorCtr="0">
            <a:noAutofit/>
          </a:bodyPr>
          <a:lstStyle/>
          <a:p>
            <a:pPr marL="0" lvl="0" indent="0" algn="ctr" rtl="0">
              <a:lnSpc>
                <a:spcPct val="90000"/>
              </a:lnSpc>
              <a:spcBef>
                <a:spcPts val="0"/>
              </a:spcBef>
              <a:spcAft>
                <a:spcPts val="0"/>
              </a:spcAft>
              <a:buClr>
                <a:srgbClr val="000000"/>
              </a:buClr>
              <a:buSzPts val="2300"/>
              <a:buFont typeface="Arial"/>
              <a:buNone/>
            </a:pPr>
            <a:r>
              <a:rPr lang="en" sz="1200">
                <a:solidFill>
                  <a:schemeClr val="dk1"/>
                </a:solidFill>
                <a:latin typeface="Manrope SemiBold"/>
                <a:ea typeface="Manrope SemiBold"/>
                <a:cs typeface="Manrope SemiBold"/>
                <a:sym typeface="Manrope SemiBold"/>
              </a:rPr>
              <a:t>Gestión de vulnerabilidades</a:t>
            </a:r>
            <a:endParaRPr sz="1200">
              <a:solidFill>
                <a:schemeClr val="dk1"/>
              </a:solidFill>
              <a:latin typeface="Manrope SemiBold"/>
              <a:ea typeface="Manrope SemiBold"/>
              <a:cs typeface="Manrope SemiBold"/>
              <a:sym typeface="Manrope SemiBold"/>
            </a:endParaRPr>
          </a:p>
          <a:p>
            <a:pPr marL="0" lvl="0" indent="0" algn="ctr" rtl="0">
              <a:lnSpc>
                <a:spcPct val="115000"/>
              </a:lnSpc>
              <a:spcBef>
                <a:spcPts val="800"/>
              </a:spcBef>
              <a:spcAft>
                <a:spcPts val="0"/>
              </a:spcAft>
              <a:buClr>
                <a:srgbClr val="000000"/>
              </a:buClr>
              <a:buSzPts val="2300"/>
              <a:buFont typeface="Arial"/>
              <a:buNone/>
            </a:pPr>
            <a:r>
              <a:rPr lang="en" sz="1100">
                <a:solidFill>
                  <a:schemeClr val="dk1"/>
                </a:solidFill>
                <a:latin typeface="Manrope Light"/>
                <a:ea typeface="Manrope Light"/>
                <a:cs typeface="Manrope Light"/>
                <a:sym typeface="Manrope Light"/>
              </a:rPr>
              <a:t>Descubra y priorice las vulnerabilidades críticas que afectan recursos como máquinas virtuales, servidores sin servidor, código e imágenes.</a:t>
            </a:r>
            <a:endParaRPr sz="1100">
              <a:solidFill>
                <a:schemeClr val="dk1"/>
              </a:solidFill>
              <a:latin typeface="Manrope Light"/>
              <a:ea typeface="Manrope Light"/>
              <a:cs typeface="Manrope Light"/>
              <a:sym typeface="Manrope Light"/>
            </a:endParaRPr>
          </a:p>
          <a:p>
            <a:pPr marL="0" lvl="0" indent="0" algn="ctr" rtl="0">
              <a:lnSpc>
                <a:spcPct val="115000"/>
              </a:lnSpc>
              <a:spcBef>
                <a:spcPts val="0"/>
              </a:spcBef>
              <a:spcAft>
                <a:spcPts val="0"/>
              </a:spcAft>
              <a:buClr>
                <a:srgbClr val="000000"/>
              </a:buClr>
              <a:buSzPts val="2300"/>
              <a:buFont typeface="Arial"/>
              <a:buNone/>
            </a:pPr>
            <a:endParaRPr sz="1100">
              <a:solidFill>
                <a:schemeClr val="dk1"/>
              </a:solidFill>
              <a:latin typeface="Manrope Light"/>
              <a:ea typeface="Manrope Light"/>
              <a:cs typeface="Manrope Light"/>
              <a:sym typeface="Manrope Light"/>
            </a:endParaRPr>
          </a:p>
        </p:txBody>
      </p:sp>
      <p:sp>
        <p:nvSpPr>
          <p:cNvPr id="568" name="Google Shape;568;p110"/>
          <p:cNvSpPr/>
          <p:nvPr/>
        </p:nvSpPr>
        <p:spPr>
          <a:xfrm>
            <a:off x="5255750" y="1762191"/>
            <a:ext cx="685800" cy="685800"/>
          </a:xfrm>
          <a:prstGeom prst="rect">
            <a:avLst/>
          </a:prstGeom>
          <a:noFill/>
          <a:ln w="19050" cap="flat" cmpd="sng">
            <a:solidFill>
              <a:srgbClr val="A9B2C7"/>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800">
                <a:solidFill>
                  <a:srgbClr val="A9B2C7"/>
                </a:solidFill>
                <a:latin typeface="Mulish"/>
                <a:ea typeface="Mulish"/>
                <a:cs typeface="Mulish"/>
                <a:sym typeface="Mulish"/>
              </a:rPr>
              <a:t>ICON GOES HERE</a:t>
            </a:r>
            <a:endParaRPr sz="800">
              <a:solidFill>
                <a:srgbClr val="A9B2C7"/>
              </a:solidFill>
              <a:latin typeface="Mulish"/>
              <a:ea typeface="Mulish"/>
              <a:cs typeface="Mulish"/>
              <a:sym typeface="Mulish"/>
            </a:endParaRPr>
          </a:p>
        </p:txBody>
      </p:sp>
      <p:sp>
        <p:nvSpPr>
          <p:cNvPr id="569" name="Google Shape;569;p110"/>
          <p:cNvSpPr/>
          <p:nvPr/>
        </p:nvSpPr>
        <p:spPr>
          <a:xfrm>
            <a:off x="563750" y="543875"/>
            <a:ext cx="8043000" cy="784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0000"/>
              </a:buClr>
              <a:buSzPts val="2300"/>
              <a:buFont typeface="Arial"/>
              <a:buNone/>
            </a:pPr>
            <a:r>
              <a:rPr lang="en" sz="1000" b="1" dirty="0" err="1">
                <a:solidFill>
                  <a:schemeClr val="accent1"/>
                </a:solidFill>
                <a:latin typeface="Mulish"/>
                <a:ea typeface="Mulish"/>
                <a:cs typeface="Mulish"/>
                <a:sym typeface="Mulish"/>
              </a:rPr>
              <a:t>Criterios</a:t>
            </a:r>
            <a:r>
              <a:rPr lang="en" sz="1000" b="1" dirty="0">
                <a:solidFill>
                  <a:schemeClr val="accent1"/>
                </a:solidFill>
                <a:latin typeface="Mulish"/>
                <a:ea typeface="Mulish"/>
                <a:cs typeface="Mulish"/>
                <a:sym typeface="Mulish"/>
              </a:rPr>
              <a:t> de </a:t>
            </a:r>
            <a:r>
              <a:rPr lang="en" sz="1000" b="1" dirty="0" err="1">
                <a:solidFill>
                  <a:schemeClr val="accent1"/>
                </a:solidFill>
                <a:latin typeface="Mulish"/>
                <a:ea typeface="Mulish"/>
                <a:cs typeface="Mulish"/>
                <a:sym typeface="Mulish"/>
              </a:rPr>
              <a:t>avaliação</a:t>
            </a:r>
            <a:endParaRPr sz="2300" dirty="0">
              <a:latin typeface="Manrope SemiBold"/>
              <a:ea typeface="Manrope SemiBold"/>
              <a:cs typeface="Manrope SemiBold"/>
              <a:sym typeface="Manrope SemiBold"/>
            </a:endParaRPr>
          </a:p>
          <a:p>
            <a:pPr marL="0" lvl="0" indent="0" algn="l" rtl="0">
              <a:lnSpc>
                <a:spcPct val="90000"/>
              </a:lnSpc>
              <a:spcBef>
                <a:spcPts val="800"/>
              </a:spcBef>
              <a:spcAft>
                <a:spcPts val="0"/>
              </a:spcAft>
              <a:buClr>
                <a:srgbClr val="000000"/>
              </a:buClr>
              <a:buSzPts val="800"/>
              <a:buFont typeface="Arial"/>
              <a:buNone/>
            </a:pPr>
            <a:r>
              <a:rPr lang="en" sz="2300" dirty="0">
                <a:latin typeface="Manrope Medium"/>
                <a:ea typeface="Manrope Medium"/>
                <a:cs typeface="Manrope Medium"/>
                <a:sym typeface="Manrope Medium"/>
              </a:rPr>
              <a:t>POC Success Criteria</a:t>
            </a:r>
            <a:endParaRPr sz="2300" dirty="0">
              <a:solidFill>
                <a:srgbClr val="000000"/>
              </a:solidFill>
              <a:latin typeface="Manrope Medium"/>
              <a:ea typeface="Manrope Medium"/>
              <a:cs typeface="Manrope Medium"/>
              <a:sym typeface="Manrope Medium"/>
            </a:endParaRPr>
          </a:p>
          <a:p>
            <a:pPr marL="0" lvl="0" indent="0" algn="l" rtl="0">
              <a:lnSpc>
                <a:spcPct val="115000"/>
              </a:lnSpc>
              <a:spcBef>
                <a:spcPts val="0"/>
              </a:spcBef>
              <a:spcAft>
                <a:spcPts val="0"/>
              </a:spcAft>
              <a:buClr>
                <a:srgbClr val="000000"/>
              </a:buClr>
              <a:buSzPts val="2300"/>
              <a:buFont typeface="Arial"/>
              <a:buNone/>
            </a:pPr>
            <a:r>
              <a:rPr lang="en" sz="1300" dirty="0">
                <a:solidFill>
                  <a:schemeClr val="dk1"/>
                </a:solidFill>
                <a:highlight>
                  <a:schemeClr val="lt1"/>
                </a:highlight>
                <a:latin typeface="Manrope"/>
                <a:ea typeface="Manrope"/>
                <a:cs typeface="Manrope"/>
                <a:sym typeface="Manrope"/>
              </a:rPr>
              <a:t>El </a:t>
            </a:r>
            <a:r>
              <a:rPr lang="en" sz="1300" dirty="0" err="1">
                <a:solidFill>
                  <a:schemeClr val="dk1"/>
                </a:solidFill>
                <a:highlight>
                  <a:schemeClr val="lt1"/>
                </a:highlight>
                <a:latin typeface="Manrope"/>
                <a:ea typeface="Manrope"/>
                <a:cs typeface="Manrope"/>
                <a:sym typeface="Manrope"/>
              </a:rPr>
              <a:t>equipo</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identificó</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los</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siguientes</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elementos</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como</a:t>
            </a:r>
            <a:r>
              <a:rPr lang="en" sz="1300" dirty="0">
                <a:solidFill>
                  <a:schemeClr val="dk1"/>
                </a:solidFill>
                <a:highlight>
                  <a:schemeClr val="lt1"/>
                </a:highlight>
                <a:latin typeface="Manrope"/>
                <a:ea typeface="Manrope"/>
                <a:cs typeface="Manrope"/>
                <a:sym typeface="Manrope"/>
              </a:rPr>
              <a:t> sus </a:t>
            </a:r>
            <a:r>
              <a:rPr lang="en" sz="1300" dirty="0" err="1">
                <a:solidFill>
                  <a:schemeClr val="dk1"/>
                </a:solidFill>
                <a:highlight>
                  <a:schemeClr val="lt1"/>
                </a:highlight>
                <a:latin typeface="Manrope"/>
                <a:ea typeface="Manrope"/>
                <a:cs typeface="Manrope"/>
                <a:sym typeface="Manrope"/>
              </a:rPr>
              <a:t>principales</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prioridades</a:t>
            </a:r>
            <a:r>
              <a:rPr lang="en" sz="1300" dirty="0">
                <a:solidFill>
                  <a:schemeClr val="dk1"/>
                </a:solidFill>
                <a:highlight>
                  <a:schemeClr val="lt1"/>
                </a:highlight>
                <a:latin typeface="Manrope"/>
                <a:ea typeface="Manrope"/>
                <a:cs typeface="Manrope"/>
                <a:sym typeface="Manrope"/>
              </a:rPr>
              <a:t> para </a:t>
            </a:r>
            <a:r>
              <a:rPr lang="en" sz="1300" dirty="0" err="1">
                <a:solidFill>
                  <a:schemeClr val="dk1"/>
                </a:solidFill>
                <a:highlight>
                  <a:schemeClr val="lt1"/>
                </a:highlight>
                <a:latin typeface="Manrope"/>
                <a:ea typeface="Manrope"/>
                <a:cs typeface="Manrope"/>
                <a:sym typeface="Manrope"/>
              </a:rPr>
              <a:t>el</a:t>
            </a:r>
            <a:r>
              <a:rPr lang="en" sz="1300" dirty="0">
                <a:solidFill>
                  <a:schemeClr val="dk1"/>
                </a:solidFill>
                <a:highlight>
                  <a:schemeClr val="lt1"/>
                </a:highlight>
                <a:latin typeface="Manrope"/>
                <a:ea typeface="Manrope"/>
                <a:cs typeface="Manrope"/>
                <a:sym typeface="Manrope"/>
              </a:rPr>
              <a:t> POV:</a:t>
            </a:r>
            <a:endParaRPr sz="2300" b="1" dirty="0">
              <a:solidFill>
                <a:srgbClr val="595959"/>
              </a:solidFill>
              <a:highlight>
                <a:schemeClr val="lt1"/>
              </a:highlight>
              <a:latin typeface="Manrope"/>
              <a:ea typeface="Manrope"/>
              <a:cs typeface="Manrope"/>
              <a:sym typeface="Manrope"/>
            </a:endParaRPr>
          </a:p>
        </p:txBody>
      </p:sp>
      <p:sp>
        <p:nvSpPr>
          <p:cNvPr id="570" name="Google Shape;570;p110"/>
          <p:cNvSpPr/>
          <p:nvPr/>
        </p:nvSpPr>
        <p:spPr>
          <a:xfrm flipH="1">
            <a:off x="566444" y="1506688"/>
            <a:ext cx="80376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71" name="Google Shape;571;p110"/>
          <p:cNvSpPr/>
          <p:nvPr/>
        </p:nvSpPr>
        <p:spPr>
          <a:xfrm>
            <a:off x="5119100" y="1744725"/>
            <a:ext cx="959400" cy="824400"/>
          </a:xfrm>
          <a:prstGeom prst="rect">
            <a:avLst/>
          </a:prstGeom>
          <a:solidFill>
            <a:schemeClr val="accent1"/>
          </a:solidFill>
          <a:ln>
            <a:noFill/>
          </a:ln>
          <a:effectLst>
            <a:outerShdw blurRad="100013" dist="9525" dir="5460000" algn="bl" rotWithShape="0">
              <a:srgbClr val="000000">
                <a:alpha val="140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72" name="Google Shape;572;p110"/>
          <p:cNvPicPr preferRelativeResize="0"/>
          <p:nvPr/>
        </p:nvPicPr>
        <p:blipFill rotWithShape="1">
          <a:blip r:embed="rId3">
            <a:alphaModFix/>
          </a:blip>
          <a:srcRect/>
          <a:stretch/>
        </p:blipFill>
        <p:spPr>
          <a:xfrm>
            <a:off x="5331224" y="1784888"/>
            <a:ext cx="507875" cy="507900"/>
          </a:xfrm>
          <a:prstGeom prst="rect">
            <a:avLst/>
          </a:prstGeom>
          <a:noFill/>
          <a:ln>
            <a:noFill/>
          </a:ln>
        </p:spPr>
      </p:pic>
      <p:sp>
        <p:nvSpPr>
          <p:cNvPr id="573" name="Google Shape;573;p110"/>
          <p:cNvSpPr txBox="1"/>
          <p:nvPr/>
        </p:nvSpPr>
        <p:spPr>
          <a:xfrm>
            <a:off x="5034200" y="2120688"/>
            <a:ext cx="1101900" cy="507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
                <a:solidFill>
                  <a:schemeClr val="lt1"/>
                </a:solidFill>
                <a:latin typeface="Mulish"/>
                <a:ea typeface="Mulish"/>
                <a:cs typeface="Mulish"/>
                <a:sym typeface="Mulish"/>
              </a:rPr>
              <a:t>DATA SECURITY POSTURE MANAGEMENT </a:t>
            </a:r>
            <a:endParaRPr sz="700"/>
          </a:p>
        </p:txBody>
      </p:sp>
      <p:sp>
        <p:nvSpPr>
          <p:cNvPr id="574" name="Google Shape;574;p110"/>
          <p:cNvSpPr/>
          <p:nvPr/>
        </p:nvSpPr>
        <p:spPr>
          <a:xfrm>
            <a:off x="1092500" y="1744725"/>
            <a:ext cx="959100" cy="824400"/>
          </a:xfrm>
          <a:prstGeom prst="rect">
            <a:avLst/>
          </a:prstGeom>
          <a:solidFill>
            <a:srgbClr val="0080FF"/>
          </a:solidFill>
          <a:ln>
            <a:noFill/>
          </a:ln>
          <a:effectLst>
            <a:outerShdw blurRad="100013" dist="9525" dir="5460000" algn="bl" rotWithShape="0">
              <a:srgbClr val="000000">
                <a:alpha val="140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75" name="Google Shape;575;p110"/>
          <p:cNvPicPr preferRelativeResize="0"/>
          <p:nvPr/>
        </p:nvPicPr>
        <p:blipFill rotWithShape="1">
          <a:blip r:embed="rId4">
            <a:alphaModFix/>
          </a:blip>
          <a:srcRect/>
          <a:stretch/>
        </p:blipFill>
        <p:spPr>
          <a:xfrm>
            <a:off x="1315323" y="1818299"/>
            <a:ext cx="498225" cy="498225"/>
          </a:xfrm>
          <a:prstGeom prst="rect">
            <a:avLst/>
          </a:prstGeom>
          <a:noFill/>
          <a:ln>
            <a:noFill/>
          </a:ln>
        </p:spPr>
      </p:pic>
      <p:sp>
        <p:nvSpPr>
          <p:cNvPr id="576" name="Google Shape;576;p110"/>
          <p:cNvSpPr/>
          <p:nvPr/>
        </p:nvSpPr>
        <p:spPr>
          <a:xfrm>
            <a:off x="1095838" y="2251350"/>
            <a:ext cx="937200" cy="2469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700">
                <a:solidFill>
                  <a:srgbClr val="FFFFFF"/>
                </a:solidFill>
                <a:latin typeface="Mulish"/>
                <a:ea typeface="Mulish"/>
                <a:cs typeface="Mulish"/>
                <a:sym typeface="Mulish"/>
              </a:rPr>
              <a:t>CLOUD INVENTORY</a:t>
            </a:r>
            <a:endParaRPr sz="700">
              <a:solidFill>
                <a:srgbClr val="FFFFFF"/>
              </a:solidFill>
              <a:latin typeface="Mulish"/>
              <a:ea typeface="Mulish"/>
              <a:cs typeface="Mulish"/>
              <a:sym typeface="Mulish"/>
            </a:endParaRPr>
          </a:p>
        </p:txBody>
      </p:sp>
      <p:sp>
        <p:nvSpPr>
          <p:cNvPr id="577" name="Google Shape;577;p110"/>
          <p:cNvSpPr/>
          <p:nvPr/>
        </p:nvSpPr>
        <p:spPr>
          <a:xfrm>
            <a:off x="3119850" y="1744725"/>
            <a:ext cx="959100" cy="824400"/>
          </a:xfrm>
          <a:prstGeom prst="rect">
            <a:avLst/>
          </a:prstGeom>
          <a:solidFill>
            <a:srgbClr val="0080FF"/>
          </a:solidFill>
          <a:ln>
            <a:noFill/>
          </a:ln>
          <a:effectLst>
            <a:outerShdw blurRad="100013" dist="9525" dir="5460000" algn="bl" rotWithShape="0">
              <a:srgbClr val="000000">
                <a:alpha val="140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78" name="Google Shape;578;p110"/>
          <p:cNvPicPr preferRelativeResize="0"/>
          <p:nvPr/>
        </p:nvPicPr>
        <p:blipFill rotWithShape="1">
          <a:blip r:embed="rId5">
            <a:alphaModFix/>
          </a:blip>
          <a:srcRect/>
          <a:stretch/>
        </p:blipFill>
        <p:spPr>
          <a:xfrm>
            <a:off x="3303624" y="1757399"/>
            <a:ext cx="563200" cy="563200"/>
          </a:xfrm>
          <a:prstGeom prst="rect">
            <a:avLst/>
          </a:prstGeom>
          <a:noFill/>
          <a:ln>
            <a:noFill/>
          </a:ln>
        </p:spPr>
      </p:pic>
      <p:sp>
        <p:nvSpPr>
          <p:cNvPr id="579" name="Google Shape;579;p110"/>
          <p:cNvSpPr/>
          <p:nvPr/>
        </p:nvSpPr>
        <p:spPr>
          <a:xfrm>
            <a:off x="3153012" y="2251350"/>
            <a:ext cx="892800" cy="2469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700">
                <a:solidFill>
                  <a:srgbClr val="FFFFFF"/>
                </a:solidFill>
                <a:latin typeface="Mulish"/>
                <a:ea typeface="Mulish"/>
                <a:cs typeface="Mulish"/>
                <a:sym typeface="Mulish"/>
              </a:rPr>
              <a:t>CLOUD POSTURE MANAGEMENT</a:t>
            </a:r>
            <a:endParaRPr sz="700">
              <a:solidFill>
                <a:srgbClr val="FFFFFF"/>
              </a:solidFill>
              <a:latin typeface="Mulish"/>
              <a:ea typeface="Mulish"/>
              <a:cs typeface="Mulish"/>
              <a:sym typeface="Mulish"/>
            </a:endParaRPr>
          </a:p>
        </p:txBody>
      </p:sp>
      <p:sp>
        <p:nvSpPr>
          <p:cNvPr id="580" name="Google Shape;580;p110"/>
          <p:cNvSpPr/>
          <p:nvPr/>
        </p:nvSpPr>
        <p:spPr>
          <a:xfrm>
            <a:off x="7151488" y="1747575"/>
            <a:ext cx="952800" cy="818700"/>
          </a:xfrm>
          <a:prstGeom prst="rect">
            <a:avLst/>
          </a:prstGeom>
          <a:solidFill>
            <a:schemeClr val="accent1"/>
          </a:solidFill>
          <a:ln>
            <a:noFill/>
          </a:ln>
          <a:effectLst>
            <a:outerShdw blurRad="100013" dist="9525" dir="5460000" algn="bl" rotWithShape="0">
              <a:srgbClr val="000000">
                <a:alpha val="140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81" name="Google Shape;581;p110"/>
          <p:cNvSpPr/>
          <p:nvPr/>
        </p:nvSpPr>
        <p:spPr>
          <a:xfrm>
            <a:off x="7171286" y="2267242"/>
            <a:ext cx="952800" cy="2151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700">
                <a:solidFill>
                  <a:schemeClr val="lt1"/>
                </a:solidFill>
                <a:latin typeface="Mulish"/>
                <a:ea typeface="Mulish"/>
                <a:cs typeface="Mulish"/>
                <a:sym typeface="Mulish"/>
              </a:rPr>
              <a:t>VULNERABILITY MANAGEMENT</a:t>
            </a:r>
            <a:endParaRPr sz="700">
              <a:solidFill>
                <a:schemeClr val="lt1"/>
              </a:solidFill>
              <a:latin typeface="Mulish"/>
              <a:ea typeface="Mulish"/>
              <a:cs typeface="Mulish"/>
              <a:sym typeface="Mulish"/>
            </a:endParaRPr>
          </a:p>
        </p:txBody>
      </p:sp>
      <p:pic>
        <p:nvPicPr>
          <p:cNvPr id="582" name="Google Shape;582;p110"/>
          <p:cNvPicPr preferRelativeResize="0"/>
          <p:nvPr/>
        </p:nvPicPr>
        <p:blipFill rotWithShape="1">
          <a:blip r:embed="rId6">
            <a:alphaModFix/>
          </a:blip>
          <a:srcRect/>
          <a:stretch/>
        </p:blipFill>
        <p:spPr>
          <a:xfrm>
            <a:off x="7355063" y="1746396"/>
            <a:ext cx="585216" cy="58521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111"/>
          <p:cNvSpPr/>
          <p:nvPr/>
        </p:nvSpPr>
        <p:spPr>
          <a:xfrm>
            <a:off x="561200" y="570550"/>
            <a:ext cx="28515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dirty="0">
                <a:solidFill>
                  <a:schemeClr val="accent1"/>
                </a:solidFill>
                <a:latin typeface="Mulish"/>
                <a:ea typeface="Mulish"/>
                <a:cs typeface="Mulish"/>
                <a:sym typeface="Mulish"/>
              </a:rPr>
              <a:t>Vulnerabilities</a:t>
            </a:r>
            <a:endParaRPr sz="1000" b="1" dirty="0">
              <a:solidFill>
                <a:schemeClr val="accent1"/>
              </a:solidFill>
              <a:latin typeface="Mulish"/>
              <a:ea typeface="Mulish"/>
              <a:cs typeface="Mulish"/>
              <a:sym typeface="Mulish"/>
            </a:endParaRPr>
          </a:p>
          <a:p>
            <a:pPr marL="0" lvl="0" indent="0" algn="l" rtl="0">
              <a:spcBef>
                <a:spcPts val="800"/>
              </a:spcBef>
              <a:spcAft>
                <a:spcPts val="0"/>
              </a:spcAft>
              <a:buNone/>
            </a:pPr>
            <a:r>
              <a:rPr lang="en" sz="2300" dirty="0">
                <a:solidFill>
                  <a:schemeClr val="dk1"/>
                </a:solidFill>
                <a:latin typeface="Manrope Medium"/>
                <a:ea typeface="Manrope Medium"/>
                <a:cs typeface="Manrope Medium"/>
                <a:sym typeface="Manrope Medium"/>
              </a:rPr>
              <a:t>Vulnerability </a:t>
            </a:r>
            <a:r>
              <a:rPr lang="en" sz="2300" dirty="0" err="1">
                <a:solidFill>
                  <a:schemeClr val="dk1"/>
                </a:solidFill>
                <a:latin typeface="Manrope Medium"/>
                <a:ea typeface="Manrope Medium"/>
                <a:cs typeface="Manrope Medium"/>
                <a:sym typeface="Manrope Medium"/>
              </a:rPr>
              <a:t>Mgmt</a:t>
            </a:r>
            <a:endParaRPr sz="2300" dirty="0">
              <a:solidFill>
                <a:schemeClr val="dk1"/>
              </a:solidFill>
              <a:latin typeface="Manrope Medium"/>
              <a:ea typeface="Manrope Medium"/>
              <a:cs typeface="Manrope Medium"/>
              <a:sym typeface="Manrope Medium"/>
            </a:endParaRPr>
          </a:p>
          <a:p>
            <a:pPr marL="342900" lvl="0" indent="-234950" algn="l" rtl="0">
              <a:lnSpc>
                <a:spcPct val="112000"/>
              </a:lnSpc>
              <a:spcBef>
                <a:spcPts val="1400"/>
              </a:spcBef>
              <a:spcAft>
                <a:spcPts val="0"/>
              </a:spcAft>
              <a:buClr>
                <a:schemeClr val="dk1"/>
              </a:buClr>
              <a:buSzPts val="1100"/>
              <a:buFont typeface="Manrope"/>
              <a:buChar char="●"/>
            </a:pPr>
            <a:r>
              <a:rPr lang="en" sz="1200" dirty="0" err="1">
                <a:solidFill>
                  <a:schemeClr val="dk1"/>
                </a:solidFill>
                <a:latin typeface="Manrope SemiBold"/>
                <a:ea typeface="Manrope SemiBold"/>
                <a:cs typeface="Manrope SemiBold"/>
                <a:sym typeface="Manrope SemiBold"/>
              </a:rPr>
              <a:t>Evaluación</a:t>
            </a:r>
            <a:r>
              <a:rPr lang="en" sz="1200" dirty="0">
                <a:solidFill>
                  <a:schemeClr val="dk1"/>
                </a:solidFill>
                <a:latin typeface="Manrope SemiBold"/>
                <a:ea typeface="Manrope SemiBold"/>
                <a:cs typeface="Manrope SemiBold"/>
                <a:sym typeface="Manrope SemiBold"/>
              </a:rPr>
              <a:t> de </a:t>
            </a:r>
            <a:r>
              <a:rPr lang="en" sz="1200" dirty="0" err="1">
                <a:solidFill>
                  <a:schemeClr val="dk1"/>
                </a:solidFill>
                <a:latin typeface="Manrope SemiBold"/>
                <a:ea typeface="Manrope SemiBold"/>
                <a:cs typeface="Manrope SemiBold"/>
                <a:sym typeface="Manrope SemiBold"/>
              </a:rPr>
              <a:t>vulnerabilidades</a:t>
            </a:r>
            <a:r>
              <a:rPr lang="en" sz="1200" dirty="0">
                <a:solidFill>
                  <a:schemeClr val="dk1"/>
                </a:solidFill>
                <a:latin typeface="Manrope SemiBold"/>
                <a:ea typeface="Manrope SemiBold"/>
                <a:cs typeface="Manrope SemiBold"/>
                <a:sym typeface="Manrope SemiBold"/>
              </a:rPr>
              <a:t> </a:t>
            </a:r>
            <a:r>
              <a:rPr lang="en" sz="1200" dirty="0" err="1">
                <a:solidFill>
                  <a:schemeClr val="dk1"/>
                </a:solidFill>
                <a:latin typeface="Manrope SemiBold"/>
                <a:ea typeface="Manrope SemiBold"/>
                <a:cs typeface="Manrope SemiBold"/>
                <a:sym typeface="Manrope SemiBold"/>
              </a:rPr>
              <a:t>basada</a:t>
            </a:r>
            <a:r>
              <a:rPr lang="en" sz="1200" dirty="0">
                <a:solidFill>
                  <a:schemeClr val="dk1"/>
                </a:solidFill>
                <a:latin typeface="Manrope SemiBold"/>
                <a:ea typeface="Manrope SemiBold"/>
                <a:cs typeface="Manrope SemiBold"/>
                <a:sym typeface="Manrope SemiBold"/>
              </a:rPr>
              <a:t> </a:t>
            </a:r>
            <a:r>
              <a:rPr lang="en" sz="1200" dirty="0" err="1">
                <a:solidFill>
                  <a:schemeClr val="dk1"/>
                </a:solidFill>
                <a:latin typeface="Manrope SemiBold"/>
                <a:ea typeface="Manrope SemiBold"/>
                <a:cs typeface="Manrope SemiBold"/>
                <a:sym typeface="Manrope SemiBold"/>
              </a:rPr>
              <a:t>en</a:t>
            </a:r>
            <a:r>
              <a:rPr lang="en" sz="1200" dirty="0">
                <a:solidFill>
                  <a:schemeClr val="dk1"/>
                </a:solidFill>
                <a:latin typeface="Manrope SemiBold"/>
                <a:ea typeface="Manrope SemiBold"/>
                <a:cs typeface="Manrope SemiBold"/>
                <a:sym typeface="Manrope SemiBold"/>
              </a:rPr>
              <a:t> </a:t>
            </a:r>
            <a:r>
              <a:rPr lang="en" sz="1200" dirty="0" err="1">
                <a:solidFill>
                  <a:schemeClr val="dk1"/>
                </a:solidFill>
                <a:latin typeface="Manrope SemiBold"/>
                <a:ea typeface="Manrope SemiBold"/>
                <a:cs typeface="Manrope SemiBold"/>
                <a:sym typeface="Manrope SemiBold"/>
              </a:rPr>
              <a:t>el</a:t>
            </a:r>
            <a:r>
              <a:rPr lang="en" sz="1200" dirty="0">
                <a:solidFill>
                  <a:schemeClr val="dk1"/>
                </a:solidFill>
                <a:latin typeface="Manrope SemiBold"/>
                <a:ea typeface="Manrope SemiBold"/>
                <a:cs typeface="Manrope SemiBold"/>
                <a:sym typeface="Manrope SemiBold"/>
              </a:rPr>
              <a:t> </a:t>
            </a:r>
            <a:r>
              <a:rPr lang="en" sz="1200" dirty="0" err="1">
                <a:solidFill>
                  <a:schemeClr val="dk1"/>
                </a:solidFill>
                <a:latin typeface="Manrope SemiBold"/>
                <a:ea typeface="Manrope SemiBold"/>
                <a:cs typeface="Manrope SemiBold"/>
                <a:sym typeface="Manrope SemiBold"/>
              </a:rPr>
              <a:t>contexto</a:t>
            </a:r>
            <a:r>
              <a:rPr lang="en" sz="1200" dirty="0">
                <a:solidFill>
                  <a:schemeClr val="dk1"/>
                </a:solidFill>
                <a:latin typeface="Manrope SemiBold"/>
                <a:ea typeface="Manrope SemiBold"/>
                <a:cs typeface="Manrope SemiBold"/>
                <a:sym typeface="Manrope SemiBold"/>
              </a:rPr>
              <a:t>:</a:t>
            </a:r>
            <a:endParaRPr sz="1300" dirty="0">
              <a:solidFill>
                <a:schemeClr val="dk1"/>
              </a:solidFill>
              <a:latin typeface="Manrope SemiBold"/>
              <a:ea typeface="Manrope SemiBold"/>
              <a:cs typeface="Manrope SemiBold"/>
              <a:sym typeface="Manrope SemiBold"/>
            </a:endParaRPr>
          </a:p>
          <a:p>
            <a:pPr marL="457200" lvl="0" indent="0" algn="l" rtl="0">
              <a:lnSpc>
                <a:spcPct val="112000"/>
              </a:lnSpc>
              <a:spcBef>
                <a:spcPts val="0"/>
              </a:spcBef>
              <a:spcAft>
                <a:spcPts val="0"/>
              </a:spcAft>
              <a:buNone/>
            </a:pPr>
            <a:r>
              <a:rPr lang="en" sz="1000" dirty="0">
                <a:solidFill>
                  <a:schemeClr val="dk1"/>
                </a:solidFill>
                <a:latin typeface="Manrope"/>
                <a:ea typeface="Manrope"/>
                <a:cs typeface="Manrope"/>
                <a:sym typeface="Manrope"/>
              </a:rPr>
              <a:t>Examine </a:t>
            </a:r>
            <a:r>
              <a:rPr lang="en" sz="1000" dirty="0" err="1">
                <a:solidFill>
                  <a:schemeClr val="dk1"/>
                </a:solidFill>
                <a:latin typeface="Manrope"/>
                <a:ea typeface="Manrope"/>
                <a:cs typeface="Manrope"/>
                <a:sym typeface="Manrope"/>
              </a:rPr>
              <a:t>rápidamente</a:t>
            </a:r>
            <a:r>
              <a:rPr lang="en" sz="1000" dirty="0">
                <a:solidFill>
                  <a:schemeClr val="dk1"/>
                </a:solidFill>
                <a:latin typeface="Manrope"/>
                <a:ea typeface="Manrope"/>
                <a:cs typeface="Manrope"/>
                <a:sym typeface="Manrope"/>
              </a:rPr>
              <a:t> </a:t>
            </a:r>
            <a:r>
              <a:rPr lang="en" sz="1000" dirty="0" err="1">
                <a:solidFill>
                  <a:schemeClr val="dk1"/>
                </a:solidFill>
                <a:latin typeface="Manrope"/>
                <a:ea typeface="Manrope"/>
                <a:cs typeface="Manrope"/>
                <a:sym typeface="Manrope"/>
              </a:rPr>
              <a:t>todo</a:t>
            </a:r>
            <a:r>
              <a:rPr lang="en" sz="1000" dirty="0">
                <a:solidFill>
                  <a:schemeClr val="dk1"/>
                </a:solidFill>
                <a:latin typeface="Manrope"/>
                <a:ea typeface="Manrope"/>
                <a:cs typeface="Manrope"/>
                <a:sym typeface="Manrope"/>
              </a:rPr>
              <a:t> </a:t>
            </a:r>
            <a:r>
              <a:rPr lang="en" sz="1000" dirty="0" err="1">
                <a:solidFill>
                  <a:schemeClr val="dk1"/>
                </a:solidFill>
                <a:latin typeface="Manrope"/>
                <a:ea typeface="Manrope"/>
                <a:cs typeface="Manrope"/>
                <a:sym typeface="Manrope"/>
              </a:rPr>
              <a:t>su</a:t>
            </a:r>
            <a:r>
              <a:rPr lang="en" sz="1000" dirty="0">
                <a:solidFill>
                  <a:schemeClr val="dk1"/>
                </a:solidFill>
                <a:latin typeface="Manrope"/>
                <a:ea typeface="Manrope"/>
                <a:cs typeface="Manrope"/>
                <a:sym typeface="Manrope"/>
              </a:rPr>
              <a:t> </a:t>
            </a:r>
            <a:r>
              <a:rPr lang="en" sz="1000" dirty="0" err="1">
                <a:solidFill>
                  <a:schemeClr val="dk1"/>
                </a:solidFill>
                <a:latin typeface="Manrope"/>
                <a:ea typeface="Manrope"/>
                <a:cs typeface="Manrope"/>
                <a:sym typeface="Manrope"/>
              </a:rPr>
              <a:t>entorno</a:t>
            </a:r>
            <a:r>
              <a:rPr lang="en" sz="1000" dirty="0">
                <a:solidFill>
                  <a:schemeClr val="dk1"/>
                </a:solidFill>
                <a:latin typeface="Manrope"/>
                <a:ea typeface="Manrope"/>
                <a:cs typeface="Manrope"/>
                <a:sym typeface="Manrope"/>
              </a:rPr>
              <a:t>, </a:t>
            </a:r>
            <a:r>
              <a:rPr lang="en" sz="1000" dirty="0" err="1">
                <a:solidFill>
                  <a:schemeClr val="dk1"/>
                </a:solidFill>
                <a:latin typeface="Manrope"/>
                <a:ea typeface="Manrope"/>
                <a:cs typeface="Manrope"/>
                <a:sym typeface="Manrope"/>
              </a:rPr>
              <a:t>priorice</a:t>
            </a:r>
            <a:r>
              <a:rPr lang="en" sz="1000" dirty="0">
                <a:solidFill>
                  <a:schemeClr val="dk1"/>
                </a:solidFill>
                <a:latin typeface="Manrope"/>
                <a:ea typeface="Manrope"/>
                <a:cs typeface="Manrope"/>
                <a:sym typeface="Manrope"/>
              </a:rPr>
              <a:t> las </a:t>
            </a:r>
            <a:r>
              <a:rPr lang="en" sz="1000" dirty="0" err="1">
                <a:solidFill>
                  <a:schemeClr val="dk1"/>
                </a:solidFill>
                <a:latin typeface="Manrope"/>
                <a:ea typeface="Manrope"/>
                <a:cs typeface="Manrope"/>
                <a:sym typeface="Manrope"/>
              </a:rPr>
              <a:t>vulnerabilidades</a:t>
            </a:r>
            <a:r>
              <a:rPr lang="en" sz="1000" dirty="0">
                <a:solidFill>
                  <a:schemeClr val="dk1"/>
                </a:solidFill>
                <a:latin typeface="Manrope"/>
                <a:ea typeface="Manrope"/>
                <a:cs typeface="Manrope"/>
                <a:sym typeface="Manrope"/>
              </a:rPr>
              <a:t> </a:t>
            </a:r>
            <a:r>
              <a:rPr lang="en" sz="1000" dirty="0" err="1">
                <a:solidFill>
                  <a:schemeClr val="dk1"/>
                </a:solidFill>
                <a:latin typeface="Manrope"/>
                <a:ea typeface="Manrope"/>
                <a:cs typeface="Manrope"/>
                <a:sym typeface="Manrope"/>
              </a:rPr>
              <a:t>realmente</a:t>
            </a:r>
            <a:r>
              <a:rPr lang="en" sz="1000" dirty="0">
                <a:solidFill>
                  <a:schemeClr val="dk1"/>
                </a:solidFill>
                <a:latin typeface="Manrope"/>
                <a:ea typeface="Manrope"/>
                <a:cs typeface="Manrope"/>
                <a:sym typeface="Manrope"/>
              </a:rPr>
              <a:t> </a:t>
            </a:r>
            <a:r>
              <a:rPr lang="en" sz="1000" dirty="0" err="1">
                <a:solidFill>
                  <a:schemeClr val="dk1"/>
                </a:solidFill>
                <a:latin typeface="Manrope"/>
                <a:ea typeface="Manrope"/>
                <a:cs typeface="Manrope"/>
                <a:sym typeface="Manrope"/>
              </a:rPr>
              <a:t>importantes</a:t>
            </a:r>
            <a:r>
              <a:rPr lang="en" sz="1000" dirty="0">
                <a:solidFill>
                  <a:schemeClr val="dk1"/>
                </a:solidFill>
                <a:latin typeface="Manrope"/>
                <a:ea typeface="Manrope"/>
                <a:cs typeface="Manrope"/>
                <a:sym typeface="Manrope"/>
              </a:rPr>
              <a:t> y </a:t>
            </a:r>
            <a:r>
              <a:rPr lang="en" sz="1000" dirty="0" err="1">
                <a:solidFill>
                  <a:schemeClr val="dk1"/>
                </a:solidFill>
                <a:latin typeface="Manrope"/>
                <a:ea typeface="Manrope"/>
                <a:cs typeface="Manrope"/>
                <a:sym typeface="Manrope"/>
              </a:rPr>
              <a:t>comprenda</a:t>
            </a:r>
            <a:r>
              <a:rPr lang="en" sz="1000" dirty="0">
                <a:solidFill>
                  <a:schemeClr val="dk1"/>
                </a:solidFill>
                <a:latin typeface="Manrope"/>
                <a:ea typeface="Manrope"/>
                <a:cs typeface="Manrope"/>
                <a:sym typeface="Manrope"/>
              </a:rPr>
              <a:t> </a:t>
            </a:r>
            <a:r>
              <a:rPr lang="en" sz="1000" dirty="0" err="1">
                <a:solidFill>
                  <a:schemeClr val="dk1"/>
                </a:solidFill>
                <a:latin typeface="Manrope"/>
                <a:ea typeface="Manrope"/>
                <a:cs typeface="Manrope"/>
                <a:sym typeface="Manrope"/>
              </a:rPr>
              <a:t>cómo</a:t>
            </a:r>
            <a:r>
              <a:rPr lang="en" sz="1000" dirty="0">
                <a:solidFill>
                  <a:schemeClr val="dk1"/>
                </a:solidFill>
                <a:latin typeface="Manrope"/>
                <a:ea typeface="Manrope"/>
                <a:cs typeface="Manrope"/>
                <a:sym typeface="Manrope"/>
              </a:rPr>
              <a:t> </a:t>
            </a:r>
            <a:r>
              <a:rPr lang="en" sz="1000" dirty="0" err="1">
                <a:solidFill>
                  <a:schemeClr val="dk1"/>
                </a:solidFill>
                <a:latin typeface="Manrope"/>
                <a:ea typeface="Manrope"/>
                <a:cs typeface="Manrope"/>
                <a:sym typeface="Manrope"/>
              </a:rPr>
              <a:t>solucionarlas</a:t>
            </a:r>
            <a:r>
              <a:rPr lang="en" sz="1000" dirty="0">
                <a:solidFill>
                  <a:schemeClr val="dk1"/>
                </a:solidFill>
                <a:latin typeface="Manrope"/>
                <a:ea typeface="Manrope"/>
                <a:cs typeface="Manrope"/>
                <a:sym typeface="Manrope"/>
              </a:rPr>
              <a:t>.</a:t>
            </a:r>
            <a:br>
              <a:rPr lang="en" sz="1000" dirty="0">
                <a:solidFill>
                  <a:schemeClr val="dk1"/>
                </a:solidFill>
                <a:latin typeface="Manrope"/>
                <a:ea typeface="Manrope"/>
                <a:cs typeface="Manrope"/>
                <a:sym typeface="Manrope"/>
              </a:rPr>
            </a:br>
            <a:endParaRPr sz="1200" dirty="0">
              <a:solidFill>
                <a:schemeClr val="dk1"/>
              </a:solidFill>
              <a:latin typeface="Manrope SemiBold"/>
              <a:ea typeface="Manrope SemiBold"/>
              <a:cs typeface="Manrope SemiBold"/>
              <a:sym typeface="Manrope SemiBold"/>
            </a:endParaRPr>
          </a:p>
          <a:p>
            <a:pPr marL="0" lvl="0" indent="0" algn="l" rtl="0">
              <a:lnSpc>
                <a:spcPct val="112000"/>
              </a:lnSpc>
              <a:spcBef>
                <a:spcPts val="0"/>
              </a:spcBef>
              <a:spcAft>
                <a:spcPts val="0"/>
              </a:spcAft>
              <a:buNone/>
            </a:pPr>
            <a:r>
              <a:rPr lang="en" sz="1200" dirty="0">
                <a:solidFill>
                  <a:schemeClr val="dk1"/>
                </a:solidFill>
                <a:latin typeface="Manrope SemiBold"/>
                <a:ea typeface="Manrope SemiBold"/>
                <a:cs typeface="Manrope SemiBold"/>
                <a:sym typeface="Manrope SemiBold"/>
              </a:rPr>
              <a:t>Top Findings:</a:t>
            </a:r>
            <a:endParaRPr sz="1200" dirty="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dirty="0">
                <a:solidFill>
                  <a:srgbClr val="000000"/>
                </a:solidFill>
                <a:latin typeface="Manrope SemiBold"/>
                <a:ea typeface="Manrope SemiBold"/>
                <a:cs typeface="Manrope SemiBold"/>
                <a:sym typeface="Manrope SemiBold"/>
              </a:rPr>
              <a:t>{{metrics.vuln.exposed_crit_high_sensitive}} vulnerabilidades críticas o altas en activos expuestos con datos sensibles</a:t>
            </a:r>
            <a:endParaRPr sz="1200" dirty="0">
              <a:solidFill>
                <a:srgbClr val="FF0000"/>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dirty="0">
                <a:solidFill>
                  <a:srgbClr val="000000"/>
                </a:solidFill>
                <a:latin typeface="Manrope SemiBold"/>
                <a:ea typeface="Manrope SemiBold"/>
                <a:cs typeface="Manrope SemiBold"/>
                <a:sym typeface="Manrope SemiBold"/>
              </a:rPr>
              <a:t>{{metrics.vuln.exposed_crit_high}} vulnerabilidades críticas o altas en activos expuestos</a:t>
            </a:r>
            <a:endParaRPr lang="en" sz="1200" dirty="0">
              <a:solidFill>
                <a:srgbClr val="FF0000"/>
              </a:solidFill>
              <a:latin typeface="Manrope SemiBold"/>
              <a:ea typeface="Manrope SemiBold"/>
              <a:cs typeface="Manrope SemiBold"/>
              <a:sym typeface="Manrope SemiBold"/>
            </a:endParaRPr>
          </a:p>
          <a:p>
            <a:pPr marL="342900" lvl="0" indent="-241300">
              <a:lnSpc>
                <a:spcPct val="112000"/>
              </a:lnSpc>
              <a:buClr>
                <a:schemeClr val="dk1"/>
              </a:buClr>
              <a:buSzPts val="1200"/>
              <a:buFont typeface="Manrope SemiBold"/>
              <a:buChar char="●"/>
            </a:pPr>
            <a:r>
              <a:rPr lang="en" sz="1100" dirty="0">
                <a:solidFill>
                  <a:srgbClr val="000000"/>
                </a:solidFill>
                <a:latin typeface="Manrope"/>
                <a:ea typeface="Manrope"/>
                <a:cs typeface="Manrope"/>
                <a:sym typeface="Manrope"/>
              </a:rPr>
              <a:t>{{metrics.vuln.critical_with_fix}} vulnerabilidades críticas con parche disponible</a:t>
            </a:r>
            <a:endParaRPr sz="1100" b="1" dirty="0">
              <a:solidFill>
                <a:srgbClr val="FF0000"/>
              </a:solidFill>
              <a:latin typeface="Mulish"/>
              <a:ea typeface="Mulish"/>
              <a:cs typeface="Mulish"/>
              <a:sym typeface="Mulish"/>
            </a:endParaRPr>
          </a:p>
          <a:p>
            <a:pPr marL="342900" lvl="0" indent="-241300">
              <a:lnSpc>
                <a:spcPct val="112000"/>
              </a:lnSpc>
              <a:buClr>
                <a:schemeClr val="dk1"/>
              </a:buClr>
              <a:buSzPts val="1200"/>
              <a:buFont typeface="Manrope SemiBold"/>
              <a:buChar char="●"/>
            </a:pPr>
            <a:r>
              <a:rPr lang="en" sz="1100" dirty="0">
                <a:solidFill>
                  <a:srgbClr val="000000"/>
                </a:solidFill>
                <a:latin typeface="Manrope"/>
                <a:ea typeface="Manrope"/>
                <a:cs typeface="Manrope"/>
                <a:sym typeface="Manrope"/>
              </a:rPr>
              <a:t>{{metrics.vuln.high_with_fix}} vulnerabilidades altas con parche disponible</a:t>
            </a:r>
            <a:endParaRPr sz="1100" b="1" dirty="0">
              <a:solidFill>
                <a:srgbClr val="FF0000"/>
              </a:solidFill>
              <a:latin typeface="Mulish"/>
              <a:ea typeface="Mulish"/>
              <a:cs typeface="Mulish"/>
              <a:sym typeface="Mulish"/>
            </a:endParaRPr>
          </a:p>
          <a:p>
            <a:pPr marL="342900" lvl="0" indent="-241300">
              <a:lnSpc>
                <a:spcPct val="112000"/>
              </a:lnSpc>
              <a:buClr>
                <a:schemeClr val="dk1"/>
              </a:buClr>
              <a:buSzPts val="1200"/>
              <a:buFont typeface="Manrope SemiBold"/>
              <a:buChar char="●"/>
            </a:pPr>
            <a:r>
              <a:rPr lang="en" sz="1100" dirty="0">
                <a:solidFill>
                  <a:srgbClr val="000000"/>
                </a:solidFill>
                <a:latin typeface="Manrope"/>
                <a:ea typeface="Manrope"/>
                <a:cs typeface="Manrope"/>
                <a:sym typeface="Manrope"/>
              </a:rPr>
              <a:t>Total {{metrics.vuln.total}} vulnerabilidades</a:t>
            </a:r>
            <a:endParaRPr sz="1100" b="1" dirty="0">
              <a:solidFill>
                <a:srgbClr val="FF0000"/>
              </a:solidFill>
              <a:latin typeface="Mulish"/>
              <a:ea typeface="Mulish"/>
              <a:cs typeface="Mulish"/>
              <a:sym typeface="Mulish"/>
            </a:endParaRPr>
          </a:p>
        </p:txBody>
      </p:sp>
      <p:pic>
        <p:nvPicPr>
          <p:cNvPr id="588" name="img_vuln_dashboard"/>
          <p:cNvPicPr preferRelativeResize="0"/>
          <p:nvPr/>
        </p:nvPicPr>
        <p:blipFill>
          <a:blip r:embed="rId3">
            <a:alphaModFix/>
          </a:blip>
          <a:stretch>
            <a:fillRect/>
          </a:stretch>
        </p:blipFill>
        <p:spPr>
          <a:xfrm>
            <a:off x="3556400" y="1590050"/>
            <a:ext cx="5426504" cy="19633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112"/>
          <p:cNvSpPr/>
          <p:nvPr/>
        </p:nvSpPr>
        <p:spPr>
          <a:xfrm>
            <a:off x="561200" y="570550"/>
            <a:ext cx="31491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Visibility &amp; Prioritization</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Asset Discovery</a:t>
            </a:r>
            <a:endParaRPr sz="2300">
              <a:solidFill>
                <a:schemeClr val="dk1"/>
              </a:solidFill>
              <a:latin typeface="Manrope Medium"/>
              <a:ea typeface="Manrope Medium"/>
              <a:cs typeface="Manrope Medium"/>
              <a:sym typeface="Manrope Medium"/>
            </a:endParaRPr>
          </a:p>
          <a:p>
            <a:pPr marL="342900" lvl="0" indent="-234950" algn="l" rtl="0">
              <a:lnSpc>
                <a:spcPct val="105000"/>
              </a:lnSpc>
              <a:spcBef>
                <a:spcPts val="1400"/>
              </a:spcBef>
              <a:spcAft>
                <a:spcPts val="0"/>
              </a:spcAft>
              <a:buSzPts val="1100"/>
              <a:buFont typeface="Manrope"/>
              <a:buChar char="●"/>
            </a:pPr>
            <a:r>
              <a:rPr lang="en" sz="1200" u="sng">
                <a:solidFill>
                  <a:schemeClr val="hlink"/>
                </a:solidFill>
                <a:latin typeface="Manrope SemiBold"/>
                <a:ea typeface="Manrope SemiBold"/>
                <a:cs typeface="Manrope SemiBold"/>
                <a:sym typeface="Manrope SemiBold"/>
              </a:rPr>
              <a:t>Inventario</a:t>
            </a:r>
            <a:r>
              <a:rPr lang="en" sz="1200">
                <a:latin typeface="Manrope SemiBold"/>
                <a:ea typeface="Manrope SemiBold"/>
                <a:cs typeface="Manrope SemiBold"/>
                <a:sym typeface="Manrope SemiBold"/>
              </a:rPr>
              <a:t> </a:t>
            </a:r>
            <a:endParaRPr sz="1200">
              <a:latin typeface="Manrope SemiBold"/>
              <a:ea typeface="Manrope SemiBold"/>
              <a:cs typeface="Manrope SemiBold"/>
              <a:sym typeface="Manrope SemiBold"/>
            </a:endParaRPr>
          </a:p>
          <a:p>
            <a:pPr marL="685800" lvl="1" indent="-215900" algn="l" rtl="0">
              <a:lnSpc>
                <a:spcPct val="105000"/>
              </a:lnSpc>
              <a:spcBef>
                <a:spcPts val="1000"/>
              </a:spcBef>
              <a:spcAft>
                <a:spcPts val="0"/>
              </a:spcAft>
              <a:buSzPts val="800"/>
              <a:buFont typeface="Manrope"/>
              <a:buChar char="○"/>
            </a:pPr>
            <a:r>
              <a:rPr lang="en" sz="1000">
                <a:solidFill>
                  <a:srgbClr val="000000"/>
                </a:solidFill>
                <a:latin typeface="Manrope"/>
                <a:ea typeface="Manrope"/>
                <a:cs typeface="Manrope"/>
                <a:sym typeface="Manrope"/>
              </a:rPr>
              <a:t>{{metrics.assets.malware}} activos con malware</a:t>
            </a:r>
            <a:endParaRPr sz="1000">
              <a:latin typeface="Manrope"/>
              <a:ea typeface="Manrope"/>
              <a:cs typeface="Manrope"/>
              <a:sym typeface="Manrope"/>
            </a:endParaRPr>
          </a:p>
          <a:p>
            <a:pPr marL="685800" lvl="1" indent="-215900" algn="l" rtl="0">
              <a:lnSpc>
                <a:spcPct val="105000"/>
              </a:lnSpc>
              <a:spcBef>
                <a:spcPts val="1000"/>
              </a:spcBef>
              <a:spcAft>
                <a:spcPts val="0"/>
              </a:spcAft>
              <a:buSzPts val="800"/>
              <a:buFont typeface="Manrope"/>
              <a:buChar char="○"/>
            </a:pPr>
            <a:r>
              <a:rPr lang="en" sz="1000">
                <a:solidFill>
                  <a:srgbClr val="000000"/>
                </a:solidFill>
                <a:latin typeface="Manrope"/>
                <a:ea typeface="Manrope"/>
                <a:cs typeface="Manrope"/>
                <a:sym typeface="Manrope"/>
              </a:rPr>
              <a:t>{{metrics.assets.critical_exposed}} activos con riesgo crítico expuestos al mundo</a:t>
            </a:r>
            <a:endParaRPr sz="1000">
              <a:latin typeface="Manrope"/>
              <a:ea typeface="Manrope"/>
              <a:cs typeface="Manrope"/>
              <a:sym typeface="Manrope"/>
            </a:endParaRPr>
          </a:p>
          <a:p>
            <a:pPr marL="685800" lvl="1" indent="-215900" algn="l" rtl="0">
              <a:lnSpc>
                <a:spcPct val="105000"/>
              </a:lnSpc>
              <a:spcBef>
                <a:spcPts val="1000"/>
              </a:spcBef>
              <a:spcAft>
                <a:spcPts val="0"/>
              </a:spcAft>
              <a:buSzPts val="800"/>
              <a:buFont typeface="Manrope"/>
              <a:buChar char="○"/>
            </a:pPr>
            <a:r>
              <a:rPr lang="en" sz="1000">
                <a:solidFill>
                  <a:srgbClr val="000000"/>
                </a:solidFill>
                <a:latin typeface="Manrope"/>
                <a:ea typeface="Manrope"/>
                <a:cs typeface="Manrope"/>
                <a:sym typeface="Manrope"/>
              </a:rPr>
              <a:t>{{metrics.assets.critical}} activos con riesgo crítico</a:t>
            </a:r>
            <a:endParaRPr sz="1000">
              <a:latin typeface="Manrope"/>
              <a:ea typeface="Manrope"/>
              <a:cs typeface="Manrope"/>
              <a:sym typeface="Manrope"/>
            </a:endParaRPr>
          </a:p>
          <a:p>
            <a:pPr marL="685800" lvl="1" indent="-228600" algn="l" rtl="0">
              <a:lnSpc>
                <a:spcPct val="105000"/>
              </a:lnSpc>
              <a:spcBef>
                <a:spcPts val="1000"/>
              </a:spcBef>
              <a:spcAft>
                <a:spcPts val="0"/>
              </a:spcAft>
              <a:buSzPts val="1000"/>
              <a:buFont typeface="Manrope"/>
              <a:buChar char="○"/>
            </a:pPr>
            <a:r>
              <a:rPr lang="en" sz="1000">
                <a:solidFill>
                  <a:srgbClr val="000000"/>
                </a:solidFill>
                <a:latin typeface="Manrope"/>
                <a:ea typeface="Manrope"/>
                <a:cs typeface="Manrope"/>
                <a:sym typeface="Manrope"/>
              </a:rPr>
              <a:t>{{metrics.assets.high_exposed}} activos con riesgo alto expuestos al mundo</a:t>
            </a:r>
            <a:endParaRPr sz="1000">
              <a:latin typeface="Manrope"/>
              <a:ea typeface="Manrope"/>
              <a:cs typeface="Manrope"/>
              <a:sym typeface="Manrope"/>
            </a:endParaRPr>
          </a:p>
          <a:p>
            <a:pPr marL="685800" lvl="1" indent="-228600" algn="l" rtl="0">
              <a:lnSpc>
                <a:spcPct val="105000"/>
              </a:lnSpc>
              <a:spcBef>
                <a:spcPts val="1000"/>
              </a:spcBef>
              <a:spcAft>
                <a:spcPts val="0"/>
              </a:spcAft>
              <a:buSzPts val="1000"/>
              <a:buFont typeface="Manrope"/>
              <a:buChar char="○"/>
            </a:pPr>
            <a:r>
              <a:rPr lang="en" sz="1000" u="sng">
                <a:solidFill>
                  <a:srgbClr val="000000"/>
                </a:solidFill>
                <a:latin typeface="Manrope"/>
                <a:ea typeface="Manrope"/>
                <a:cs typeface="Manrope"/>
                <a:sym typeface="Manrope"/>
              </a:rPr>
              <a:t>{{metrics.assets.high}} activos con riesgo alto</a:t>
            </a:r>
            <a:endParaRPr sz="1000">
              <a:latin typeface="Manrope"/>
              <a:ea typeface="Manrope"/>
              <a:cs typeface="Manrope"/>
              <a:sym typeface="Manrope"/>
            </a:endParaRPr>
          </a:p>
        </p:txBody>
      </p:sp>
      <p:pic>
        <p:nvPicPr>
          <p:cNvPr id="594" name="img_inventory"/>
          <p:cNvPicPr preferRelativeResize="0"/>
          <p:nvPr/>
        </p:nvPicPr>
        <p:blipFill>
          <a:blip r:embed="rId3">
            <a:alphaModFix/>
          </a:blip>
          <a:stretch>
            <a:fillRect/>
          </a:stretch>
        </p:blipFill>
        <p:spPr>
          <a:xfrm>
            <a:off x="3845300" y="1188075"/>
            <a:ext cx="5128904" cy="26345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113"/>
          <p:cNvSpPr/>
          <p:nvPr/>
        </p:nvSpPr>
        <p:spPr>
          <a:xfrm>
            <a:off x="561200" y="570550"/>
            <a:ext cx="27624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Identity and Access</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Access Mgmt</a:t>
            </a:r>
            <a:endParaRPr sz="2300">
              <a:solidFill>
                <a:schemeClr val="dk1"/>
              </a:solidFill>
              <a:latin typeface="Manrope Medium"/>
              <a:ea typeface="Manrope Medium"/>
              <a:cs typeface="Manrope Medium"/>
              <a:sym typeface="Manrope Medium"/>
            </a:endParaRPr>
          </a:p>
          <a:p>
            <a:pPr marL="342900" lvl="0" indent="-234950" algn="l" rtl="0">
              <a:lnSpc>
                <a:spcPct val="112000"/>
              </a:lnSpc>
              <a:spcBef>
                <a:spcPts val="140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Aplicación del principio del mínimo privilegio:</a:t>
            </a:r>
            <a:endParaRPr sz="1300">
              <a:solidFill>
                <a:schemeClr val="dk1"/>
              </a:solidFill>
              <a:latin typeface="Manrope SemiBold"/>
              <a:ea typeface="Manrope SemiBold"/>
              <a:cs typeface="Manrope SemiBold"/>
              <a:sym typeface="Manrope SemiBold"/>
            </a:endParaRPr>
          </a:p>
          <a:p>
            <a:pPr marL="457200" lvl="0" indent="0" algn="l" rtl="0">
              <a:lnSpc>
                <a:spcPct val="112000"/>
              </a:lnSpc>
              <a:spcBef>
                <a:spcPts val="0"/>
              </a:spcBef>
              <a:spcAft>
                <a:spcPts val="0"/>
              </a:spcAft>
              <a:buNone/>
            </a:pPr>
            <a:r>
              <a:rPr lang="en" sz="1000">
                <a:solidFill>
                  <a:schemeClr val="dk1"/>
                </a:solidFill>
                <a:latin typeface="Manrope"/>
                <a:ea typeface="Manrope"/>
                <a:cs typeface="Manrope"/>
                <a:sym typeface="Manrope"/>
              </a:rPr>
              <a:t>Evalúe qué identidades tienen permisos excesivos, qué servicios están utilizando y exactamente cómo limitarlos a lo que realmente necesitan.</a:t>
            </a:r>
            <a:endParaRPr sz="1000">
              <a:solidFill>
                <a:schemeClr val="dk1"/>
              </a:solidFill>
              <a:latin typeface="Manrope"/>
              <a:ea typeface="Manrope"/>
              <a:cs typeface="Manrope"/>
              <a:sym typeface="Manrope"/>
            </a:endParaRPr>
          </a:p>
          <a:p>
            <a:pPr marL="457200" lvl="0" indent="0" algn="l" rtl="0">
              <a:lnSpc>
                <a:spcPct val="112000"/>
              </a:lnSpc>
              <a:spcBef>
                <a:spcPts val="0"/>
              </a:spcBef>
              <a:spcAft>
                <a:spcPts val="0"/>
              </a:spcAft>
              <a:buNone/>
            </a:pPr>
            <a:endParaRPr sz="1000">
              <a:solidFill>
                <a:schemeClr val="dk1"/>
              </a:solidFill>
              <a:latin typeface="Manrope"/>
              <a:ea typeface="Manrope"/>
              <a:cs typeface="Manrope"/>
              <a:sym typeface="Manrope"/>
            </a:endParaRPr>
          </a:p>
          <a:p>
            <a:pPr marL="342900" lvl="0" indent="-234950" algn="l" rtl="0">
              <a:lnSpc>
                <a:spcPct val="112000"/>
              </a:lnSpc>
              <a:spcBef>
                <a:spcPts val="0"/>
              </a:spcBef>
              <a:spcAft>
                <a:spcPts val="0"/>
              </a:spcAft>
              <a:buClr>
                <a:schemeClr val="dk1"/>
              </a:buClr>
              <a:buSzPts val="1100"/>
              <a:buFont typeface="Manrope"/>
              <a:buChar char="●"/>
            </a:pPr>
            <a:r>
              <a:rPr lang="en" sz="1200" u="sng">
                <a:solidFill>
                  <a:schemeClr val="hlink"/>
                </a:solidFill>
                <a:latin typeface="Manrope SemiBold"/>
                <a:ea typeface="Manrope SemiBold"/>
                <a:cs typeface="Manrope SemiBold"/>
                <a:sym typeface="Manrope SemiBold"/>
              </a:rPr>
              <a:t>Top Findings</a:t>
            </a:r>
            <a:r>
              <a:rPr lang="en" sz="1200">
                <a:solidFill>
                  <a:schemeClr val="dk1"/>
                </a:solidFill>
                <a:latin typeface="Manrope SemiBold"/>
                <a:ea typeface="Manrope SemiBold"/>
                <a:cs typeface="Manrope SemiBold"/>
                <a:sym typeface="Manrope SemiBold"/>
              </a:rPr>
              <a:t>:</a:t>
            </a:r>
            <a:endParaRPr sz="1300">
              <a:solidFill>
                <a:schemeClr val="dk1"/>
              </a:solidFill>
              <a:latin typeface="Manrope SemiBold"/>
              <a:ea typeface="Manrope SemiBold"/>
              <a:cs typeface="Manrope SemiBold"/>
              <a:sym typeface="Manrope SemiBold"/>
            </a:endParaRPr>
          </a:p>
          <a:p>
            <a:pPr marL="685800" lvl="1" indent="-228600" algn="l" rtl="0">
              <a:lnSpc>
                <a:spcPct val="112000"/>
              </a:lnSpc>
              <a:spcBef>
                <a:spcPts val="0"/>
              </a:spcBef>
              <a:spcAft>
                <a:spcPts val="0"/>
              </a:spcAft>
              <a:buClr>
                <a:schemeClr val="dk1"/>
              </a:buClr>
              <a:buSzPts val="1000"/>
              <a:buFont typeface="Manrope"/>
              <a:buChar char="○"/>
            </a:pPr>
            <a:r>
              <a:rPr lang="en" sz="1000">
                <a:solidFill>
                  <a:srgbClr val="000000"/>
                </a:solidFill>
                <a:latin typeface="Manrope"/>
                <a:ea typeface="Manrope"/>
                <a:cs typeface="Manrope"/>
                <a:sym typeface="Manrope"/>
              </a:rPr>
              <a:t>{{metrics.iam.permissive_identities}} identidades con acceso permisivo</a:t>
            </a:r>
            <a:endParaRPr sz="1000">
              <a:solidFill>
                <a:srgbClr val="FF0000"/>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a:solidFill>
                  <a:srgbClr val="000000"/>
                </a:solidFill>
                <a:latin typeface="Manrope"/>
                <a:ea typeface="Manrope"/>
                <a:cs typeface="Manrope"/>
                <a:sym typeface="Manrope"/>
              </a:rPr>
              <a:t>{{metrics.iam.attack_path_identities}} identidades que forman parte de un camino de ataque</a:t>
            </a:r>
            <a:endParaRPr sz="1000">
              <a:solidFill>
                <a:schemeClr val="dk1"/>
              </a:solidFill>
              <a:latin typeface="Manrope"/>
              <a:ea typeface="Manrope"/>
              <a:cs typeface="Manrope"/>
              <a:sym typeface="Manrope"/>
            </a:endParaRPr>
          </a:p>
        </p:txBody>
      </p:sp>
      <p:pic>
        <p:nvPicPr>
          <p:cNvPr id="600" name="Google Shape;600;p113"/>
          <p:cNvPicPr preferRelativeResize="0"/>
          <p:nvPr/>
        </p:nvPicPr>
        <p:blipFill>
          <a:blip r:embed="rId3">
            <a:alphaModFix/>
          </a:blip>
          <a:stretch>
            <a:fillRect/>
          </a:stretch>
        </p:blipFill>
        <p:spPr>
          <a:xfrm>
            <a:off x="3467300" y="692000"/>
            <a:ext cx="5515597" cy="32721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114"/>
          <p:cNvSpPr/>
          <p:nvPr/>
        </p:nvSpPr>
        <p:spPr>
          <a:xfrm>
            <a:off x="561200" y="570550"/>
            <a:ext cx="27624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Compliance Reporting</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Cloud Compliance</a:t>
            </a:r>
            <a:endParaRPr sz="2300">
              <a:solidFill>
                <a:schemeClr val="dk1"/>
              </a:solidFill>
              <a:latin typeface="Manrope Medium"/>
              <a:ea typeface="Manrope Medium"/>
              <a:cs typeface="Manrope Medium"/>
              <a:sym typeface="Manrope Medium"/>
            </a:endParaRPr>
          </a:p>
          <a:p>
            <a:pPr marL="342900" lvl="0" indent="-234950" algn="l" rtl="0">
              <a:lnSpc>
                <a:spcPct val="112000"/>
              </a:lnSpc>
              <a:spcBef>
                <a:spcPts val="140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Seguimiento del progreso del cumplimiento:</a:t>
            </a:r>
            <a:endParaRPr sz="1300">
              <a:solidFill>
                <a:schemeClr val="dk1"/>
              </a:solidFill>
              <a:latin typeface="Manrope SemiBold"/>
              <a:ea typeface="Manrope SemiBold"/>
              <a:cs typeface="Manrope SemiBold"/>
              <a:sym typeface="Manrope SemiBold"/>
            </a:endParaRPr>
          </a:p>
          <a:p>
            <a:pPr marL="457200" lvl="0" indent="0" algn="l" rtl="0">
              <a:lnSpc>
                <a:spcPct val="112000"/>
              </a:lnSpc>
              <a:spcBef>
                <a:spcPts val="0"/>
              </a:spcBef>
              <a:spcAft>
                <a:spcPts val="0"/>
              </a:spcAft>
              <a:buNone/>
            </a:pPr>
            <a:r>
              <a:rPr lang="en" sz="1000">
                <a:solidFill>
                  <a:schemeClr val="dk1"/>
                </a:solidFill>
                <a:latin typeface="Manrope"/>
                <a:ea typeface="Manrope"/>
                <a:cs typeface="Manrope"/>
                <a:sym typeface="Manrope"/>
              </a:rPr>
              <a:t>Realice un seguimiento fácil de su progreso en materia de cumplimiento en más de 200 marcos listos para usar o cree un marco personalizado que se adapte a su entorno.</a:t>
            </a:r>
            <a:br>
              <a:rPr lang="en" sz="1000">
                <a:solidFill>
                  <a:schemeClr val="dk1"/>
                </a:solidFill>
                <a:latin typeface="Manrope"/>
                <a:ea typeface="Manrope"/>
                <a:cs typeface="Manrope"/>
                <a:sym typeface="Manrope"/>
              </a:rPr>
            </a:br>
            <a:endParaRPr sz="1200">
              <a:solidFill>
                <a:schemeClr val="dk1"/>
              </a:solidFill>
              <a:latin typeface="Manrope SemiBold"/>
              <a:ea typeface="Manrope SemiBold"/>
              <a:cs typeface="Manrope SemiBold"/>
              <a:sym typeface="Manrope SemiBold"/>
            </a:endParaRPr>
          </a:p>
          <a:p>
            <a:pPr marL="342900" lvl="0" indent="-234950" algn="l" rtl="0">
              <a:lnSpc>
                <a:spcPct val="112000"/>
              </a:lnSpc>
              <a:spcBef>
                <a:spcPts val="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Customer Compliance:</a:t>
            </a:r>
            <a:endParaRPr sz="1200">
              <a:solidFill>
                <a:schemeClr val="dk1"/>
              </a:solidFill>
              <a:latin typeface="Manrope SemiBold"/>
              <a:ea typeface="Manrope SemiBold"/>
              <a:cs typeface="Manrope SemiBold"/>
              <a:sym typeface="Manrope SemiBold"/>
            </a:endParaRPr>
          </a:p>
          <a:p>
            <a:pPr marL="685800" lvl="1" indent="-228600" algn="l" rtl="0">
              <a:lnSpc>
                <a:spcPct val="112000"/>
              </a:lnSpc>
              <a:spcBef>
                <a:spcPts val="0"/>
              </a:spcBef>
              <a:spcAft>
                <a:spcPts val="0"/>
              </a:spcAft>
              <a:buClr>
                <a:schemeClr val="dk1"/>
              </a:buClr>
              <a:buSzPts val="1000"/>
              <a:buFont typeface="Manrope SemiBold"/>
              <a:buChar char="○"/>
            </a:pPr>
            <a:r>
              <a:rPr lang="en" sz="1000">
                <a:solidFill>
                  <a:schemeClr val="dk1"/>
                </a:solidFill>
                <a:latin typeface="Manrope SemiBold"/>
                <a:ea typeface="Manrope SemiBold"/>
                <a:cs typeface="Manrope SemiBold"/>
                <a:sym typeface="Manrope SemiBold"/>
              </a:rPr>
              <a:t>5 controles avaliados</a:t>
            </a:r>
            <a:endParaRPr sz="1000">
              <a:solidFill>
                <a:schemeClr val="dk1"/>
              </a:solidFill>
              <a:latin typeface="Manrope SemiBold"/>
              <a:ea typeface="Manrope SemiBold"/>
              <a:cs typeface="Manrope SemiBold"/>
              <a:sym typeface="Manrope SemiBold"/>
            </a:endParaRPr>
          </a:p>
          <a:p>
            <a:pPr marL="685800" lvl="1" indent="-228600" algn="l" rtl="0">
              <a:lnSpc>
                <a:spcPct val="112000"/>
              </a:lnSpc>
              <a:spcBef>
                <a:spcPts val="0"/>
              </a:spcBef>
              <a:spcAft>
                <a:spcPts val="0"/>
              </a:spcAft>
              <a:buClr>
                <a:schemeClr val="dk1"/>
              </a:buClr>
              <a:buSzPts val="1000"/>
              <a:buFont typeface="Manrope"/>
              <a:buChar char="○"/>
            </a:pPr>
            <a:r>
              <a:rPr lang="en" sz="1000">
                <a:solidFill>
                  <a:schemeClr val="dk1"/>
                </a:solidFill>
                <a:latin typeface="Manrope"/>
                <a:ea typeface="Manrope"/>
                <a:cs typeface="Manrope"/>
                <a:sym typeface="Manrope"/>
              </a:rPr>
              <a:t>NIST CSF 2.0.0 - 71%</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a:solidFill>
                  <a:schemeClr val="dk1"/>
                </a:solidFill>
                <a:latin typeface="Manrope"/>
                <a:ea typeface="Manrope"/>
                <a:cs typeface="Manrope"/>
                <a:sym typeface="Manrope"/>
              </a:rPr>
              <a:t>ISO 27001 2022 - 49%</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a:solidFill>
                  <a:schemeClr val="dk1"/>
                </a:solidFill>
                <a:latin typeface="Manrope"/>
                <a:ea typeface="Manrope"/>
                <a:cs typeface="Manrope"/>
                <a:sym typeface="Manrope"/>
              </a:rPr>
              <a:t>AWS Foundational Security Best Practices - 55%</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chemeClr val="hlink"/>
                </a:solidFill>
                <a:latin typeface="Manrope"/>
                <a:ea typeface="Manrope"/>
                <a:cs typeface="Manrope"/>
                <a:sym typeface="Manrope"/>
              </a:rPr>
              <a:t>More…</a:t>
            </a:r>
            <a:endParaRPr sz="1000">
              <a:solidFill>
                <a:schemeClr val="dk1"/>
              </a:solidFill>
              <a:latin typeface="Manrope"/>
              <a:ea typeface="Manrope"/>
              <a:cs typeface="Manrope"/>
              <a:sym typeface="Manrope"/>
            </a:endParaRPr>
          </a:p>
          <a:p>
            <a:pPr marL="0" lvl="0" indent="0" algn="l" rtl="0">
              <a:lnSpc>
                <a:spcPct val="112000"/>
              </a:lnSpc>
              <a:spcBef>
                <a:spcPts val="0"/>
              </a:spcBef>
              <a:spcAft>
                <a:spcPts val="900"/>
              </a:spcAft>
              <a:buNone/>
            </a:pPr>
            <a:endParaRPr sz="1000" b="1">
              <a:solidFill>
                <a:schemeClr val="accent1"/>
              </a:solidFill>
              <a:latin typeface="Mulish"/>
              <a:ea typeface="Mulish"/>
              <a:cs typeface="Mulish"/>
              <a:sym typeface="Mulish"/>
            </a:endParaRPr>
          </a:p>
        </p:txBody>
      </p:sp>
      <p:pic>
        <p:nvPicPr>
          <p:cNvPr id="606" name="Google Shape;606;p114"/>
          <p:cNvPicPr preferRelativeResize="0"/>
          <p:nvPr/>
        </p:nvPicPr>
        <p:blipFill>
          <a:blip r:embed="rId3">
            <a:alphaModFix/>
          </a:blip>
          <a:stretch>
            <a:fillRect/>
          </a:stretch>
        </p:blipFill>
        <p:spPr>
          <a:xfrm>
            <a:off x="3467300" y="1379550"/>
            <a:ext cx="5515602" cy="220300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115"/>
          <p:cNvSpPr/>
          <p:nvPr/>
        </p:nvSpPr>
        <p:spPr>
          <a:xfrm>
            <a:off x="561200" y="570550"/>
            <a:ext cx="31194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Top Findings</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Alertas de alto riesgo</a:t>
            </a:r>
            <a:br>
              <a:rPr lang="en" sz="1000">
                <a:solidFill>
                  <a:schemeClr val="dk1"/>
                </a:solidFill>
                <a:latin typeface="Manrope"/>
                <a:ea typeface="Manrope"/>
                <a:cs typeface="Manrope"/>
                <a:sym typeface="Manrope"/>
              </a:rPr>
            </a:br>
            <a:endParaRPr sz="1200">
              <a:solidFill>
                <a:schemeClr val="dk1"/>
              </a:solidFill>
              <a:latin typeface="Manrope SemiBold"/>
              <a:ea typeface="Manrope SemiBold"/>
              <a:cs typeface="Manrope SemiBold"/>
              <a:sym typeface="Manrope SemiBold"/>
            </a:endParaRPr>
          </a:p>
          <a:p>
            <a:pPr marL="342900" lvl="0" indent="-241300" algn="l" rtl="0">
              <a:lnSpc>
                <a:spcPct val="112000"/>
              </a:lnSpc>
              <a:spcBef>
                <a:spcPts val="140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{{metrics.findings.crit_high_exposed_sensitive}} alertas críticos y altos en activos expuestos con datos sensibles</a:t>
            </a:r>
            <a:endParaRPr sz="120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{{metrics.findings.dspm_crit_high}} alertas críticos y altos de DSPM</a:t>
            </a:r>
            <a:endParaRPr sz="120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{{metrics.findings.validated_sensitive_data}} datos sensibles validados por Orca</a:t>
            </a:r>
            <a:endParaRPr sz="120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{{metrics.findings.high_impact_attack_paths}} attack paths de alto impacto</a:t>
            </a:r>
            <a:endParaRPr sz="120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{{metrics.findings.malware_crit_high}} alertas críticos y altos de malware</a:t>
            </a:r>
            <a:endParaRPr sz="1200">
              <a:solidFill>
                <a:schemeClr val="dk1"/>
              </a:solidFill>
              <a:latin typeface="Manrope SemiBold"/>
              <a:ea typeface="Manrope SemiBold"/>
              <a:cs typeface="Manrope SemiBold"/>
              <a:sym typeface="Manrope SemiBold"/>
            </a:endParaRPr>
          </a:p>
        </p:txBody>
      </p:sp>
      <p:pic>
        <p:nvPicPr>
          <p:cNvPr id="612" name="Google Shape;612;p115"/>
          <p:cNvPicPr preferRelativeResize="0"/>
          <p:nvPr/>
        </p:nvPicPr>
        <p:blipFill>
          <a:blip r:embed="rId3">
            <a:alphaModFix/>
          </a:blip>
          <a:stretch>
            <a:fillRect/>
          </a:stretch>
        </p:blipFill>
        <p:spPr>
          <a:xfrm>
            <a:off x="3833000" y="305050"/>
            <a:ext cx="5158598" cy="429689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116"/>
          <p:cNvSpPr/>
          <p:nvPr/>
        </p:nvSpPr>
        <p:spPr>
          <a:xfrm>
            <a:off x="425225" y="556050"/>
            <a:ext cx="29391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AppSec</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Application Security</a:t>
            </a:r>
            <a:endParaRPr sz="2300">
              <a:solidFill>
                <a:schemeClr val="dk1"/>
              </a:solidFill>
              <a:latin typeface="Manrope Medium"/>
              <a:ea typeface="Manrope Medium"/>
              <a:cs typeface="Manrope Medium"/>
              <a:sym typeface="Manrope Medium"/>
            </a:endParaRPr>
          </a:p>
          <a:p>
            <a:pPr marL="342900" lvl="0" indent="-234950" algn="l" rtl="0">
              <a:lnSpc>
                <a:spcPct val="112000"/>
              </a:lnSpc>
              <a:spcBef>
                <a:spcPts val="140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Seguridad shift-left:</a:t>
            </a:r>
            <a:endParaRPr sz="1300">
              <a:solidFill>
                <a:schemeClr val="dk1"/>
              </a:solidFill>
              <a:latin typeface="Manrope SemiBold"/>
              <a:ea typeface="Manrope SemiBold"/>
              <a:cs typeface="Manrope SemiBold"/>
              <a:sym typeface="Manrope SemiBold"/>
            </a:endParaRPr>
          </a:p>
          <a:p>
            <a:pPr marL="457200" lvl="0" indent="0" algn="l" rtl="0">
              <a:lnSpc>
                <a:spcPct val="112000"/>
              </a:lnSpc>
              <a:spcBef>
                <a:spcPts val="0"/>
              </a:spcBef>
              <a:spcAft>
                <a:spcPts val="0"/>
              </a:spcAft>
              <a:buNone/>
            </a:pPr>
            <a:r>
              <a:rPr lang="en" sz="1000">
                <a:solidFill>
                  <a:schemeClr val="dk1"/>
                </a:solidFill>
                <a:latin typeface="Manrope"/>
                <a:ea typeface="Manrope"/>
                <a:cs typeface="Manrope"/>
                <a:sym typeface="Manrope"/>
              </a:rPr>
              <a:t>Identifique vulnerabilidades en el código, IaC y dependencias antes de que lleguen a producción, y priorice los repositorios de mayor riesgo.</a:t>
            </a:r>
            <a:endParaRPr sz="1000">
              <a:solidFill>
                <a:schemeClr val="dk1"/>
              </a:solidFill>
              <a:latin typeface="Manrope"/>
              <a:ea typeface="Manrope"/>
              <a:cs typeface="Manrope"/>
              <a:sym typeface="Manrope"/>
            </a:endParaRPr>
          </a:p>
          <a:p>
            <a:pPr marL="457200" lvl="0" indent="0" algn="l" rtl="0">
              <a:lnSpc>
                <a:spcPct val="112000"/>
              </a:lnSpc>
              <a:spcBef>
                <a:spcPts val="0"/>
              </a:spcBef>
              <a:spcAft>
                <a:spcPts val="0"/>
              </a:spcAft>
              <a:buNone/>
            </a:pPr>
            <a:endParaRPr sz="1000">
              <a:solidFill>
                <a:schemeClr val="dk1"/>
              </a:solidFill>
              <a:latin typeface="Manrope"/>
              <a:ea typeface="Manrope"/>
              <a:cs typeface="Manrope"/>
              <a:sym typeface="Manrope"/>
            </a:endParaRPr>
          </a:p>
          <a:p>
            <a:pPr marL="342900" lvl="0" indent="-234950" algn="l" rtl="0">
              <a:lnSpc>
                <a:spcPct val="112000"/>
              </a:lnSpc>
              <a:spcBef>
                <a:spcPts val="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Top Findings:</a:t>
            </a:r>
            <a:endParaRPr sz="1300">
              <a:solidFill>
                <a:schemeClr val="dk1"/>
              </a:solidFill>
              <a:latin typeface="Manrope SemiBold"/>
              <a:ea typeface="Manrope SemiBold"/>
              <a:cs typeface="Manrope SemiBold"/>
              <a:sym typeface="Manrope SemiBold"/>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rgbClr val="000000"/>
                </a:solidFill>
                <a:latin typeface="Manrope"/>
                <a:ea typeface="Manrope"/>
                <a:cs typeface="Manrope"/>
                <a:sym typeface="Manrope"/>
              </a:rPr>
              <a:t>{{metrics.appsec.critical_alerts}} alertas críticas identificadas en {{metrics.appsec.repos_with_critical}} repositorios</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rgbClr val="000000"/>
                </a:solidFill>
                <a:latin typeface="Manrope"/>
                <a:ea typeface="Manrope"/>
                <a:cs typeface="Manrope"/>
                <a:sym typeface="Manrope"/>
              </a:rPr>
              <a:t>{{metrics.appsec.high_alerts}} alertas altas identificadas en {{metrics.appsec.repos_with_high}} repositorios</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rgbClr val="000000"/>
                </a:solidFill>
                <a:latin typeface="Manrope"/>
                <a:ea typeface="Manrope"/>
                <a:cs typeface="Manrope"/>
                <a:sym typeface="Manrope"/>
              </a:rPr>
              <a:t>{{metrics.appsec.sensitive_crit_high_alerts}} alertas de datos sensibles críticas y altas identificadas en {{metrics.appsec.repos_with_sensitive_crit_high}} repositorios</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rgbClr val="000000"/>
                </a:solidFill>
                <a:latin typeface="Manrope"/>
                <a:ea typeface="Manrope"/>
                <a:cs typeface="Manrope"/>
                <a:sym typeface="Manrope"/>
              </a:rPr>
              <a:t>{{metrics.appsec.repos_with_deployed_assets}} repositorios con recursos de infraestructura asignados a un entorno de producción</a:t>
            </a:r>
            <a:endParaRPr sz="1000">
              <a:solidFill>
                <a:schemeClr val="dk1"/>
              </a:solidFill>
              <a:latin typeface="Manrope"/>
              <a:ea typeface="Manrope"/>
              <a:cs typeface="Manrope"/>
              <a:sym typeface="Manrope"/>
            </a:endParaRPr>
          </a:p>
        </p:txBody>
      </p:sp>
      <p:pic>
        <p:nvPicPr>
          <p:cNvPr id="618" name="Google Shape;618;p116"/>
          <p:cNvPicPr preferRelativeResize="0"/>
          <p:nvPr/>
        </p:nvPicPr>
        <p:blipFill>
          <a:blip r:embed="rId4">
            <a:alphaModFix/>
          </a:blip>
          <a:stretch>
            <a:fillRect/>
          </a:stretch>
        </p:blipFill>
        <p:spPr>
          <a:xfrm>
            <a:off x="3499325" y="1457875"/>
            <a:ext cx="5474877" cy="18606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117"/>
          <p:cNvSpPr txBox="1">
            <a:spLocks noGrp="1"/>
          </p:cNvSpPr>
          <p:nvPr>
            <p:ph type="title"/>
          </p:nvPr>
        </p:nvSpPr>
        <p:spPr>
          <a:xfrm>
            <a:off x="1280160" y="2252400"/>
            <a:ext cx="7159200" cy="662400"/>
          </a:xfrm>
          <a:prstGeom prst="rect">
            <a:avLst/>
          </a:prstGeom>
        </p:spPr>
        <p:txBody>
          <a:bodyPr spcFirstLastPara="1" wrap="square" lIns="0" tIns="0" rIns="0" bIns="0" anchor="ctr" anchorCtr="0">
            <a:normAutofit fontScale="90000"/>
          </a:bodyPr>
          <a:lstStyle/>
          <a:p>
            <a:pPr marL="0" lvl="0" indent="0" algn="l" rtl="0">
              <a:spcBef>
                <a:spcPts val="0"/>
              </a:spcBef>
              <a:spcAft>
                <a:spcPts val="0"/>
              </a:spcAft>
              <a:buNone/>
            </a:pPr>
            <a:r>
              <a:rPr lang="en"/>
              <a:t>Puntos adicionales</a:t>
            </a:r>
            <a:endParaRPr/>
          </a:p>
          <a:p>
            <a:pPr marL="0" lvl="0" indent="0" algn="l" rtl="0">
              <a:spcBef>
                <a:spcPts val="0"/>
              </a:spcBef>
              <a:spcAft>
                <a:spcPts val="0"/>
              </a:spcAft>
              <a:buNone/>
            </a:pPr>
            <a:r>
              <a:rPr lang="en" sz="1867"/>
              <a:t>Runtime Protection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627"/>
        <p:cNvGrpSpPr/>
        <p:nvPr/>
      </p:nvGrpSpPr>
      <p:grpSpPr>
        <a:xfrm>
          <a:off x="0" y="0"/>
          <a:ext cx="0" cy="0"/>
          <a:chOff x="0" y="0"/>
          <a:chExt cx="0" cy="0"/>
        </a:xfrm>
      </p:grpSpPr>
      <p:sp>
        <p:nvSpPr>
          <p:cNvPr id="628" name="Google Shape;628;p118"/>
          <p:cNvSpPr/>
          <p:nvPr/>
        </p:nvSpPr>
        <p:spPr>
          <a:xfrm>
            <a:off x="408800" y="341950"/>
            <a:ext cx="8024400" cy="403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300"/>
              <a:buFont typeface="Arial"/>
              <a:buNone/>
            </a:pPr>
            <a:r>
              <a:rPr lang="en" sz="1000" b="1">
                <a:solidFill>
                  <a:schemeClr val="accent1"/>
                </a:solidFill>
                <a:latin typeface="Mulish"/>
                <a:ea typeface="Mulish"/>
                <a:cs typeface="Mulish"/>
                <a:sym typeface="Mulish"/>
              </a:rPr>
              <a:t>APPLICATION SECURITY</a:t>
            </a:r>
            <a:endParaRPr sz="1000">
              <a:solidFill>
                <a:srgbClr val="000000"/>
              </a:solidFill>
              <a:latin typeface="Mulish SemiBold"/>
              <a:ea typeface="Mulish SemiBold"/>
              <a:cs typeface="Mulish SemiBold"/>
              <a:sym typeface="Mulish SemiBold"/>
            </a:endParaRPr>
          </a:p>
          <a:p>
            <a:pPr marL="0" marR="0" lvl="0" indent="0" algn="l" rtl="0">
              <a:lnSpc>
                <a:spcPct val="100000"/>
              </a:lnSpc>
              <a:spcBef>
                <a:spcPts val="800"/>
              </a:spcBef>
              <a:spcAft>
                <a:spcPts val="0"/>
              </a:spcAft>
              <a:buClr>
                <a:srgbClr val="000000"/>
              </a:buClr>
              <a:buSzPts val="2300"/>
              <a:buFont typeface="Arial"/>
              <a:buNone/>
            </a:pPr>
            <a:r>
              <a:rPr lang="en" sz="2300">
                <a:solidFill>
                  <a:schemeClr val="dk1"/>
                </a:solidFill>
                <a:latin typeface="Manrope Medium"/>
                <a:ea typeface="Manrope Medium"/>
                <a:cs typeface="Manrope Medium"/>
                <a:sym typeface="Manrope Medium"/>
              </a:rPr>
              <a:t>O que é Application Security?</a:t>
            </a:r>
            <a:endParaRPr sz="2300">
              <a:solidFill>
                <a:schemeClr val="dk1"/>
              </a:solidFill>
              <a:latin typeface="Manrope Medium"/>
              <a:ea typeface="Manrope Medium"/>
              <a:cs typeface="Manrope Medium"/>
              <a:sym typeface="Manrope Medium"/>
            </a:endParaRPr>
          </a:p>
          <a:p>
            <a:pPr marL="342900" marR="0" lvl="0" indent="0" algn="l" rtl="0">
              <a:lnSpc>
                <a:spcPct val="112000"/>
              </a:lnSpc>
              <a:spcBef>
                <a:spcPts val="1400"/>
              </a:spcBef>
              <a:spcAft>
                <a:spcPts val="900"/>
              </a:spcAft>
              <a:buNone/>
            </a:pPr>
            <a:endParaRPr sz="1100">
              <a:solidFill>
                <a:schemeClr val="dk1"/>
              </a:solidFill>
              <a:latin typeface="Mulish Light"/>
              <a:ea typeface="Mulish Light"/>
              <a:cs typeface="Mulish Light"/>
              <a:sym typeface="Mulish Light"/>
            </a:endParaRPr>
          </a:p>
        </p:txBody>
      </p:sp>
      <p:pic>
        <p:nvPicPr>
          <p:cNvPr id="629" name="Google Shape;629;p118"/>
          <p:cNvPicPr preferRelativeResize="0"/>
          <p:nvPr/>
        </p:nvPicPr>
        <p:blipFill>
          <a:blip r:embed="rId3">
            <a:alphaModFix/>
          </a:blip>
          <a:stretch>
            <a:fillRect/>
          </a:stretch>
        </p:blipFill>
        <p:spPr>
          <a:xfrm>
            <a:off x="29425" y="1365643"/>
            <a:ext cx="2580815" cy="2500316"/>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pic>
        <p:nvPicPr>
          <p:cNvPr id="630" name="Google Shape;630;p118"/>
          <p:cNvPicPr preferRelativeResize="0"/>
          <p:nvPr/>
        </p:nvPicPr>
        <p:blipFill>
          <a:blip r:embed="rId4">
            <a:alphaModFix/>
          </a:blip>
          <a:stretch>
            <a:fillRect/>
          </a:stretch>
        </p:blipFill>
        <p:spPr>
          <a:xfrm>
            <a:off x="2229262" y="2571757"/>
            <a:ext cx="2580815" cy="2500316"/>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pic>
        <p:nvPicPr>
          <p:cNvPr id="631" name="Google Shape;631;p118"/>
          <p:cNvPicPr preferRelativeResize="0"/>
          <p:nvPr/>
        </p:nvPicPr>
        <p:blipFill>
          <a:blip r:embed="rId5">
            <a:alphaModFix/>
          </a:blip>
          <a:stretch>
            <a:fillRect/>
          </a:stretch>
        </p:blipFill>
        <p:spPr>
          <a:xfrm>
            <a:off x="4429074" y="1270950"/>
            <a:ext cx="2602376" cy="2521183"/>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pic>
        <p:nvPicPr>
          <p:cNvPr id="632" name="Google Shape;632;p118"/>
          <p:cNvPicPr preferRelativeResize="0"/>
          <p:nvPr/>
        </p:nvPicPr>
        <p:blipFill>
          <a:blip r:embed="rId6">
            <a:alphaModFix/>
          </a:blip>
          <a:stretch>
            <a:fillRect/>
          </a:stretch>
        </p:blipFill>
        <p:spPr>
          <a:xfrm>
            <a:off x="6541625" y="2622325"/>
            <a:ext cx="2602376" cy="2521175"/>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sp>
        <p:nvSpPr>
          <p:cNvPr id="633" name="Google Shape;633;p118"/>
          <p:cNvSpPr txBox="1"/>
          <p:nvPr/>
        </p:nvSpPr>
        <p:spPr>
          <a:xfrm>
            <a:off x="754851" y="2955700"/>
            <a:ext cx="2858700" cy="432600"/>
          </a:xfrm>
          <a:prstGeom prst="rect">
            <a:avLst/>
          </a:prstGeom>
          <a:gradFill>
            <a:gsLst>
              <a:gs pos="0">
                <a:srgbClr val="9EABC6">
                  <a:alpha val="50000"/>
                </a:srgbClr>
              </a:gs>
              <a:gs pos="14000">
                <a:srgbClr val="9EABC6">
                  <a:alpha val="50000"/>
                </a:srgbClr>
              </a:gs>
              <a:gs pos="48000">
                <a:srgbClr val="0080FF">
                  <a:alpha val="50000"/>
                </a:srgbClr>
              </a:gs>
              <a:gs pos="100000">
                <a:srgbClr val="0080FF">
                  <a:alpha val="50000"/>
                </a:srgbClr>
              </a:gs>
            </a:gsLst>
            <a:lin ang="11399568"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Mulish"/>
                <a:ea typeface="Mulish"/>
                <a:cs typeface="Mulish"/>
                <a:sym typeface="Mulish"/>
              </a:rPr>
              <a:t>CNAPP</a:t>
            </a:r>
            <a:endParaRPr sz="1900" b="1">
              <a:solidFill>
                <a:schemeClr val="lt1"/>
              </a:solidFill>
              <a:latin typeface="Mulish"/>
              <a:ea typeface="Mulish"/>
              <a:cs typeface="Mulish"/>
              <a:sym typeface="Mulish"/>
            </a:endParaRPr>
          </a:p>
        </p:txBody>
      </p:sp>
      <p:sp>
        <p:nvSpPr>
          <p:cNvPr id="634" name="Google Shape;634;p118"/>
          <p:cNvSpPr txBox="1"/>
          <p:nvPr/>
        </p:nvSpPr>
        <p:spPr>
          <a:xfrm>
            <a:off x="5178987" y="2955707"/>
            <a:ext cx="2858700" cy="432600"/>
          </a:xfrm>
          <a:prstGeom prst="rect">
            <a:avLst/>
          </a:prstGeom>
          <a:gradFill>
            <a:gsLst>
              <a:gs pos="0">
                <a:srgbClr val="9EABC6">
                  <a:alpha val="50000"/>
                </a:srgbClr>
              </a:gs>
              <a:gs pos="14000">
                <a:srgbClr val="9EABC6">
                  <a:alpha val="50000"/>
                </a:srgbClr>
              </a:gs>
              <a:gs pos="48000">
                <a:srgbClr val="0080FF">
                  <a:alpha val="50000"/>
                </a:srgbClr>
              </a:gs>
              <a:gs pos="100000">
                <a:srgbClr val="0080FF">
                  <a:alpha val="50000"/>
                </a:srgbClr>
              </a:gs>
            </a:gsLst>
            <a:lin ang="11399568"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Mulish"/>
                <a:ea typeface="Mulish"/>
                <a:cs typeface="Mulish"/>
                <a:sym typeface="Mulish"/>
              </a:rPr>
              <a:t>AppSec</a:t>
            </a:r>
            <a:endParaRPr sz="1900" b="1">
              <a:solidFill>
                <a:schemeClr val="lt1"/>
              </a:solidFill>
              <a:latin typeface="Mulish"/>
              <a:ea typeface="Mulish"/>
              <a:cs typeface="Mulish"/>
              <a:sym typeface="Mulish"/>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9"/>
                                        </p:tgtEl>
                                        <p:attrNameLst>
                                          <p:attrName>style.visibility</p:attrName>
                                        </p:attrNameLst>
                                      </p:cBhvr>
                                      <p:to>
                                        <p:strVal val="visible"/>
                                      </p:to>
                                    </p:set>
                                    <p:anim calcmode="lin" valueType="num">
                                      <p:cBhvr additive="base">
                                        <p:cTn id="7" dur="1000"/>
                                        <p:tgtEl>
                                          <p:spTgt spid="629"/>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30"/>
                                        </p:tgtEl>
                                        <p:attrNameLst>
                                          <p:attrName>style.visibility</p:attrName>
                                        </p:attrNameLst>
                                      </p:cBhvr>
                                      <p:to>
                                        <p:strVal val="visible"/>
                                      </p:to>
                                    </p:set>
                                    <p:anim calcmode="lin" valueType="num">
                                      <p:cBhvr additive="base">
                                        <p:cTn id="12" dur="1000"/>
                                        <p:tgtEl>
                                          <p:spTgt spid="630"/>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1"/>
                                        </p:tgtEl>
                                        <p:attrNameLst>
                                          <p:attrName>style.visibility</p:attrName>
                                        </p:attrNameLst>
                                      </p:cBhvr>
                                      <p:to>
                                        <p:strVal val="visible"/>
                                      </p:to>
                                    </p:set>
                                    <p:anim calcmode="lin" valueType="num">
                                      <p:cBhvr additive="base">
                                        <p:cTn id="17" dur="1000"/>
                                        <p:tgtEl>
                                          <p:spTgt spid="631"/>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32"/>
                                        </p:tgtEl>
                                        <p:attrNameLst>
                                          <p:attrName>style.visibility</p:attrName>
                                        </p:attrNameLst>
                                      </p:cBhvr>
                                      <p:to>
                                        <p:strVal val="visible"/>
                                      </p:to>
                                    </p:set>
                                    <p:anim calcmode="lin" valueType="num">
                                      <p:cBhvr additive="base">
                                        <p:cTn id="22" dur="1000"/>
                                        <p:tgtEl>
                                          <p:spTgt spid="63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638"/>
        <p:cNvGrpSpPr/>
        <p:nvPr/>
      </p:nvGrpSpPr>
      <p:grpSpPr>
        <a:xfrm>
          <a:off x="0" y="0"/>
          <a:ext cx="0" cy="0"/>
          <a:chOff x="0" y="0"/>
          <a:chExt cx="0" cy="0"/>
        </a:xfrm>
      </p:grpSpPr>
      <p:sp>
        <p:nvSpPr>
          <p:cNvPr id="639" name="Google Shape;639;p119"/>
          <p:cNvSpPr/>
          <p:nvPr/>
        </p:nvSpPr>
        <p:spPr>
          <a:xfrm>
            <a:off x="5256575" y="0"/>
            <a:ext cx="3251700" cy="514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300">
                <a:solidFill>
                  <a:schemeClr val="dk1"/>
                </a:solidFill>
                <a:latin typeface="Montserrat Medium"/>
                <a:ea typeface="Montserrat Medium"/>
                <a:cs typeface="Montserrat Medium"/>
                <a:sym typeface="Montserrat Medium"/>
              </a:rPr>
              <a:t>Application Security </a:t>
            </a:r>
            <a:endParaRPr sz="2300">
              <a:solidFill>
                <a:schemeClr val="dk1"/>
              </a:solidFill>
              <a:latin typeface="Montserrat Medium"/>
              <a:ea typeface="Montserrat Medium"/>
              <a:cs typeface="Montserrat Medium"/>
              <a:sym typeface="Montserrat Medium"/>
            </a:endParaRPr>
          </a:p>
          <a:p>
            <a:pPr marL="342900" marR="0" lvl="0" indent="-234950" algn="l" rtl="0">
              <a:lnSpc>
                <a:spcPct val="112000"/>
              </a:lnSpc>
              <a:spcBef>
                <a:spcPts val="1200"/>
              </a:spcBef>
              <a:spcAft>
                <a:spcPts val="0"/>
              </a:spcAft>
              <a:buClr>
                <a:schemeClr val="dk1"/>
              </a:buClr>
              <a:buSzPts val="1100"/>
              <a:buChar char="﹢"/>
            </a:pPr>
            <a:r>
              <a:rPr lang="en" sz="1100">
                <a:solidFill>
                  <a:schemeClr val="dk1"/>
                </a:solidFill>
                <a:latin typeface="Mulish SemiBold"/>
                <a:ea typeface="Mulish SemiBold"/>
                <a:cs typeface="Mulish SemiBold"/>
                <a:sym typeface="Mulish SemiBold"/>
              </a:rPr>
              <a:t>Conecte o risco de desenvolvimento com a produção</a:t>
            </a:r>
            <a:br>
              <a:rPr lang="en" sz="1200">
                <a:solidFill>
                  <a:schemeClr val="dk1"/>
                </a:solidFill>
                <a:latin typeface="Mulish SemiBold"/>
                <a:ea typeface="Mulish SemiBold"/>
                <a:cs typeface="Mulish SemiBold"/>
                <a:sym typeface="Mulish SemiBold"/>
              </a:rPr>
            </a:br>
            <a:r>
              <a:rPr lang="en" sz="1000">
                <a:solidFill>
                  <a:schemeClr val="dk1"/>
                </a:solidFill>
                <a:latin typeface="Mulish Light"/>
                <a:ea typeface="Mulish Light"/>
                <a:cs typeface="Mulish Light"/>
                <a:sym typeface="Mulish Light"/>
              </a:rPr>
              <a:t>Rastreie os riscos da nuvem até suas origens de código e obtenha visibilidade total em todo o ciclo de vida do aplicativo.</a:t>
            </a:r>
            <a:endParaRPr sz="1000">
              <a:solidFill>
                <a:schemeClr val="dk1"/>
              </a:solidFill>
              <a:latin typeface="Mulish Light"/>
              <a:ea typeface="Mulish Light"/>
              <a:cs typeface="Mulish Light"/>
              <a:sym typeface="Mulish Light"/>
            </a:endParaRPr>
          </a:p>
          <a:p>
            <a:pPr marL="342900" marR="0" lvl="0" indent="-234950" algn="l" rtl="0">
              <a:lnSpc>
                <a:spcPct val="112000"/>
              </a:lnSpc>
              <a:spcBef>
                <a:spcPts val="900"/>
              </a:spcBef>
              <a:spcAft>
                <a:spcPts val="0"/>
              </a:spcAft>
              <a:buClr>
                <a:schemeClr val="dk1"/>
              </a:buClr>
              <a:buSzPts val="1100"/>
              <a:buChar char="﹢"/>
            </a:pPr>
            <a:r>
              <a:rPr lang="en" sz="1100">
                <a:solidFill>
                  <a:schemeClr val="dk1"/>
                </a:solidFill>
                <a:latin typeface="Mulish SemiBold"/>
                <a:ea typeface="Mulish SemiBold"/>
                <a:cs typeface="Mulish SemiBold"/>
                <a:sym typeface="Mulish SemiBold"/>
              </a:rPr>
              <a:t>Detecte riscos de segurança antes da produção</a:t>
            </a:r>
            <a:br>
              <a:rPr lang="en" sz="1200">
                <a:solidFill>
                  <a:schemeClr val="dk1"/>
                </a:solidFill>
                <a:latin typeface="Mulish SemiBold"/>
                <a:ea typeface="Mulish SemiBold"/>
                <a:cs typeface="Mulish SemiBold"/>
                <a:sym typeface="Mulish SemiBold"/>
              </a:rPr>
            </a:br>
            <a:r>
              <a:rPr lang="en" sz="1000">
                <a:solidFill>
                  <a:schemeClr val="dk1"/>
                </a:solidFill>
                <a:latin typeface="Mulish Light"/>
                <a:ea typeface="Mulish Light"/>
                <a:cs typeface="Mulish Light"/>
                <a:sym typeface="Mulish Light"/>
              </a:rPr>
              <a:t>Políticas de segurança para SCM-PM, segurança IaC, detecção de segredos, varredura de imagens de contêiner, SCA e SAST.</a:t>
            </a:r>
            <a:endParaRPr sz="1000">
              <a:solidFill>
                <a:schemeClr val="dk1"/>
              </a:solidFill>
              <a:latin typeface="Mulish Light"/>
              <a:ea typeface="Mulish Light"/>
              <a:cs typeface="Mulish Light"/>
              <a:sym typeface="Mulish Light"/>
            </a:endParaRPr>
          </a:p>
          <a:p>
            <a:pPr marL="342900" marR="0" lvl="0" indent="-234950" algn="l" rtl="0">
              <a:lnSpc>
                <a:spcPct val="112000"/>
              </a:lnSpc>
              <a:spcBef>
                <a:spcPts val="900"/>
              </a:spcBef>
              <a:spcAft>
                <a:spcPts val="900"/>
              </a:spcAft>
              <a:buClr>
                <a:schemeClr val="accent1"/>
              </a:buClr>
              <a:buSzPts val="1100"/>
              <a:buChar char="﹢"/>
            </a:pPr>
            <a:r>
              <a:rPr lang="en" sz="1100">
                <a:solidFill>
                  <a:schemeClr val="dk1"/>
                </a:solidFill>
                <a:latin typeface="Mulish SemiBold"/>
                <a:ea typeface="Mulish SemiBold"/>
                <a:cs typeface="Mulish SemiBold"/>
                <a:sym typeface="Mulish SemiBold"/>
              </a:rPr>
              <a:t>Melhore a experiência do desenvolvedor</a:t>
            </a:r>
            <a:br>
              <a:rPr lang="en" sz="1200">
                <a:solidFill>
                  <a:schemeClr val="dk1"/>
                </a:solidFill>
                <a:latin typeface="Mulish SemiBold"/>
                <a:ea typeface="Mulish SemiBold"/>
                <a:cs typeface="Mulish SemiBold"/>
                <a:sym typeface="Mulish SemiBold"/>
              </a:rPr>
            </a:br>
            <a:r>
              <a:rPr lang="en" sz="1000">
                <a:solidFill>
                  <a:schemeClr val="dk1"/>
                </a:solidFill>
                <a:latin typeface="Mulish Light"/>
                <a:ea typeface="Mulish Light"/>
                <a:cs typeface="Mulish Light"/>
                <a:sym typeface="Mulish Light"/>
              </a:rPr>
              <a:t>Integrações bidirecionais do SCM e do sistema de emissão de bilhetes para aprimorar a produção do desenvolvedor</a:t>
            </a:r>
            <a:endParaRPr sz="1000">
              <a:solidFill>
                <a:schemeClr val="lt1"/>
              </a:solidFill>
              <a:latin typeface="Mulish Light"/>
              <a:ea typeface="Mulish Light"/>
              <a:cs typeface="Mulish Light"/>
              <a:sym typeface="Mulish Light"/>
            </a:endParaRPr>
          </a:p>
        </p:txBody>
      </p:sp>
      <p:pic>
        <p:nvPicPr>
          <p:cNvPr id="640" name="Google Shape;640;p119"/>
          <p:cNvPicPr preferRelativeResize="0"/>
          <p:nvPr/>
        </p:nvPicPr>
        <p:blipFill rotWithShape="1">
          <a:blip r:embed="rId3">
            <a:alphaModFix/>
          </a:blip>
          <a:srcRect/>
          <a:stretch/>
        </p:blipFill>
        <p:spPr>
          <a:xfrm>
            <a:off x="0" y="932200"/>
            <a:ext cx="4914922" cy="30718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120"/>
          <p:cNvSpPr/>
          <p:nvPr/>
        </p:nvSpPr>
        <p:spPr>
          <a:xfrm>
            <a:off x="5256575" y="0"/>
            <a:ext cx="3251700" cy="5143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900" b="1">
                <a:solidFill>
                  <a:srgbClr val="3FB1FF"/>
                </a:solidFill>
                <a:latin typeface="Mulish"/>
                <a:ea typeface="Mulish"/>
                <a:cs typeface="Mulish"/>
                <a:sym typeface="Mulish"/>
              </a:rPr>
              <a:t>CWPP</a:t>
            </a:r>
            <a:endParaRPr sz="900">
              <a:solidFill>
                <a:srgbClr val="000000"/>
              </a:solidFill>
              <a:latin typeface="Mulish SemiBold"/>
              <a:ea typeface="Mulish SemiBold"/>
              <a:cs typeface="Mulish SemiBold"/>
              <a:sym typeface="Mulish SemiBold"/>
            </a:endParaRPr>
          </a:p>
          <a:p>
            <a:pPr marL="0" lvl="0" indent="0" algn="l" rtl="0">
              <a:spcBef>
                <a:spcPts val="800"/>
              </a:spcBef>
              <a:spcAft>
                <a:spcPts val="0"/>
              </a:spcAft>
              <a:buNone/>
            </a:pPr>
            <a:r>
              <a:rPr lang="en" sz="2300">
                <a:solidFill>
                  <a:schemeClr val="dk1"/>
                </a:solidFill>
                <a:latin typeface="Montserrat Medium"/>
                <a:ea typeface="Montserrat Medium"/>
                <a:cs typeface="Montserrat Medium"/>
                <a:sym typeface="Montserrat Medium"/>
              </a:rPr>
              <a:t>Runtime Protection</a:t>
            </a:r>
            <a:endParaRPr sz="2300">
              <a:solidFill>
                <a:schemeClr val="dk1"/>
              </a:solidFill>
              <a:latin typeface="Montserrat Medium"/>
              <a:ea typeface="Montserrat Medium"/>
              <a:cs typeface="Montserrat Medium"/>
              <a:sym typeface="Montserrat Medium"/>
            </a:endParaRPr>
          </a:p>
          <a:p>
            <a:pPr marL="342900" marR="0" lvl="0" indent="-234950" algn="l" rtl="0">
              <a:lnSpc>
                <a:spcPct val="112000"/>
              </a:lnSpc>
              <a:spcBef>
                <a:spcPts val="1200"/>
              </a:spcBef>
              <a:spcAft>
                <a:spcPts val="0"/>
              </a:spcAft>
              <a:buClr>
                <a:schemeClr val="dk1"/>
              </a:buClr>
              <a:buSzPts val="1100"/>
              <a:buChar char="﹢"/>
            </a:pPr>
            <a:r>
              <a:rPr lang="en" sz="1100" b="1">
                <a:solidFill>
                  <a:schemeClr val="dk1"/>
                </a:solidFill>
                <a:latin typeface="Mulish"/>
                <a:ea typeface="Mulish"/>
                <a:cs typeface="Mulish"/>
                <a:sym typeface="Mulish"/>
              </a:rPr>
              <a:t>Obtenga una potente protección en tiempo de ejecución para cargas de trabajo críticas.                                </a:t>
            </a:r>
            <a:r>
              <a:rPr lang="en" sz="1100">
                <a:solidFill>
                  <a:schemeClr val="dk1"/>
                </a:solidFill>
                <a:latin typeface="Mulish SemiBold"/>
                <a:ea typeface="Mulish SemiBold"/>
                <a:cs typeface="Mulish SemiBold"/>
                <a:sym typeface="Mulish SemiBold"/>
              </a:rPr>
              <a:t>                  </a:t>
            </a:r>
            <a:r>
              <a:rPr lang="en" sz="1000">
                <a:solidFill>
                  <a:schemeClr val="dk1"/>
                </a:solidFill>
                <a:latin typeface="Mulish"/>
                <a:ea typeface="Mulish"/>
                <a:cs typeface="Mulish"/>
                <a:sym typeface="Mulish"/>
              </a:rPr>
              <a:t>Obtenga protección avanzada con implementaciones rápidas y simples, actualizaciones automáticas y mantenimiento mínimo para una seguridad en tiempo de ejecución liviana.</a:t>
            </a:r>
            <a:endParaRPr sz="1000">
              <a:solidFill>
                <a:schemeClr val="dk1"/>
              </a:solidFill>
              <a:latin typeface="Mulish"/>
              <a:ea typeface="Mulish"/>
              <a:cs typeface="Mulish"/>
              <a:sym typeface="Mulish"/>
            </a:endParaRPr>
          </a:p>
          <a:p>
            <a:pPr marL="342900" lvl="0" indent="-228600" algn="l" rtl="0">
              <a:lnSpc>
                <a:spcPct val="112000"/>
              </a:lnSpc>
              <a:spcBef>
                <a:spcPts val="900"/>
              </a:spcBef>
              <a:spcAft>
                <a:spcPts val="0"/>
              </a:spcAft>
              <a:buClr>
                <a:schemeClr val="dk1"/>
              </a:buClr>
              <a:buSzPts val="1000"/>
              <a:buFont typeface="Mulish"/>
              <a:buChar char="﹢"/>
            </a:pPr>
            <a:r>
              <a:rPr lang="en" sz="1100" b="1">
                <a:solidFill>
                  <a:schemeClr val="dk1"/>
                </a:solidFill>
                <a:latin typeface="Mulish"/>
                <a:ea typeface="Mulish"/>
                <a:cs typeface="Mulish"/>
                <a:sym typeface="Mulish"/>
              </a:rPr>
              <a:t>Aproveche la información en tiempo real.</a:t>
            </a:r>
            <a:r>
              <a:rPr lang="en" sz="1100">
                <a:solidFill>
                  <a:schemeClr val="dk1"/>
                </a:solidFill>
                <a:latin typeface="Mulish SemiBold"/>
                <a:ea typeface="Mulish SemiBold"/>
                <a:cs typeface="Mulish SemiBold"/>
                <a:sym typeface="Mulish SemiBold"/>
              </a:rPr>
              <a:t> </a:t>
            </a:r>
            <a:r>
              <a:rPr lang="en" sz="1000">
                <a:solidFill>
                  <a:schemeClr val="dk1"/>
                </a:solidFill>
                <a:latin typeface="Mulish"/>
                <a:ea typeface="Mulish"/>
                <a:cs typeface="Mulish"/>
                <a:sym typeface="Mulish"/>
              </a:rPr>
              <a:t>Visibilidad en tiempo real de los flujos de actividad, amenazas y comportamiento malicioso directamente desde la Plataforma Orca.</a:t>
            </a:r>
            <a:endParaRPr sz="1000">
              <a:solidFill>
                <a:schemeClr val="dk1"/>
              </a:solidFill>
              <a:latin typeface="Mulish"/>
              <a:ea typeface="Mulish"/>
              <a:cs typeface="Mulish"/>
              <a:sym typeface="Mulish"/>
            </a:endParaRPr>
          </a:p>
          <a:p>
            <a:pPr marL="342900" marR="0" lvl="0" indent="-234950" algn="l" rtl="0">
              <a:lnSpc>
                <a:spcPct val="112000"/>
              </a:lnSpc>
              <a:spcBef>
                <a:spcPts val="900"/>
              </a:spcBef>
              <a:spcAft>
                <a:spcPts val="900"/>
              </a:spcAft>
              <a:buClr>
                <a:schemeClr val="dk1"/>
              </a:buClr>
              <a:buSzPts val="1100"/>
              <a:buFont typeface="Mulish SemiBold"/>
              <a:buChar char="﹢"/>
            </a:pPr>
            <a:r>
              <a:rPr lang="en" sz="1100" b="1">
                <a:solidFill>
                  <a:schemeClr val="dk1"/>
                </a:solidFill>
                <a:latin typeface="Mulish"/>
                <a:ea typeface="Mulish"/>
                <a:cs typeface="Mulish"/>
                <a:sym typeface="Mulish"/>
              </a:rPr>
              <a:t>Detecte una amplia gama de amenazas en tiempo de ejecución                                                    </a:t>
            </a:r>
            <a:r>
              <a:rPr lang="en" sz="1000">
                <a:solidFill>
                  <a:schemeClr val="dk1"/>
                </a:solidFill>
                <a:latin typeface="Mulish"/>
                <a:ea typeface="Mulish"/>
                <a:cs typeface="Mulish"/>
                <a:sym typeface="Mulish"/>
              </a:rPr>
              <a:t>Una amplia gama de detecciones en tiempo de ejecución que mejoran la detección integral de riesgos de Orca, con la capacidad de crear detecciones personalizadas según sea necesario.</a:t>
            </a:r>
            <a:endParaRPr sz="1000">
              <a:solidFill>
                <a:schemeClr val="dk1"/>
              </a:solidFill>
              <a:latin typeface="Mulish"/>
              <a:ea typeface="Mulish"/>
              <a:cs typeface="Mulish"/>
              <a:sym typeface="Mulish"/>
            </a:endParaRPr>
          </a:p>
        </p:txBody>
      </p:sp>
      <p:pic>
        <p:nvPicPr>
          <p:cNvPr id="646" name="Google Shape;646;p120"/>
          <p:cNvPicPr preferRelativeResize="0"/>
          <p:nvPr/>
        </p:nvPicPr>
        <p:blipFill rotWithShape="1">
          <a:blip r:embed="rId3">
            <a:alphaModFix/>
          </a:blip>
          <a:srcRect/>
          <a:stretch/>
        </p:blipFill>
        <p:spPr>
          <a:xfrm>
            <a:off x="0" y="932200"/>
            <a:ext cx="4914922" cy="30718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21"/>
          <p:cNvSpPr/>
          <p:nvPr/>
        </p:nvSpPr>
        <p:spPr>
          <a:xfrm>
            <a:off x="615450" y="453925"/>
            <a:ext cx="7991400" cy="3156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0000"/>
              </a:buClr>
              <a:buSzPts val="800"/>
              <a:buFont typeface="Arial"/>
              <a:buNone/>
            </a:pPr>
            <a:r>
              <a:rPr lang="en" sz="2100">
                <a:solidFill>
                  <a:schemeClr val="lt1"/>
                </a:solidFill>
                <a:latin typeface="Montserrat Medium"/>
                <a:ea typeface="Montserrat Medium"/>
                <a:cs typeface="Montserrat Medium"/>
                <a:sym typeface="Montserrat Medium"/>
              </a:rPr>
              <a:t>A Orca está entregando la plataforma del futuro.</a:t>
            </a:r>
            <a:endParaRPr sz="2300" b="1">
              <a:solidFill>
                <a:srgbClr val="595959"/>
              </a:solidFill>
              <a:latin typeface="Poppins"/>
              <a:ea typeface="Poppins"/>
              <a:cs typeface="Poppins"/>
              <a:sym typeface="Poppins"/>
            </a:endParaRPr>
          </a:p>
        </p:txBody>
      </p:sp>
      <p:sp>
        <p:nvSpPr>
          <p:cNvPr id="652" name="Google Shape;652;p121"/>
          <p:cNvSpPr/>
          <p:nvPr/>
        </p:nvSpPr>
        <p:spPr>
          <a:xfrm flipH="1">
            <a:off x="3073375" y="866675"/>
            <a:ext cx="5742300" cy="18300"/>
          </a:xfrm>
          <a:prstGeom prst="roundRect">
            <a:avLst>
              <a:gd name="adj" fmla="val 50000"/>
            </a:avLst>
          </a:prstGeom>
          <a:gradFill>
            <a:gsLst>
              <a:gs pos="0">
                <a:srgbClr val="44546A">
                  <a:alpha val="0"/>
                </a:srgbClr>
              </a:gs>
              <a:gs pos="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nvGrpSpPr>
          <p:cNvPr id="653" name="Google Shape;653;p121"/>
          <p:cNvGrpSpPr/>
          <p:nvPr/>
        </p:nvGrpSpPr>
        <p:grpSpPr>
          <a:xfrm>
            <a:off x="657600" y="1127724"/>
            <a:ext cx="3657248" cy="707693"/>
            <a:chOff x="615450" y="1198725"/>
            <a:chExt cx="3661275" cy="654000"/>
          </a:xfrm>
        </p:grpSpPr>
        <p:sp>
          <p:nvSpPr>
            <p:cNvPr id="654" name="Google Shape;654;p121"/>
            <p:cNvSpPr/>
            <p:nvPr/>
          </p:nvSpPr>
          <p:spPr>
            <a:xfrm rot="5400000">
              <a:off x="2119125" y="-304875"/>
              <a:ext cx="6540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55" name="Google Shape;655;p121"/>
            <p:cNvSpPr/>
            <p:nvPr/>
          </p:nvSpPr>
          <p:spPr>
            <a:xfrm>
              <a:off x="615450" y="1198725"/>
              <a:ext cx="234900" cy="654000"/>
            </a:xfrm>
            <a:prstGeom prst="rect">
              <a:avLst/>
            </a:prstGeom>
            <a:solidFill>
              <a:schemeClr val="accent1"/>
            </a:solidFill>
            <a:ln>
              <a:noFill/>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56" name="Google Shape;656;p121"/>
            <p:cNvSpPr txBox="1"/>
            <p:nvPr/>
          </p:nvSpPr>
          <p:spPr>
            <a:xfrm rot="-5400000">
              <a:off x="413417" y="1422875"/>
              <a:ext cx="644400" cy="215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CSPM</a:t>
              </a:r>
              <a:endParaRPr sz="1100">
                <a:solidFill>
                  <a:schemeClr val="lt1"/>
                </a:solidFill>
                <a:latin typeface="Mulish Light"/>
                <a:ea typeface="Mulish Light"/>
                <a:cs typeface="Mulish Light"/>
                <a:sym typeface="Mulish Light"/>
              </a:endParaRPr>
            </a:p>
          </p:txBody>
        </p:sp>
        <p:sp>
          <p:nvSpPr>
            <p:cNvPr id="657" name="Google Shape;657;p121"/>
            <p:cNvSpPr/>
            <p:nvPr/>
          </p:nvSpPr>
          <p:spPr>
            <a:xfrm flipH="1">
              <a:off x="820425" y="142150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58" name="Google Shape;658;p121"/>
            <p:cNvSpPr/>
            <p:nvPr/>
          </p:nvSpPr>
          <p:spPr>
            <a:xfrm>
              <a:off x="850358" y="1208195"/>
              <a:ext cx="32166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Asset Inventory</a:t>
              </a:r>
              <a:endParaRPr sz="1300">
                <a:solidFill>
                  <a:schemeClr val="lt1"/>
                </a:solidFill>
                <a:latin typeface="Mulish Light"/>
                <a:ea typeface="Mulish Light"/>
                <a:cs typeface="Mulish Light"/>
                <a:sym typeface="Mulish Light"/>
              </a:endParaRPr>
            </a:p>
          </p:txBody>
        </p:sp>
        <p:sp>
          <p:nvSpPr>
            <p:cNvPr id="659" name="Google Shape;659;p121"/>
            <p:cNvSpPr/>
            <p:nvPr/>
          </p:nvSpPr>
          <p:spPr>
            <a:xfrm flipH="1">
              <a:off x="820425" y="163480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60" name="Google Shape;660;p121"/>
            <p:cNvSpPr/>
            <p:nvPr/>
          </p:nvSpPr>
          <p:spPr>
            <a:xfrm>
              <a:off x="850358" y="1421498"/>
              <a:ext cx="32166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Compliance Reporting </a:t>
              </a:r>
              <a:endParaRPr sz="700">
                <a:solidFill>
                  <a:schemeClr val="lt1"/>
                </a:solidFill>
                <a:latin typeface="Mulish Light"/>
                <a:ea typeface="Mulish Light"/>
                <a:cs typeface="Mulish Light"/>
                <a:sym typeface="Mulish Light"/>
              </a:endParaRPr>
            </a:p>
          </p:txBody>
        </p:sp>
        <p:sp>
          <p:nvSpPr>
            <p:cNvPr id="661" name="Google Shape;661;p121"/>
            <p:cNvSpPr/>
            <p:nvPr/>
          </p:nvSpPr>
          <p:spPr>
            <a:xfrm>
              <a:off x="850358" y="1634800"/>
              <a:ext cx="32739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Continuous Configuration Assessment &amp; Guardrails </a:t>
              </a:r>
              <a:endParaRPr sz="700">
                <a:solidFill>
                  <a:schemeClr val="lt1"/>
                </a:solidFill>
                <a:latin typeface="Mulish Light"/>
                <a:ea typeface="Mulish Light"/>
                <a:cs typeface="Mulish Light"/>
                <a:sym typeface="Mulish Light"/>
              </a:endParaRPr>
            </a:p>
          </p:txBody>
        </p:sp>
      </p:grpSp>
      <p:grpSp>
        <p:nvGrpSpPr>
          <p:cNvPr id="662" name="Google Shape;662;p121"/>
          <p:cNvGrpSpPr/>
          <p:nvPr/>
        </p:nvGrpSpPr>
        <p:grpSpPr>
          <a:xfrm>
            <a:off x="657629" y="1950330"/>
            <a:ext cx="3657248" cy="512272"/>
            <a:chOff x="613025" y="2006090"/>
            <a:chExt cx="3661275" cy="445260"/>
          </a:xfrm>
        </p:grpSpPr>
        <p:sp>
          <p:nvSpPr>
            <p:cNvPr id="663" name="Google Shape;663;p121"/>
            <p:cNvSpPr/>
            <p:nvPr/>
          </p:nvSpPr>
          <p:spPr>
            <a:xfrm rot="5400000">
              <a:off x="2222900" y="396475"/>
              <a:ext cx="4416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64" name="Google Shape;664;p121"/>
            <p:cNvSpPr/>
            <p:nvPr/>
          </p:nvSpPr>
          <p:spPr>
            <a:xfrm>
              <a:off x="613025" y="2006275"/>
              <a:ext cx="234900" cy="441600"/>
            </a:xfrm>
            <a:prstGeom prst="rect">
              <a:avLst/>
            </a:prstGeom>
            <a:solidFill>
              <a:schemeClr val="accent1"/>
            </a:solidFill>
            <a:ln>
              <a:noFill/>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65" name="Google Shape;665;p121"/>
            <p:cNvSpPr txBox="1"/>
            <p:nvPr/>
          </p:nvSpPr>
          <p:spPr>
            <a:xfrm rot="-5400000">
              <a:off x="514335" y="2117390"/>
              <a:ext cx="4323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KSPM</a:t>
              </a:r>
              <a:endParaRPr sz="1100">
                <a:solidFill>
                  <a:schemeClr val="lt1"/>
                </a:solidFill>
                <a:latin typeface="Mulish Light"/>
                <a:ea typeface="Mulish Light"/>
                <a:cs typeface="Mulish Light"/>
                <a:sym typeface="Mulish Light"/>
              </a:endParaRPr>
            </a:p>
          </p:txBody>
        </p:sp>
        <p:sp>
          <p:nvSpPr>
            <p:cNvPr id="666" name="Google Shape;666;p121"/>
            <p:cNvSpPr/>
            <p:nvPr/>
          </p:nvSpPr>
          <p:spPr>
            <a:xfrm flipH="1">
              <a:off x="817988" y="22290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67" name="Google Shape;667;p121"/>
            <p:cNvSpPr/>
            <p:nvPr/>
          </p:nvSpPr>
          <p:spPr>
            <a:xfrm>
              <a:off x="847905" y="2015743"/>
              <a:ext cx="32832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K8s Benchmarks &amp; Compliance </a:t>
              </a:r>
              <a:endParaRPr sz="700">
                <a:solidFill>
                  <a:schemeClr val="lt1"/>
                </a:solidFill>
                <a:latin typeface="Mulish Light"/>
                <a:ea typeface="Mulish Light"/>
                <a:cs typeface="Mulish Light"/>
                <a:sym typeface="Mulish Light"/>
              </a:endParaRPr>
            </a:p>
          </p:txBody>
        </p:sp>
        <p:sp>
          <p:nvSpPr>
            <p:cNvPr id="668" name="Google Shape;668;p121"/>
            <p:cNvSpPr/>
            <p:nvPr/>
          </p:nvSpPr>
          <p:spPr>
            <a:xfrm flipH="1">
              <a:off x="817988" y="24423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69" name="Google Shape;669;p121"/>
            <p:cNvSpPr/>
            <p:nvPr/>
          </p:nvSpPr>
          <p:spPr>
            <a:xfrm>
              <a:off x="847905" y="2229048"/>
              <a:ext cx="33216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K8s Control Plane Assessment </a:t>
              </a:r>
              <a:endParaRPr sz="700">
                <a:solidFill>
                  <a:schemeClr val="lt1"/>
                </a:solidFill>
                <a:latin typeface="Mulish Light"/>
                <a:ea typeface="Mulish Light"/>
                <a:cs typeface="Mulish Light"/>
                <a:sym typeface="Mulish Light"/>
              </a:endParaRPr>
            </a:p>
          </p:txBody>
        </p:sp>
      </p:grpSp>
      <p:grpSp>
        <p:nvGrpSpPr>
          <p:cNvPr id="670" name="Google Shape;670;p121"/>
          <p:cNvGrpSpPr/>
          <p:nvPr/>
        </p:nvGrpSpPr>
        <p:grpSpPr>
          <a:xfrm>
            <a:off x="657625" y="3913427"/>
            <a:ext cx="3657248" cy="768777"/>
            <a:chOff x="610563" y="3763575"/>
            <a:chExt cx="3661275" cy="654000"/>
          </a:xfrm>
        </p:grpSpPr>
        <p:sp>
          <p:nvSpPr>
            <p:cNvPr id="671" name="Google Shape;671;p121"/>
            <p:cNvSpPr/>
            <p:nvPr/>
          </p:nvSpPr>
          <p:spPr>
            <a:xfrm rot="5400000">
              <a:off x="2114238" y="2259975"/>
              <a:ext cx="6540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72" name="Google Shape;672;p121"/>
            <p:cNvSpPr/>
            <p:nvPr/>
          </p:nvSpPr>
          <p:spPr>
            <a:xfrm>
              <a:off x="610563" y="3763575"/>
              <a:ext cx="234900" cy="654000"/>
            </a:xfrm>
            <a:prstGeom prst="rect">
              <a:avLst/>
            </a:prstGeom>
            <a:solidFill>
              <a:schemeClr val="accent1"/>
            </a:solidFill>
            <a:ln>
              <a:noFill/>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73" name="Google Shape;673;p121"/>
            <p:cNvSpPr txBox="1"/>
            <p:nvPr/>
          </p:nvSpPr>
          <p:spPr>
            <a:xfrm rot="-5400000">
              <a:off x="405813" y="3990426"/>
              <a:ext cx="644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CDR</a:t>
              </a:r>
              <a:endParaRPr sz="1100">
                <a:solidFill>
                  <a:schemeClr val="lt1"/>
                </a:solidFill>
                <a:latin typeface="Mulish Light"/>
                <a:ea typeface="Mulish Light"/>
                <a:cs typeface="Mulish Light"/>
                <a:sym typeface="Mulish Light"/>
              </a:endParaRPr>
            </a:p>
          </p:txBody>
        </p:sp>
        <p:sp>
          <p:nvSpPr>
            <p:cNvPr id="674" name="Google Shape;674;p121"/>
            <p:cNvSpPr/>
            <p:nvPr/>
          </p:nvSpPr>
          <p:spPr>
            <a:xfrm flipH="1">
              <a:off x="815538" y="39863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75" name="Google Shape;675;p121"/>
            <p:cNvSpPr/>
            <p:nvPr/>
          </p:nvSpPr>
          <p:spPr>
            <a:xfrm>
              <a:off x="845471" y="3773046"/>
              <a:ext cx="33024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Attack Path Analysis</a:t>
              </a:r>
              <a:endParaRPr sz="700">
                <a:solidFill>
                  <a:schemeClr val="lt1"/>
                </a:solidFill>
                <a:latin typeface="Mulish Light"/>
                <a:ea typeface="Mulish Light"/>
                <a:cs typeface="Mulish Light"/>
                <a:sym typeface="Mulish Light"/>
              </a:endParaRPr>
            </a:p>
          </p:txBody>
        </p:sp>
        <p:sp>
          <p:nvSpPr>
            <p:cNvPr id="676" name="Google Shape;676;p121"/>
            <p:cNvSpPr/>
            <p:nvPr/>
          </p:nvSpPr>
          <p:spPr>
            <a:xfrm flipH="1">
              <a:off x="815538" y="41996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77" name="Google Shape;677;p121"/>
            <p:cNvSpPr/>
            <p:nvPr/>
          </p:nvSpPr>
          <p:spPr>
            <a:xfrm>
              <a:off x="845471" y="3986357"/>
              <a:ext cx="33024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Agentless Breach Detection</a:t>
              </a:r>
              <a:endParaRPr sz="700">
                <a:solidFill>
                  <a:schemeClr val="lt1"/>
                </a:solidFill>
                <a:latin typeface="Mulish Light"/>
                <a:ea typeface="Mulish Light"/>
                <a:cs typeface="Mulish Light"/>
                <a:sym typeface="Mulish Light"/>
              </a:endParaRPr>
            </a:p>
          </p:txBody>
        </p:sp>
        <p:sp>
          <p:nvSpPr>
            <p:cNvPr id="678" name="Google Shape;678;p121"/>
            <p:cNvSpPr/>
            <p:nvPr/>
          </p:nvSpPr>
          <p:spPr>
            <a:xfrm>
              <a:off x="845471" y="4199645"/>
              <a:ext cx="32547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Third-Party Agent Ingestion</a:t>
              </a:r>
              <a:endParaRPr sz="700">
                <a:solidFill>
                  <a:schemeClr val="lt1"/>
                </a:solidFill>
                <a:latin typeface="Mulish Light"/>
                <a:ea typeface="Mulish Light"/>
                <a:cs typeface="Mulish Light"/>
                <a:sym typeface="Mulish Light"/>
              </a:endParaRPr>
            </a:p>
          </p:txBody>
        </p:sp>
      </p:grpSp>
      <p:grpSp>
        <p:nvGrpSpPr>
          <p:cNvPr id="679" name="Google Shape;679;p121"/>
          <p:cNvGrpSpPr/>
          <p:nvPr/>
        </p:nvGrpSpPr>
        <p:grpSpPr>
          <a:xfrm>
            <a:off x="4743923" y="1127872"/>
            <a:ext cx="3648100" cy="956054"/>
            <a:chOff x="615456" y="1198726"/>
            <a:chExt cx="3661281" cy="1054200"/>
          </a:xfrm>
        </p:grpSpPr>
        <p:sp>
          <p:nvSpPr>
            <p:cNvPr id="680" name="Google Shape;680;p121"/>
            <p:cNvSpPr/>
            <p:nvPr/>
          </p:nvSpPr>
          <p:spPr>
            <a:xfrm rot="5400000">
              <a:off x="1919036" y="-104774"/>
              <a:ext cx="10542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81" name="Google Shape;681;p121"/>
            <p:cNvSpPr/>
            <p:nvPr/>
          </p:nvSpPr>
          <p:spPr>
            <a:xfrm>
              <a:off x="615456" y="1198726"/>
              <a:ext cx="234900" cy="10542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82" name="Google Shape;682;p121"/>
            <p:cNvSpPr txBox="1"/>
            <p:nvPr/>
          </p:nvSpPr>
          <p:spPr>
            <a:xfrm rot="-5400000">
              <a:off x="212126" y="1624176"/>
              <a:ext cx="1044600" cy="212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APP SEC</a:t>
              </a:r>
              <a:endParaRPr sz="700" b="1">
                <a:solidFill>
                  <a:schemeClr val="lt1"/>
                </a:solidFill>
                <a:latin typeface="Mulish"/>
                <a:ea typeface="Mulish"/>
                <a:cs typeface="Mulish"/>
                <a:sym typeface="Mulish"/>
              </a:endParaRPr>
            </a:p>
          </p:txBody>
        </p:sp>
        <p:sp>
          <p:nvSpPr>
            <p:cNvPr id="683" name="Google Shape;683;p121"/>
            <p:cNvSpPr/>
            <p:nvPr/>
          </p:nvSpPr>
          <p:spPr>
            <a:xfrm flipH="1">
              <a:off x="820425" y="142150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684" name="Google Shape;684;p121"/>
            <p:cNvSpPr/>
            <p:nvPr/>
          </p:nvSpPr>
          <p:spPr>
            <a:xfrm>
              <a:off x="850351" y="1208201"/>
              <a:ext cx="32343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SAST &amp; Software Composition Analysis (SCA)</a:t>
              </a:r>
              <a:endParaRPr sz="700">
                <a:solidFill>
                  <a:schemeClr val="lt1"/>
                </a:solidFill>
                <a:latin typeface="Mulish Light"/>
                <a:ea typeface="Mulish Light"/>
                <a:cs typeface="Mulish Light"/>
                <a:sym typeface="Mulish Light"/>
              </a:endParaRPr>
            </a:p>
          </p:txBody>
        </p:sp>
        <p:sp>
          <p:nvSpPr>
            <p:cNvPr id="685" name="Google Shape;685;p121"/>
            <p:cNvSpPr/>
            <p:nvPr/>
          </p:nvSpPr>
          <p:spPr>
            <a:xfrm flipH="1">
              <a:off x="820425" y="163480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686" name="Google Shape;686;p121"/>
            <p:cNvSpPr/>
            <p:nvPr/>
          </p:nvSpPr>
          <p:spPr>
            <a:xfrm>
              <a:off x="850351" y="1421501"/>
              <a:ext cx="32343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Infrastructure-as-Code (IaC) Scanning </a:t>
              </a:r>
              <a:endParaRPr sz="700">
                <a:solidFill>
                  <a:schemeClr val="lt1"/>
                </a:solidFill>
                <a:latin typeface="Mulish Light"/>
                <a:ea typeface="Mulish Light"/>
                <a:cs typeface="Mulish Light"/>
                <a:sym typeface="Mulish Light"/>
              </a:endParaRPr>
            </a:p>
          </p:txBody>
        </p:sp>
        <p:sp>
          <p:nvSpPr>
            <p:cNvPr id="687" name="Google Shape;687;p121"/>
            <p:cNvSpPr/>
            <p:nvPr/>
          </p:nvSpPr>
          <p:spPr>
            <a:xfrm>
              <a:off x="850351" y="1639426"/>
              <a:ext cx="32250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Container Image &amp; Registry Scanning </a:t>
              </a:r>
              <a:endParaRPr sz="700">
                <a:solidFill>
                  <a:schemeClr val="lt1"/>
                </a:solidFill>
                <a:latin typeface="Mulish Light"/>
                <a:ea typeface="Mulish Light"/>
                <a:cs typeface="Mulish Light"/>
                <a:sym typeface="Mulish Light"/>
              </a:endParaRPr>
            </a:p>
          </p:txBody>
        </p:sp>
      </p:grpSp>
      <p:grpSp>
        <p:nvGrpSpPr>
          <p:cNvPr id="688" name="Google Shape;688;p121"/>
          <p:cNvGrpSpPr/>
          <p:nvPr/>
        </p:nvGrpSpPr>
        <p:grpSpPr>
          <a:xfrm>
            <a:off x="4743791" y="2127800"/>
            <a:ext cx="3648094" cy="403639"/>
            <a:chOff x="613025" y="2006275"/>
            <a:chExt cx="3661275" cy="445075"/>
          </a:xfrm>
        </p:grpSpPr>
        <p:sp>
          <p:nvSpPr>
            <p:cNvPr id="689" name="Google Shape;689;p121"/>
            <p:cNvSpPr/>
            <p:nvPr/>
          </p:nvSpPr>
          <p:spPr>
            <a:xfrm rot="5400000">
              <a:off x="2222900" y="396475"/>
              <a:ext cx="4416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90" name="Google Shape;690;p121"/>
            <p:cNvSpPr/>
            <p:nvPr/>
          </p:nvSpPr>
          <p:spPr>
            <a:xfrm>
              <a:off x="613025" y="2006275"/>
              <a:ext cx="234900" cy="44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91" name="Google Shape;691;p121"/>
            <p:cNvSpPr txBox="1"/>
            <p:nvPr/>
          </p:nvSpPr>
          <p:spPr>
            <a:xfrm rot="-5400000">
              <a:off x="524633" y="2116788"/>
              <a:ext cx="422700" cy="22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CIEM</a:t>
              </a:r>
              <a:endParaRPr sz="1100">
                <a:solidFill>
                  <a:schemeClr val="lt1"/>
                </a:solidFill>
                <a:latin typeface="Mulish Light"/>
                <a:ea typeface="Mulish Light"/>
                <a:cs typeface="Mulish Light"/>
                <a:sym typeface="Mulish Light"/>
              </a:endParaRPr>
            </a:p>
          </p:txBody>
        </p:sp>
        <p:sp>
          <p:nvSpPr>
            <p:cNvPr id="692" name="Google Shape;692;p121"/>
            <p:cNvSpPr/>
            <p:nvPr/>
          </p:nvSpPr>
          <p:spPr>
            <a:xfrm flipH="1">
              <a:off x="817988" y="22290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693" name="Google Shape;693;p121"/>
            <p:cNvSpPr/>
            <p:nvPr/>
          </p:nvSpPr>
          <p:spPr>
            <a:xfrm>
              <a:off x="847904" y="2015751"/>
              <a:ext cx="31677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Entitlement Risk Management &amp; Permission Analysis  </a:t>
              </a:r>
              <a:endParaRPr sz="700">
                <a:solidFill>
                  <a:schemeClr val="lt1"/>
                </a:solidFill>
                <a:latin typeface="Mulish Light"/>
                <a:ea typeface="Mulish Light"/>
                <a:cs typeface="Mulish Light"/>
                <a:sym typeface="Mulish Light"/>
              </a:endParaRPr>
            </a:p>
          </p:txBody>
        </p:sp>
        <p:sp>
          <p:nvSpPr>
            <p:cNvPr id="694" name="Google Shape;694;p121"/>
            <p:cNvSpPr/>
            <p:nvPr/>
          </p:nvSpPr>
          <p:spPr>
            <a:xfrm flipH="1">
              <a:off x="817988" y="24423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695" name="Google Shape;695;p121"/>
            <p:cNvSpPr/>
            <p:nvPr/>
          </p:nvSpPr>
          <p:spPr>
            <a:xfrm>
              <a:off x="847903" y="2229051"/>
              <a:ext cx="32253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IAM Policies </a:t>
              </a:r>
              <a:endParaRPr sz="700">
                <a:solidFill>
                  <a:schemeClr val="lt1"/>
                </a:solidFill>
                <a:latin typeface="Mulish Light"/>
                <a:ea typeface="Mulish Light"/>
                <a:cs typeface="Mulish Light"/>
                <a:sym typeface="Mulish Light"/>
              </a:endParaRPr>
            </a:p>
          </p:txBody>
        </p:sp>
      </p:grpSp>
      <p:grpSp>
        <p:nvGrpSpPr>
          <p:cNvPr id="696" name="Google Shape;696;p121"/>
          <p:cNvGrpSpPr/>
          <p:nvPr/>
        </p:nvGrpSpPr>
        <p:grpSpPr>
          <a:xfrm>
            <a:off x="4743791" y="2571878"/>
            <a:ext cx="3648094" cy="403639"/>
            <a:chOff x="613025" y="2006275"/>
            <a:chExt cx="3661275" cy="445075"/>
          </a:xfrm>
        </p:grpSpPr>
        <p:sp>
          <p:nvSpPr>
            <p:cNvPr id="697" name="Google Shape;697;p121"/>
            <p:cNvSpPr/>
            <p:nvPr/>
          </p:nvSpPr>
          <p:spPr>
            <a:xfrm rot="5400000">
              <a:off x="2222900" y="396475"/>
              <a:ext cx="4416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98" name="Google Shape;698;p121"/>
            <p:cNvSpPr/>
            <p:nvPr/>
          </p:nvSpPr>
          <p:spPr>
            <a:xfrm>
              <a:off x="613025" y="2006275"/>
              <a:ext cx="234900" cy="44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99" name="Google Shape;699;p121"/>
            <p:cNvSpPr txBox="1"/>
            <p:nvPr/>
          </p:nvSpPr>
          <p:spPr>
            <a:xfrm rot="-5400000">
              <a:off x="524633" y="2116788"/>
              <a:ext cx="422700" cy="22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API</a:t>
              </a:r>
              <a:endParaRPr sz="1100">
                <a:solidFill>
                  <a:schemeClr val="lt1"/>
                </a:solidFill>
                <a:latin typeface="Mulish Light"/>
                <a:ea typeface="Mulish Light"/>
                <a:cs typeface="Mulish Light"/>
                <a:sym typeface="Mulish Light"/>
              </a:endParaRPr>
            </a:p>
          </p:txBody>
        </p:sp>
        <p:sp>
          <p:nvSpPr>
            <p:cNvPr id="700" name="Google Shape;700;p121"/>
            <p:cNvSpPr/>
            <p:nvPr/>
          </p:nvSpPr>
          <p:spPr>
            <a:xfrm flipH="1">
              <a:off x="817988" y="22290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01" name="Google Shape;701;p121"/>
            <p:cNvSpPr/>
            <p:nvPr/>
          </p:nvSpPr>
          <p:spPr>
            <a:xfrm>
              <a:off x="847904" y="2015750"/>
              <a:ext cx="31677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API Inventory </a:t>
              </a:r>
              <a:endParaRPr sz="700">
                <a:solidFill>
                  <a:schemeClr val="lt1"/>
                </a:solidFill>
                <a:latin typeface="Mulish Light"/>
                <a:ea typeface="Mulish Light"/>
                <a:cs typeface="Mulish Light"/>
                <a:sym typeface="Mulish Light"/>
              </a:endParaRPr>
            </a:p>
          </p:txBody>
        </p:sp>
        <p:sp>
          <p:nvSpPr>
            <p:cNvPr id="702" name="Google Shape;702;p121"/>
            <p:cNvSpPr/>
            <p:nvPr/>
          </p:nvSpPr>
          <p:spPr>
            <a:xfrm flipH="1">
              <a:off x="817988" y="24423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03" name="Google Shape;703;p121"/>
            <p:cNvSpPr/>
            <p:nvPr/>
          </p:nvSpPr>
          <p:spPr>
            <a:xfrm>
              <a:off x="847904" y="2229050"/>
              <a:ext cx="31677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Exposure Identification &amp; Risk Analysis </a:t>
              </a:r>
              <a:endParaRPr sz="700">
                <a:solidFill>
                  <a:schemeClr val="lt1"/>
                </a:solidFill>
                <a:latin typeface="Mulish Light"/>
                <a:ea typeface="Mulish Light"/>
                <a:cs typeface="Mulish Light"/>
                <a:sym typeface="Mulish Light"/>
              </a:endParaRPr>
            </a:p>
          </p:txBody>
        </p:sp>
      </p:grpSp>
      <p:grpSp>
        <p:nvGrpSpPr>
          <p:cNvPr id="704" name="Google Shape;704;p121"/>
          <p:cNvGrpSpPr/>
          <p:nvPr/>
        </p:nvGrpSpPr>
        <p:grpSpPr>
          <a:xfrm>
            <a:off x="4743700" y="3015956"/>
            <a:ext cx="3648094" cy="403639"/>
            <a:chOff x="613025" y="2006275"/>
            <a:chExt cx="3661275" cy="445075"/>
          </a:xfrm>
        </p:grpSpPr>
        <p:sp>
          <p:nvSpPr>
            <p:cNvPr id="705" name="Google Shape;705;p121"/>
            <p:cNvSpPr/>
            <p:nvPr/>
          </p:nvSpPr>
          <p:spPr>
            <a:xfrm rot="5400000">
              <a:off x="2222900" y="396475"/>
              <a:ext cx="4416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06" name="Google Shape;706;p121"/>
            <p:cNvSpPr/>
            <p:nvPr/>
          </p:nvSpPr>
          <p:spPr>
            <a:xfrm>
              <a:off x="613025" y="2006275"/>
              <a:ext cx="234900" cy="44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07" name="Google Shape;707;p121"/>
            <p:cNvSpPr txBox="1"/>
            <p:nvPr/>
          </p:nvSpPr>
          <p:spPr>
            <a:xfrm rot="-5400000">
              <a:off x="524633" y="2116788"/>
              <a:ext cx="422700" cy="22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DSPM</a:t>
              </a:r>
              <a:endParaRPr sz="1100">
                <a:solidFill>
                  <a:schemeClr val="lt1"/>
                </a:solidFill>
                <a:latin typeface="Mulish Light"/>
                <a:ea typeface="Mulish Light"/>
                <a:cs typeface="Mulish Light"/>
                <a:sym typeface="Mulish Light"/>
              </a:endParaRPr>
            </a:p>
          </p:txBody>
        </p:sp>
        <p:sp>
          <p:nvSpPr>
            <p:cNvPr id="708" name="Google Shape;708;p121"/>
            <p:cNvSpPr/>
            <p:nvPr/>
          </p:nvSpPr>
          <p:spPr>
            <a:xfrm flipH="1">
              <a:off x="817988" y="22290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09" name="Google Shape;709;p121"/>
            <p:cNvSpPr/>
            <p:nvPr/>
          </p:nvSpPr>
          <p:spPr>
            <a:xfrm>
              <a:off x="847919" y="2015750"/>
              <a:ext cx="31392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PII Analysis and Exposure Scanning </a:t>
              </a:r>
              <a:endParaRPr sz="700">
                <a:solidFill>
                  <a:schemeClr val="lt1"/>
                </a:solidFill>
                <a:latin typeface="Mulish Light"/>
                <a:ea typeface="Mulish Light"/>
                <a:cs typeface="Mulish Light"/>
                <a:sym typeface="Mulish Light"/>
              </a:endParaRPr>
            </a:p>
          </p:txBody>
        </p:sp>
        <p:sp>
          <p:nvSpPr>
            <p:cNvPr id="710" name="Google Shape;710;p121"/>
            <p:cNvSpPr/>
            <p:nvPr/>
          </p:nvSpPr>
          <p:spPr>
            <a:xfrm flipH="1">
              <a:off x="817988" y="24423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11" name="Google Shape;711;p121"/>
            <p:cNvSpPr/>
            <p:nvPr/>
          </p:nvSpPr>
          <p:spPr>
            <a:xfrm>
              <a:off x="847919" y="2229050"/>
              <a:ext cx="31392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Asset Inventory (Workloads, Buckets, and Databases)  </a:t>
              </a:r>
              <a:endParaRPr sz="700">
                <a:solidFill>
                  <a:schemeClr val="lt1"/>
                </a:solidFill>
                <a:latin typeface="Mulish Light"/>
                <a:ea typeface="Mulish Light"/>
                <a:cs typeface="Mulish Light"/>
                <a:sym typeface="Mulish Light"/>
              </a:endParaRPr>
            </a:p>
          </p:txBody>
        </p:sp>
      </p:grpSp>
      <p:grpSp>
        <p:nvGrpSpPr>
          <p:cNvPr id="712" name="Google Shape;712;p121"/>
          <p:cNvGrpSpPr/>
          <p:nvPr/>
        </p:nvGrpSpPr>
        <p:grpSpPr>
          <a:xfrm>
            <a:off x="4743790" y="3460033"/>
            <a:ext cx="3648094" cy="403639"/>
            <a:chOff x="613025" y="2006275"/>
            <a:chExt cx="3661275" cy="445075"/>
          </a:xfrm>
        </p:grpSpPr>
        <p:sp>
          <p:nvSpPr>
            <p:cNvPr id="713" name="Google Shape;713;p121"/>
            <p:cNvSpPr/>
            <p:nvPr/>
          </p:nvSpPr>
          <p:spPr>
            <a:xfrm rot="5400000">
              <a:off x="2222900" y="396475"/>
              <a:ext cx="4416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14" name="Google Shape;714;p121"/>
            <p:cNvSpPr/>
            <p:nvPr/>
          </p:nvSpPr>
          <p:spPr>
            <a:xfrm>
              <a:off x="613025" y="2006275"/>
              <a:ext cx="234900" cy="44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15" name="Google Shape;715;p121"/>
            <p:cNvSpPr txBox="1"/>
            <p:nvPr/>
          </p:nvSpPr>
          <p:spPr>
            <a:xfrm rot="-5400000">
              <a:off x="524633" y="2116788"/>
              <a:ext cx="422700" cy="22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AI-SEC</a:t>
              </a:r>
              <a:endParaRPr sz="1100">
                <a:solidFill>
                  <a:schemeClr val="lt1"/>
                </a:solidFill>
                <a:latin typeface="Mulish Light"/>
                <a:ea typeface="Mulish Light"/>
                <a:cs typeface="Mulish Light"/>
                <a:sym typeface="Mulish Light"/>
              </a:endParaRPr>
            </a:p>
          </p:txBody>
        </p:sp>
        <p:sp>
          <p:nvSpPr>
            <p:cNvPr id="716" name="Google Shape;716;p121"/>
            <p:cNvSpPr/>
            <p:nvPr/>
          </p:nvSpPr>
          <p:spPr>
            <a:xfrm flipH="1">
              <a:off x="817988" y="22290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17" name="Google Shape;717;p121"/>
            <p:cNvSpPr/>
            <p:nvPr/>
          </p:nvSpPr>
          <p:spPr>
            <a:xfrm>
              <a:off x="847904" y="2015750"/>
              <a:ext cx="32343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AI &amp; ML Bill of Materials and Inventory</a:t>
              </a:r>
              <a:endParaRPr sz="700">
                <a:solidFill>
                  <a:schemeClr val="lt1"/>
                </a:solidFill>
                <a:latin typeface="Mulish Light"/>
                <a:ea typeface="Mulish Light"/>
                <a:cs typeface="Mulish Light"/>
                <a:sym typeface="Mulish Light"/>
              </a:endParaRPr>
            </a:p>
          </p:txBody>
        </p:sp>
        <p:sp>
          <p:nvSpPr>
            <p:cNvPr id="718" name="Google Shape;718;p121"/>
            <p:cNvSpPr/>
            <p:nvPr/>
          </p:nvSpPr>
          <p:spPr>
            <a:xfrm flipH="1">
              <a:off x="817988" y="24423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19" name="Google Shape;719;p121"/>
            <p:cNvSpPr/>
            <p:nvPr/>
          </p:nvSpPr>
          <p:spPr>
            <a:xfrm>
              <a:off x="847904" y="2229050"/>
              <a:ext cx="32343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Exposure Alerting &amp; Sensitive Data Detection</a:t>
              </a:r>
              <a:endParaRPr sz="700">
                <a:solidFill>
                  <a:schemeClr val="lt1"/>
                </a:solidFill>
                <a:latin typeface="Mulish Light"/>
                <a:ea typeface="Mulish Light"/>
                <a:cs typeface="Mulish Light"/>
                <a:sym typeface="Mulish Light"/>
              </a:endParaRPr>
            </a:p>
          </p:txBody>
        </p:sp>
      </p:grpSp>
      <p:grpSp>
        <p:nvGrpSpPr>
          <p:cNvPr id="720" name="Google Shape;720;p121"/>
          <p:cNvGrpSpPr/>
          <p:nvPr/>
        </p:nvGrpSpPr>
        <p:grpSpPr>
          <a:xfrm>
            <a:off x="4743792" y="3904200"/>
            <a:ext cx="3648103" cy="793758"/>
            <a:chOff x="610564" y="3763583"/>
            <a:chExt cx="3661283" cy="884804"/>
          </a:xfrm>
        </p:grpSpPr>
        <p:sp>
          <p:nvSpPr>
            <p:cNvPr id="721" name="Google Shape;721;p121"/>
            <p:cNvSpPr/>
            <p:nvPr/>
          </p:nvSpPr>
          <p:spPr>
            <a:xfrm rot="5400000">
              <a:off x="2003697" y="2370533"/>
              <a:ext cx="8751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22" name="Google Shape;722;p121"/>
            <p:cNvSpPr/>
            <p:nvPr/>
          </p:nvSpPr>
          <p:spPr>
            <a:xfrm>
              <a:off x="610564" y="3763583"/>
              <a:ext cx="234900" cy="875100"/>
            </a:xfrm>
            <a:prstGeom prst="rect">
              <a:avLst/>
            </a:prstGeom>
            <a:solidFill>
              <a:schemeClr val="accent1"/>
            </a:solidFill>
            <a:ln>
              <a:noFill/>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23" name="Google Shape;723;p121"/>
            <p:cNvSpPr txBox="1"/>
            <p:nvPr/>
          </p:nvSpPr>
          <p:spPr>
            <a:xfrm rot="-5400000">
              <a:off x="290305" y="4105837"/>
              <a:ext cx="875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INTEGRATIONS</a:t>
              </a:r>
              <a:endParaRPr sz="1100">
                <a:solidFill>
                  <a:schemeClr val="lt1"/>
                </a:solidFill>
                <a:latin typeface="Mulish Light"/>
                <a:ea typeface="Mulish Light"/>
                <a:cs typeface="Mulish Light"/>
                <a:sym typeface="Mulish Light"/>
              </a:endParaRPr>
            </a:p>
          </p:txBody>
        </p:sp>
        <p:sp>
          <p:nvSpPr>
            <p:cNvPr id="724" name="Google Shape;724;p121"/>
            <p:cNvSpPr/>
            <p:nvPr/>
          </p:nvSpPr>
          <p:spPr>
            <a:xfrm flipH="1">
              <a:off x="815538" y="39863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25" name="Google Shape;725;p121"/>
            <p:cNvSpPr/>
            <p:nvPr/>
          </p:nvSpPr>
          <p:spPr>
            <a:xfrm>
              <a:off x="845490" y="3773061"/>
              <a:ext cx="32061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Alerting &amp; Ticketing  </a:t>
              </a:r>
              <a:endParaRPr sz="700">
                <a:solidFill>
                  <a:schemeClr val="lt1"/>
                </a:solidFill>
                <a:latin typeface="Mulish Light"/>
                <a:ea typeface="Mulish Light"/>
                <a:cs typeface="Mulish Light"/>
                <a:sym typeface="Mulish Light"/>
              </a:endParaRPr>
            </a:p>
          </p:txBody>
        </p:sp>
        <p:sp>
          <p:nvSpPr>
            <p:cNvPr id="726" name="Google Shape;726;p121"/>
            <p:cNvSpPr/>
            <p:nvPr/>
          </p:nvSpPr>
          <p:spPr>
            <a:xfrm flipH="1">
              <a:off x="815538" y="41996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grpSp>
      <p:sp>
        <p:nvSpPr>
          <p:cNvPr id="727" name="Google Shape;727;p121"/>
          <p:cNvSpPr/>
          <p:nvPr/>
        </p:nvSpPr>
        <p:spPr>
          <a:xfrm>
            <a:off x="4968772" y="4111149"/>
            <a:ext cx="3222600" cy="1911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Asset Management  </a:t>
            </a:r>
            <a:endParaRPr sz="700">
              <a:solidFill>
                <a:schemeClr val="lt1"/>
              </a:solidFill>
              <a:latin typeface="Mulish Light"/>
              <a:ea typeface="Mulish Light"/>
              <a:cs typeface="Mulish Light"/>
              <a:sym typeface="Mulish Light"/>
            </a:endParaRPr>
          </a:p>
        </p:txBody>
      </p:sp>
      <p:sp>
        <p:nvSpPr>
          <p:cNvPr id="728" name="Google Shape;728;p121"/>
          <p:cNvSpPr/>
          <p:nvPr/>
        </p:nvSpPr>
        <p:spPr>
          <a:xfrm>
            <a:off x="4968772" y="4302400"/>
            <a:ext cx="3222600" cy="1911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CI/CD Tools </a:t>
            </a:r>
            <a:endParaRPr sz="700">
              <a:solidFill>
                <a:schemeClr val="lt1"/>
              </a:solidFill>
              <a:latin typeface="Mulish Light"/>
              <a:ea typeface="Mulish Light"/>
              <a:cs typeface="Mulish Light"/>
              <a:sym typeface="Mulish Light"/>
            </a:endParaRPr>
          </a:p>
        </p:txBody>
      </p:sp>
      <p:sp>
        <p:nvSpPr>
          <p:cNvPr id="729" name="Google Shape;729;p121"/>
          <p:cNvSpPr/>
          <p:nvPr/>
        </p:nvSpPr>
        <p:spPr>
          <a:xfrm>
            <a:off x="4968772" y="4491067"/>
            <a:ext cx="3222600" cy="1911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SOAR Tools </a:t>
            </a:r>
            <a:endParaRPr sz="700">
              <a:solidFill>
                <a:schemeClr val="lt1"/>
              </a:solidFill>
              <a:latin typeface="Mulish Light"/>
              <a:ea typeface="Mulish Light"/>
              <a:cs typeface="Mulish Light"/>
              <a:sym typeface="Mulish Light"/>
            </a:endParaRPr>
          </a:p>
        </p:txBody>
      </p:sp>
      <p:sp>
        <p:nvSpPr>
          <p:cNvPr id="730" name="Google Shape;730;p121"/>
          <p:cNvSpPr txBox="1"/>
          <p:nvPr/>
        </p:nvSpPr>
        <p:spPr>
          <a:xfrm>
            <a:off x="657600" y="798875"/>
            <a:ext cx="25887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000">
                <a:solidFill>
                  <a:schemeClr val="lt1"/>
                </a:solidFill>
                <a:latin typeface="Mulish"/>
                <a:ea typeface="Mulish"/>
                <a:cs typeface="Mulish"/>
                <a:sym typeface="Mulish"/>
              </a:rPr>
              <a:t>Orca Cloud Security Platform (CNAPP)</a:t>
            </a:r>
            <a:endParaRPr sz="1000">
              <a:solidFill>
                <a:schemeClr val="lt1"/>
              </a:solidFill>
              <a:latin typeface="Mulish"/>
              <a:ea typeface="Mulish"/>
              <a:cs typeface="Mulish"/>
              <a:sym typeface="Mulish"/>
            </a:endParaRPr>
          </a:p>
        </p:txBody>
      </p:sp>
      <p:sp>
        <p:nvSpPr>
          <p:cNvPr id="731" name="Google Shape;731;p121"/>
          <p:cNvSpPr/>
          <p:nvPr/>
        </p:nvSpPr>
        <p:spPr>
          <a:xfrm flipH="1">
            <a:off x="4948050" y="4491058"/>
            <a:ext cx="3444000" cy="84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32" name="Google Shape;732;p121"/>
          <p:cNvSpPr/>
          <p:nvPr/>
        </p:nvSpPr>
        <p:spPr>
          <a:xfrm>
            <a:off x="4973421" y="1748037"/>
            <a:ext cx="3213300" cy="1398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Open Source License Scanning </a:t>
            </a:r>
            <a:endParaRPr sz="700">
              <a:solidFill>
                <a:schemeClr val="lt1"/>
              </a:solidFill>
              <a:latin typeface="Mulish Light"/>
              <a:ea typeface="Mulish Light"/>
              <a:cs typeface="Mulish Light"/>
              <a:sym typeface="Mulish Light"/>
            </a:endParaRPr>
          </a:p>
        </p:txBody>
      </p:sp>
      <p:sp>
        <p:nvSpPr>
          <p:cNvPr id="733" name="Google Shape;733;p121"/>
          <p:cNvSpPr/>
          <p:nvPr/>
        </p:nvSpPr>
        <p:spPr>
          <a:xfrm>
            <a:off x="4973421" y="1897993"/>
            <a:ext cx="3195000" cy="1935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Cloud-to-Dev Tracing </a:t>
            </a:r>
            <a:endParaRPr sz="700">
              <a:solidFill>
                <a:schemeClr val="lt1"/>
              </a:solidFill>
              <a:latin typeface="Mulish Light"/>
              <a:ea typeface="Mulish Light"/>
              <a:cs typeface="Mulish Light"/>
              <a:sym typeface="Mulish Light"/>
            </a:endParaRPr>
          </a:p>
        </p:txBody>
      </p:sp>
      <p:sp>
        <p:nvSpPr>
          <p:cNvPr id="734" name="Google Shape;734;p121"/>
          <p:cNvSpPr/>
          <p:nvPr/>
        </p:nvSpPr>
        <p:spPr>
          <a:xfrm flipH="1">
            <a:off x="4948027" y="1709099"/>
            <a:ext cx="3444000" cy="84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35" name="Google Shape;735;p121"/>
          <p:cNvSpPr/>
          <p:nvPr/>
        </p:nvSpPr>
        <p:spPr>
          <a:xfrm flipH="1">
            <a:off x="4948027" y="1895057"/>
            <a:ext cx="3444000" cy="84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grpSp>
        <p:nvGrpSpPr>
          <p:cNvPr id="736" name="Google Shape;736;p121"/>
          <p:cNvGrpSpPr/>
          <p:nvPr/>
        </p:nvGrpSpPr>
        <p:grpSpPr>
          <a:xfrm>
            <a:off x="657625" y="2577382"/>
            <a:ext cx="3657248" cy="1221382"/>
            <a:chOff x="613000" y="2533658"/>
            <a:chExt cx="3661275" cy="1100939"/>
          </a:xfrm>
        </p:grpSpPr>
        <p:sp>
          <p:nvSpPr>
            <p:cNvPr id="737" name="Google Shape;737;p121"/>
            <p:cNvSpPr/>
            <p:nvPr/>
          </p:nvSpPr>
          <p:spPr>
            <a:xfrm rot="5400000">
              <a:off x="1895575" y="1251158"/>
              <a:ext cx="10962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38" name="Google Shape;738;p121"/>
            <p:cNvSpPr/>
            <p:nvPr/>
          </p:nvSpPr>
          <p:spPr>
            <a:xfrm>
              <a:off x="613000" y="2533659"/>
              <a:ext cx="234900" cy="1096200"/>
            </a:xfrm>
            <a:prstGeom prst="rect">
              <a:avLst/>
            </a:prstGeom>
            <a:solidFill>
              <a:schemeClr val="accent1"/>
            </a:solidFill>
            <a:ln>
              <a:noFill/>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39" name="Google Shape;739;p121"/>
            <p:cNvSpPr txBox="1"/>
            <p:nvPr/>
          </p:nvSpPr>
          <p:spPr>
            <a:xfrm rot="-5400000">
              <a:off x="184750" y="2984047"/>
              <a:ext cx="1091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CWPP</a:t>
              </a:r>
              <a:endParaRPr sz="1100">
                <a:solidFill>
                  <a:schemeClr val="lt1"/>
                </a:solidFill>
                <a:latin typeface="Mulish Light"/>
                <a:ea typeface="Mulish Light"/>
                <a:cs typeface="Mulish Light"/>
                <a:sym typeface="Mulish Light"/>
              </a:endParaRPr>
            </a:p>
          </p:txBody>
        </p:sp>
        <p:sp>
          <p:nvSpPr>
            <p:cNvPr id="740" name="Google Shape;740;p121"/>
            <p:cNvSpPr/>
            <p:nvPr/>
          </p:nvSpPr>
          <p:spPr>
            <a:xfrm flipH="1">
              <a:off x="817975" y="2756413"/>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41" name="Google Shape;741;p121"/>
            <p:cNvSpPr/>
            <p:nvPr/>
          </p:nvSpPr>
          <p:spPr>
            <a:xfrm>
              <a:off x="847909" y="2543134"/>
              <a:ext cx="32319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Vulnerability Management (Host OS, Container, Function) </a:t>
              </a:r>
              <a:endParaRPr sz="700">
                <a:solidFill>
                  <a:schemeClr val="lt1"/>
                </a:solidFill>
                <a:latin typeface="Mulish Light"/>
                <a:ea typeface="Mulish Light"/>
                <a:cs typeface="Mulish Light"/>
                <a:sym typeface="Mulish Light"/>
              </a:endParaRPr>
            </a:p>
          </p:txBody>
        </p:sp>
        <p:sp>
          <p:nvSpPr>
            <p:cNvPr id="742" name="Google Shape;742;p121"/>
            <p:cNvSpPr/>
            <p:nvPr/>
          </p:nvSpPr>
          <p:spPr>
            <a:xfrm flipH="1">
              <a:off x="817975" y="2969713"/>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43" name="Google Shape;743;p121"/>
            <p:cNvSpPr/>
            <p:nvPr/>
          </p:nvSpPr>
          <p:spPr>
            <a:xfrm>
              <a:off x="847908" y="2756402"/>
              <a:ext cx="32832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Workload Compliance </a:t>
              </a:r>
              <a:endParaRPr sz="700">
                <a:solidFill>
                  <a:schemeClr val="lt1"/>
                </a:solidFill>
                <a:latin typeface="Mulish Light"/>
                <a:ea typeface="Mulish Light"/>
                <a:cs typeface="Mulish Light"/>
                <a:sym typeface="Mulish Light"/>
              </a:endParaRPr>
            </a:p>
          </p:txBody>
        </p:sp>
        <p:sp>
          <p:nvSpPr>
            <p:cNvPr id="744" name="Google Shape;744;p121"/>
            <p:cNvSpPr/>
            <p:nvPr/>
          </p:nvSpPr>
          <p:spPr>
            <a:xfrm>
              <a:off x="847908" y="2969716"/>
              <a:ext cx="32832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Malware Analysis </a:t>
              </a:r>
              <a:endParaRPr sz="700">
                <a:solidFill>
                  <a:schemeClr val="lt1"/>
                </a:solidFill>
                <a:latin typeface="Mulish Light"/>
                <a:ea typeface="Mulish Light"/>
                <a:cs typeface="Mulish Light"/>
                <a:sym typeface="Mulish Light"/>
              </a:endParaRPr>
            </a:p>
          </p:txBody>
        </p:sp>
        <p:sp>
          <p:nvSpPr>
            <p:cNvPr id="745" name="Google Shape;745;p121"/>
            <p:cNvSpPr/>
            <p:nvPr/>
          </p:nvSpPr>
          <p:spPr>
            <a:xfrm flipH="1">
              <a:off x="838800" y="3192025"/>
              <a:ext cx="34197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46" name="Google Shape;746;p121"/>
            <p:cNvSpPr/>
            <p:nvPr/>
          </p:nvSpPr>
          <p:spPr>
            <a:xfrm flipH="1">
              <a:off x="851750" y="3405325"/>
              <a:ext cx="34197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47" name="Google Shape;747;p121"/>
            <p:cNvSpPr/>
            <p:nvPr/>
          </p:nvSpPr>
          <p:spPr>
            <a:xfrm>
              <a:off x="847900" y="3192025"/>
              <a:ext cx="32319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Log Collection &amp; Inspection </a:t>
              </a:r>
              <a:endParaRPr sz="700">
                <a:solidFill>
                  <a:schemeClr val="lt1"/>
                </a:solidFill>
                <a:latin typeface="Mulish Light"/>
                <a:ea typeface="Mulish Light"/>
                <a:cs typeface="Mulish Light"/>
                <a:sym typeface="Mulish Light"/>
              </a:endParaRPr>
            </a:p>
          </p:txBody>
        </p:sp>
        <p:sp>
          <p:nvSpPr>
            <p:cNvPr id="748" name="Google Shape;748;p121"/>
            <p:cNvSpPr/>
            <p:nvPr/>
          </p:nvSpPr>
          <p:spPr>
            <a:xfrm>
              <a:off x="847908" y="3405315"/>
              <a:ext cx="32832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Sensor-Based Runtime Protection </a:t>
              </a:r>
              <a:endParaRPr sz="700">
                <a:solidFill>
                  <a:schemeClr val="lt1"/>
                </a:solidFill>
                <a:latin typeface="Mulish Light"/>
                <a:ea typeface="Mulish Light"/>
                <a:cs typeface="Mulish Light"/>
                <a:sym typeface="Mulish Light"/>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122"/>
          <p:cNvSpPr txBox="1">
            <a:spLocks noGrp="1"/>
          </p:cNvSpPr>
          <p:nvPr>
            <p:ph type="title"/>
          </p:nvPr>
        </p:nvSpPr>
        <p:spPr>
          <a:xfrm>
            <a:off x="1280160" y="2252400"/>
            <a:ext cx="7159200" cy="6624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SzPts val="4200"/>
              <a:buNone/>
            </a:pPr>
            <a:r>
              <a:rPr lang="en"/>
              <a:t>Customer Support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123"/>
          <p:cNvSpPr/>
          <p:nvPr/>
        </p:nvSpPr>
        <p:spPr>
          <a:xfrm>
            <a:off x="563750" y="543875"/>
            <a:ext cx="8043000" cy="581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800"/>
              <a:buFont typeface="Arial"/>
              <a:buNone/>
            </a:pPr>
            <a:r>
              <a:rPr lang="en" sz="2300">
                <a:latin typeface="Manrope Medium"/>
                <a:ea typeface="Manrope Medium"/>
                <a:cs typeface="Manrope Medium"/>
                <a:sym typeface="Manrope Medium"/>
              </a:rPr>
              <a:t>Capacidades de CSM e CSE </a:t>
            </a:r>
            <a:endParaRPr>
              <a:solidFill>
                <a:srgbClr val="FF0000"/>
              </a:solidFill>
            </a:endParaRPr>
          </a:p>
        </p:txBody>
      </p:sp>
      <p:sp>
        <p:nvSpPr>
          <p:cNvPr id="759" name="Google Shape;759;p123"/>
          <p:cNvSpPr/>
          <p:nvPr/>
        </p:nvSpPr>
        <p:spPr>
          <a:xfrm flipH="1">
            <a:off x="566444" y="1236413"/>
            <a:ext cx="80376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123"/>
          <p:cNvSpPr/>
          <p:nvPr/>
        </p:nvSpPr>
        <p:spPr>
          <a:xfrm>
            <a:off x="539750" y="1394463"/>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1" name="Google Shape;761;p123"/>
          <p:cNvSpPr/>
          <p:nvPr/>
        </p:nvSpPr>
        <p:spPr>
          <a:xfrm>
            <a:off x="2178606" y="1394463"/>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2" name="Google Shape;762;p123"/>
          <p:cNvSpPr/>
          <p:nvPr/>
        </p:nvSpPr>
        <p:spPr>
          <a:xfrm>
            <a:off x="3817462" y="1394463"/>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3" name="Google Shape;763;p123"/>
          <p:cNvSpPr/>
          <p:nvPr/>
        </p:nvSpPr>
        <p:spPr>
          <a:xfrm>
            <a:off x="5456318" y="1394463"/>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4" name="Google Shape;764;p123"/>
          <p:cNvSpPr/>
          <p:nvPr/>
        </p:nvSpPr>
        <p:spPr>
          <a:xfrm>
            <a:off x="7095173" y="1394463"/>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5" name="Google Shape;765;p123"/>
          <p:cNvSpPr/>
          <p:nvPr/>
        </p:nvSpPr>
        <p:spPr>
          <a:xfrm>
            <a:off x="539750" y="3093541"/>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6" name="Google Shape;766;p123"/>
          <p:cNvSpPr/>
          <p:nvPr/>
        </p:nvSpPr>
        <p:spPr>
          <a:xfrm>
            <a:off x="2178606" y="3064262"/>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7" name="Google Shape;767;p123"/>
          <p:cNvSpPr/>
          <p:nvPr/>
        </p:nvSpPr>
        <p:spPr>
          <a:xfrm>
            <a:off x="3817462" y="3093541"/>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8" name="Google Shape;768;p123"/>
          <p:cNvSpPr/>
          <p:nvPr/>
        </p:nvSpPr>
        <p:spPr>
          <a:xfrm>
            <a:off x="5456318" y="3093541"/>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9" name="Google Shape;769;p123"/>
          <p:cNvSpPr/>
          <p:nvPr/>
        </p:nvSpPr>
        <p:spPr>
          <a:xfrm>
            <a:off x="7095173" y="3093541"/>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70" name="Google Shape;770;p123"/>
          <p:cNvSpPr txBox="1"/>
          <p:nvPr/>
        </p:nvSpPr>
        <p:spPr>
          <a:xfrm>
            <a:off x="951533" y="1525171"/>
            <a:ext cx="954900" cy="184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a:solidFill>
                  <a:srgbClr val="0080FF"/>
                </a:solidFill>
                <a:latin typeface="Mulish"/>
                <a:ea typeface="Mulish"/>
                <a:cs typeface="Mulish"/>
                <a:sym typeface="Mulish"/>
              </a:rPr>
              <a:t>CSM e CSE atribuídos: início da integração</a:t>
            </a:r>
            <a:endParaRPr/>
          </a:p>
        </p:txBody>
      </p:sp>
      <p:sp>
        <p:nvSpPr>
          <p:cNvPr id="771" name="Google Shape;771;p123"/>
          <p:cNvSpPr/>
          <p:nvPr/>
        </p:nvSpPr>
        <p:spPr>
          <a:xfrm>
            <a:off x="688354" y="1515855"/>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72" name="Google Shape;772;p123"/>
          <p:cNvSpPr txBox="1"/>
          <p:nvPr/>
        </p:nvSpPr>
        <p:spPr>
          <a:xfrm>
            <a:off x="688354" y="1823181"/>
            <a:ext cx="1218300" cy="1015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Su Gerente de Éxito del Cliente (CSM) y su Ingeniero de Éxito del Cliente (CSE) son sus principales contactos y le guiarán durante toda su experiencia con Orca. Su función es garantizar que se genere valor mediante la adopción y la implementación. Considere a su CSM como su gerente de cuenta y a su CSE como su contraparte técnica.</a:t>
            </a:r>
            <a:endParaRPr/>
          </a:p>
        </p:txBody>
      </p:sp>
      <p:sp>
        <p:nvSpPr>
          <p:cNvPr id="773" name="Google Shape;773;p123"/>
          <p:cNvSpPr txBox="1"/>
          <p:nvPr/>
        </p:nvSpPr>
        <p:spPr>
          <a:xfrm>
            <a:off x="2590389" y="1571337"/>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a:solidFill>
                  <a:srgbClr val="0080FF"/>
                </a:solidFill>
                <a:latin typeface="Mulish"/>
                <a:ea typeface="Mulish"/>
                <a:cs typeface="Mulish"/>
                <a:sym typeface="Mulish"/>
              </a:rPr>
              <a:t>Chamadas de cadencia</a:t>
            </a:r>
            <a:endParaRPr/>
          </a:p>
        </p:txBody>
      </p:sp>
      <p:sp>
        <p:nvSpPr>
          <p:cNvPr id="774" name="Google Shape;774;p123"/>
          <p:cNvSpPr/>
          <p:nvPr/>
        </p:nvSpPr>
        <p:spPr>
          <a:xfrm>
            <a:off x="2327210" y="1515855"/>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75" name="Google Shape;775;p123"/>
          <p:cNvSpPr txBox="1"/>
          <p:nvPr/>
        </p:nvSpPr>
        <p:spPr>
          <a:xfrm>
            <a:off x="2327199" y="1823175"/>
            <a:ext cx="1342800" cy="1100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rgbClr val="000000"/>
              </a:buClr>
              <a:buSzPts val="550"/>
              <a:buFont typeface="Arial"/>
              <a:buNone/>
            </a:pPr>
            <a:r>
              <a:rPr lang="en" sz="550">
                <a:solidFill>
                  <a:schemeClr val="dk1"/>
                </a:solidFill>
                <a:latin typeface="Mulish"/>
                <a:ea typeface="Mulish"/>
                <a:cs typeface="Mulish"/>
                <a:sym typeface="Mulish"/>
              </a:rPr>
              <a:t>Las llamadas de cadencia son puntos de contacto recurrentes con su equipo de atención al cliente, que ofrecen la oportunidad de sincronizarse sobre dónde se encuentra en su recorrido con Orca. Aquí tendrá la oportunidad de analizar cómo sus procesos y flujos de trabajo incorporan las mejores prácticas de Orca, analizar los próximos pasos para avanzar y analizar cualquier solicitud de funciones o problema que haya enviado.</a:t>
            </a:r>
            <a:endParaRPr/>
          </a:p>
          <a:p>
            <a:pPr marL="0" marR="0" lvl="0" indent="0" algn="l" rtl="0">
              <a:lnSpc>
                <a:spcPct val="100000"/>
              </a:lnSpc>
              <a:spcBef>
                <a:spcPts val="0"/>
              </a:spcBef>
              <a:spcAft>
                <a:spcPts val="0"/>
              </a:spcAft>
              <a:buClr>
                <a:srgbClr val="000000"/>
              </a:buClr>
              <a:buSzPts val="550"/>
              <a:buFont typeface="Arial"/>
              <a:buNone/>
            </a:pPr>
            <a:endParaRPr sz="550">
              <a:solidFill>
                <a:srgbClr val="101921"/>
              </a:solidFill>
              <a:latin typeface="Mulish"/>
              <a:ea typeface="Mulish"/>
              <a:cs typeface="Mulish"/>
              <a:sym typeface="Mulish"/>
            </a:endParaRPr>
          </a:p>
        </p:txBody>
      </p:sp>
      <p:sp>
        <p:nvSpPr>
          <p:cNvPr id="776" name="Google Shape;776;p123"/>
          <p:cNvSpPr txBox="1"/>
          <p:nvPr/>
        </p:nvSpPr>
        <p:spPr>
          <a:xfrm>
            <a:off x="4229245" y="1525171"/>
            <a:ext cx="954900" cy="184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a:solidFill>
                  <a:srgbClr val="0080FF"/>
                </a:solidFill>
                <a:latin typeface="Mulish"/>
                <a:ea typeface="Mulish"/>
                <a:cs typeface="Mulish"/>
                <a:sym typeface="Mulish"/>
              </a:rPr>
              <a:t>Análise Anual de Ameaças</a:t>
            </a:r>
            <a:endParaRPr/>
          </a:p>
        </p:txBody>
      </p:sp>
      <p:sp>
        <p:nvSpPr>
          <p:cNvPr id="777" name="Google Shape;777;p123"/>
          <p:cNvSpPr/>
          <p:nvPr/>
        </p:nvSpPr>
        <p:spPr>
          <a:xfrm>
            <a:off x="3966066" y="1515855"/>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78" name="Google Shape;778;p123"/>
          <p:cNvSpPr txBox="1"/>
          <p:nvPr/>
        </p:nvSpPr>
        <p:spPr>
          <a:xfrm>
            <a:off x="3966066" y="1823181"/>
            <a:ext cx="1218300" cy="369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Orca realiza una revisión exhaustiva de su entorno y proporciona un resumen de sus hallazgos.</a:t>
            </a:r>
            <a:endParaRPr/>
          </a:p>
        </p:txBody>
      </p:sp>
      <p:sp>
        <p:nvSpPr>
          <p:cNvPr id="779" name="Google Shape;779;p123"/>
          <p:cNvSpPr txBox="1"/>
          <p:nvPr/>
        </p:nvSpPr>
        <p:spPr>
          <a:xfrm>
            <a:off x="5868101" y="1571337"/>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a:solidFill>
                  <a:srgbClr val="0080FF"/>
                </a:solidFill>
                <a:latin typeface="Mulish"/>
                <a:ea typeface="Mulish"/>
                <a:cs typeface="Mulish"/>
                <a:sym typeface="Mulish"/>
              </a:rPr>
              <a:t>Treinamento</a:t>
            </a:r>
            <a:endParaRPr/>
          </a:p>
        </p:txBody>
      </p:sp>
      <p:sp>
        <p:nvSpPr>
          <p:cNvPr id="780" name="Google Shape;780;p123"/>
          <p:cNvSpPr/>
          <p:nvPr/>
        </p:nvSpPr>
        <p:spPr>
          <a:xfrm>
            <a:off x="5604922" y="1515855"/>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81" name="Google Shape;781;p123"/>
          <p:cNvSpPr txBox="1"/>
          <p:nvPr/>
        </p:nvSpPr>
        <p:spPr>
          <a:xfrm>
            <a:off x="5604922" y="1823181"/>
            <a:ext cx="1218300" cy="831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La capacitación para clientes de Orca ofrece una sesión de capacitación en vivo impartida por su CSE. Le guiará por cada área del producto y le dará tiempo para preguntas y respuestas. Esta sesión se grabará y se compartirá con su equipo para futuras consultas.</a:t>
            </a:r>
            <a:endParaRPr/>
          </a:p>
        </p:txBody>
      </p:sp>
      <p:sp>
        <p:nvSpPr>
          <p:cNvPr id="782" name="Google Shape;782;p123"/>
          <p:cNvSpPr txBox="1"/>
          <p:nvPr/>
        </p:nvSpPr>
        <p:spPr>
          <a:xfrm>
            <a:off x="7506956" y="1571337"/>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a:solidFill>
                  <a:srgbClr val="0080FF"/>
                </a:solidFill>
                <a:latin typeface="Mulish"/>
                <a:ea typeface="Mulish"/>
                <a:cs typeface="Mulish"/>
                <a:sym typeface="Mulish"/>
              </a:rPr>
              <a:t>Guia de operações</a:t>
            </a:r>
            <a:endParaRPr/>
          </a:p>
        </p:txBody>
      </p:sp>
      <p:sp>
        <p:nvSpPr>
          <p:cNvPr id="783" name="Google Shape;783;p123"/>
          <p:cNvSpPr/>
          <p:nvPr/>
        </p:nvSpPr>
        <p:spPr>
          <a:xfrm>
            <a:off x="7243777" y="1515855"/>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84" name="Google Shape;784;p123"/>
          <p:cNvSpPr txBox="1"/>
          <p:nvPr/>
        </p:nvSpPr>
        <p:spPr>
          <a:xfrm>
            <a:off x="7243777" y="1823181"/>
            <a:ext cx="1218300" cy="1015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550"/>
              <a:buFont typeface="Arial"/>
              <a:buNone/>
            </a:pPr>
            <a:r>
              <a:rPr lang="en" sz="550">
                <a:solidFill>
                  <a:srgbClr val="101921"/>
                </a:solidFill>
                <a:latin typeface="Mulish"/>
                <a:ea typeface="Mulish"/>
                <a:cs typeface="Mulish"/>
                <a:sym typeface="Mulish"/>
              </a:rPr>
              <a:t>La Guía de Mejores Prácticas de Operaciones de Orca es una recopilación documentada de los pasos y prácticas más beneficiosos que Orca ha observado entre sus clientes. Tendrá acceso a nuestra Guía de Operaciones dentro del paquete de documentación de Orca, y las mejores prácticas se analizarán en los momentos oportunos durante su experiencia con Orca durante nuestras llamadas de Cadence.</a:t>
            </a:r>
            <a:endParaRPr/>
          </a:p>
        </p:txBody>
      </p:sp>
      <p:sp>
        <p:nvSpPr>
          <p:cNvPr id="785" name="Google Shape;785;p123"/>
          <p:cNvSpPr txBox="1"/>
          <p:nvPr/>
        </p:nvSpPr>
        <p:spPr>
          <a:xfrm>
            <a:off x="951533" y="3270415"/>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rgbClr val="0080FF"/>
                </a:solidFill>
                <a:latin typeface="Mulish"/>
                <a:ea typeface="Mulish"/>
                <a:cs typeface="Mulish"/>
                <a:sym typeface="Mulish"/>
              </a:rPr>
              <a:t>Feature Release Reviews</a:t>
            </a:r>
            <a:endParaRPr/>
          </a:p>
        </p:txBody>
      </p:sp>
      <p:sp>
        <p:nvSpPr>
          <p:cNvPr id="786" name="Google Shape;786;p123"/>
          <p:cNvSpPr/>
          <p:nvPr/>
        </p:nvSpPr>
        <p:spPr>
          <a:xfrm>
            <a:off x="688354" y="3214933"/>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87" name="Google Shape;787;p123"/>
          <p:cNvSpPr txBox="1"/>
          <p:nvPr/>
        </p:nvSpPr>
        <p:spPr>
          <a:xfrm>
            <a:off x="688354" y="3522259"/>
            <a:ext cx="12183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Durante las llamadas regulares de Cadence, su CSE y CSM compartirán las últimas actualizaciones del producto y los mejores conocimientos sobre Orca.</a:t>
            </a:r>
            <a:endParaRPr/>
          </a:p>
        </p:txBody>
      </p:sp>
      <p:sp>
        <p:nvSpPr>
          <p:cNvPr id="788" name="Google Shape;788;p123"/>
          <p:cNvSpPr txBox="1"/>
          <p:nvPr/>
        </p:nvSpPr>
        <p:spPr>
          <a:xfrm>
            <a:off x="2590389" y="3241136"/>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rgbClr val="0080FF"/>
                </a:solidFill>
                <a:latin typeface="Mulish"/>
                <a:ea typeface="Mulish"/>
                <a:cs typeface="Mulish"/>
                <a:sym typeface="Mulish"/>
              </a:rPr>
              <a:t>Roadmap Reviews</a:t>
            </a:r>
            <a:endParaRPr/>
          </a:p>
        </p:txBody>
      </p:sp>
      <p:sp>
        <p:nvSpPr>
          <p:cNvPr id="789" name="Google Shape;789;p123"/>
          <p:cNvSpPr/>
          <p:nvPr/>
        </p:nvSpPr>
        <p:spPr>
          <a:xfrm>
            <a:off x="2327210" y="3185654"/>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90" name="Google Shape;790;p123"/>
          <p:cNvSpPr txBox="1"/>
          <p:nvPr/>
        </p:nvSpPr>
        <p:spPr>
          <a:xfrm>
            <a:off x="2327210" y="3492980"/>
            <a:ext cx="1218300" cy="1269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rgbClr val="000000"/>
              </a:buClr>
              <a:buSzPts val="550"/>
              <a:buFont typeface="Arial"/>
              <a:buNone/>
            </a:pPr>
            <a:r>
              <a:rPr lang="en" sz="550">
                <a:solidFill>
                  <a:schemeClr val="dk1"/>
                </a:solidFill>
                <a:latin typeface="Mulish"/>
                <a:ea typeface="Mulish"/>
                <a:cs typeface="Mulish"/>
                <a:sym typeface="Mulish"/>
              </a:rPr>
              <a:t>Como la seguridad en la nube está en constante evolución, queremos asegurarnos de que los clientes comprendan por completo la visión, las prioridades y el progreso de Orca Security. Para ello, llevamos a cabo sesiones trimestrales sobre la hoja de ruta que se centran en funciones o proyectos individuales o en una hoja de ruta completa del producto. El equipo de Éxito del cliente coordinará estas sesiones para usted y lo conectará con usted.</a:t>
            </a:r>
            <a:endParaRPr/>
          </a:p>
          <a:p>
            <a:pPr marL="0" lvl="0" indent="0" algn="l" rtl="0">
              <a:spcBef>
                <a:spcPts val="0"/>
              </a:spcBef>
              <a:spcAft>
                <a:spcPts val="0"/>
              </a:spcAft>
              <a:buClr>
                <a:srgbClr val="000000"/>
              </a:buClr>
              <a:buSzPts val="550"/>
              <a:buFont typeface="Arial"/>
              <a:buNone/>
            </a:pPr>
            <a:endParaRPr sz="550">
              <a:solidFill>
                <a:schemeClr val="dk1"/>
              </a:solidFill>
              <a:latin typeface="Mulish"/>
              <a:ea typeface="Mulish"/>
              <a:cs typeface="Mulish"/>
              <a:sym typeface="Mulish"/>
            </a:endParaRPr>
          </a:p>
          <a:p>
            <a:pPr marL="0" marR="0" lvl="0" indent="0" algn="l" rtl="0">
              <a:lnSpc>
                <a:spcPct val="100000"/>
              </a:lnSpc>
              <a:spcBef>
                <a:spcPts val="0"/>
              </a:spcBef>
              <a:spcAft>
                <a:spcPts val="0"/>
              </a:spcAft>
              <a:buClr>
                <a:srgbClr val="000000"/>
              </a:buClr>
              <a:buSzPts val="550"/>
              <a:buFont typeface="Arial"/>
              <a:buNone/>
            </a:pPr>
            <a:endParaRPr sz="550">
              <a:solidFill>
                <a:srgbClr val="101921"/>
              </a:solidFill>
              <a:latin typeface="Mulish"/>
              <a:ea typeface="Mulish"/>
              <a:cs typeface="Mulish"/>
              <a:sym typeface="Mulish"/>
            </a:endParaRPr>
          </a:p>
        </p:txBody>
      </p:sp>
      <p:sp>
        <p:nvSpPr>
          <p:cNvPr id="791" name="Google Shape;791;p123"/>
          <p:cNvSpPr txBox="1"/>
          <p:nvPr/>
        </p:nvSpPr>
        <p:spPr>
          <a:xfrm>
            <a:off x="4229245" y="3270415"/>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rgbClr val="0080FF"/>
                </a:solidFill>
                <a:latin typeface="Mulish"/>
                <a:ea typeface="Mulish"/>
                <a:cs typeface="Mulish"/>
                <a:sym typeface="Mulish"/>
              </a:rPr>
              <a:t>Business Review</a:t>
            </a:r>
            <a:endParaRPr/>
          </a:p>
        </p:txBody>
      </p:sp>
      <p:sp>
        <p:nvSpPr>
          <p:cNvPr id="792" name="Google Shape;792;p123"/>
          <p:cNvSpPr/>
          <p:nvPr/>
        </p:nvSpPr>
        <p:spPr>
          <a:xfrm>
            <a:off x="3966066" y="3214933"/>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93" name="Google Shape;793;p123"/>
          <p:cNvSpPr txBox="1"/>
          <p:nvPr/>
        </p:nvSpPr>
        <p:spPr>
          <a:xfrm>
            <a:off x="3966066" y="3459022"/>
            <a:ext cx="1218300" cy="110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Dado que la seguridad en la nube está en constante evolución, queremos asegurarnos de que nuestros clientes comprendan plenamente la visión, las prioridades y el progreso de Orca Security. Para ello, organizamos sesiones trimestrales sobre la hoja de ruta, centradas en funciones o proyectos individuales, o en una hoja de ruta completa del producto. </a:t>
            </a:r>
            <a:endParaRPr/>
          </a:p>
        </p:txBody>
      </p:sp>
      <p:sp>
        <p:nvSpPr>
          <p:cNvPr id="794" name="Google Shape;794;p123"/>
          <p:cNvSpPr txBox="1"/>
          <p:nvPr/>
        </p:nvSpPr>
        <p:spPr>
          <a:xfrm>
            <a:off x="5868101" y="3224249"/>
            <a:ext cx="954900" cy="2772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None/>
            </a:pPr>
            <a:r>
              <a:rPr lang="en" sz="600" b="1">
                <a:solidFill>
                  <a:srgbClr val="0080FF"/>
                </a:solidFill>
                <a:latin typeface="Mulish"/>
                <a:ea typeface="Mulish"/>
                <a:cs typeface="Mulish"/>
                <a:sym typeface="Mulish"/>
              </a:rPr>
              <a:t>Solicitação de Recurso</a:t>
            </a:r>
            <a:endParaRPr sz="600" b="1">
              <a:solidFill>
                <a:srgbClr val="0080FF"/>
              </a:solidFill>
              <a:latin typeface="Mulish"/>
              <a:ea typeface="Mulish"/>
              <a:cs typeface="Mulish"/>
              <a:sym typeface="Mulish"/>
            </a:endParaRPr>
          </a:p>
          <a:p>
            <a:pPr marL="0" lvl="0" indent="0" algn="l" rtl="0">
              <a:spcBef>
                <a:spcPts val="0"/>
              </a:spcBef>
              <a:spcAft>
                <a:spcPts val="0"/>
              </a:spcAft>
              <a:buNone/>
            </a:pPr>
            <a:r>
              <a:rPr lang="en" sz="600" b="1">
                <a:solidFill>
                  <a:srgbClr val="0080FF"/>
                </a:solidFill>
                <a:latin typeface="Mulish"/>
                <a:ea typeface="Mulish"/>
                <a:cs typeface="Mulish"/>
                <a:sym typeface="Mulish"/>
              </a:rPr>
              <a:t>Acompanhamento</a:t>
            </a:r>
            <a:endParaRPr sz="600" b="1">
              <a:solidFill>
                <a:srgbClr val="0080FF"/>
              </a:solidFill>
              <a:latin typeface="Mulish"/>
              <a:ea typeface="Mulish"/>
              <a:cs typeface="Mulish"/>
              <a:sym typeface="Mulish"/>
            </a:endParaRPr>
          </a:p>
          <a:p>
            <a:pPr marL="0" lvl="0" indent="0" algn="l" rtl="0">
              <a:spcBef>
                <a:spcPts val="0"/>
              </a:spcBef>
              <a:spcAft>
                <a:spcPts val="0"/>
              </a:spcAft>
              <a:buNone/>
            </a:pPr>
            <a:endParaRPr sz="600" b="1">
              <a:solidFill>
                <a:srgbClr val="0080FF"/>
              </a:solidFill>
              <a:latin typeface="Mulish"/>
              <a:ea typeface="Mulish"/>
              <a:cs typeface="Mulish"/>
              <a:sym typeface="Mulish"/>
            </a:endParaRPr>
          </a:p>
        </p:txBody>
      </p:sp>
      <p:sp>
        <p:nvSpPr>
          <p:cNvPr id="795" name="Google Shape;795;p123"/>
          <p:cNvSpPr/>
          <p:nvPr/>
        </p:nvSpPr>
        <p:spPr>
          <a:xfrm>
            <a:off x="5604922" y="3214933"/>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96" name="Google Shape;796;p123"/>
          <p:cNvSpPr txBox="1"/>
          <p:nvPr/>
        </p:nvSpPr>
        <p:spPr>
          <a:xfrm>
            <a:off x="5604922" y="3522259"/>
            <a:ext cx="1218300" cy="110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Tu equipo de atención al cliente supervisa las solicitudes de funciones que has enviado y las comparte contigo en tu Seguimiento del Éxito del Cliente. Durante las llamadas regulares con Cadence, tendrás la oportunidad de revisar tus solicitudes y problemas pendientes y priorizar los elementos más beneficiosos para tu equipo.</a:t>
            </a:r>
            <a:endParaRPr/>
          </a:p>
        </p:txBody>
      </p:sp>
      <p:sp>
        <p:nvSpPr>
          <p:cNvPr id="797" name="Google Shape;797;p123"/>
          <p:cNvSpPr txBox="1"/>
          <p:nvPr/>
        </p:nvSpPr>
        <p:spPr>
          <a:xfrm>
            <a:off x="7506956" y="3270415"/>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rgbClr val="0080FF"/>
                </a:solidFill>
                <a:latin typeface="Mulish"/>
                <a:ea typeface="Mulish"/>
                <a:cs typeface="Mulish"/>
                <a:sym typeface="Mulish"/>
              </a:rPr>
              <a:t>Executive Sponsorship</a:t>
            </a:r>
            <a:endParaRPr/>
          </a:p>
        </p:txBody>
      </p:sp>
      <p:sp>
        <p:nvSpPr>
          <p:cNvPr id="798" name="Google Shape;798;p123"/>
          <p:cNvSpPr/>
          <p:nvPr/>
        </p:nvSpPr>
        <p:spPr>
          <a:xfrm>
            <a:off x="7243777" y="3214933"/>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99" name="Google Shape;799;p123"/>
          <p:cNvSpPr txBox="1"/>
          <p:nvPr/>
        </p:nvSpPr>
        <p:spPr>
          <a:xfrm>
            <a:off x="7243777" y="3522259"/>
            <a:ext cx="1218300" cy="931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550"/>
              <a:buFont typeface="Arial"/>
              <a:buNone/>
            </a:pPr>
            <a:r>
              <a:rPr lang="en" sz="550">
                <a:solidFill>
                  <a:srgbClr val="101921"/>
                </a:solidFill>
                <a:latin typeface="Mulish"/>
                <a:ea typeface="Mulish"/>
                <a:cs typeface="Mulish"/>
                <a:sym typeface="Mulish"/>
              </a:rPr>
              <a:t>El programa de Patrocinio Ejecutivo de Orca permite a su equipo ejecutivo alinearse con el Equipo de Liderazgo Ejecutivo de Orca. El programa permite que un ejecutivo designado de Orca posicione y represente a la empresa ante el cliente. El programa se centra en la industria del cliente, la dinámica del mercado, la estrategia comercial y cómo Orca puede ayudarle a impulsar dicha estrategia.</a:t>
            </a:r>
            <a:endParaRPr/>
          </a:p>
        </p:txBody>
      </p:sp>
      <p:sp>
        <p:nvSpPr>
          <p:cNvPr id="800" name="Google Shape;800;p123"/>
          <p:cNvSpPr/>
          <p:nvPr/>
        </p:nvSpPr>
        <p:spPr>
          <a:xfrm>
            <a:off x="744068" y="1565156"/>
            <a:ext cx="91870" cy="104697"/>
          </a:xfrm>
          <a:custGeom>
            <a:avLst/>
            <a:gdLst/>
            <a:ahLst/>
            <a:cxnLst/>
            <a:rect l="l" t="t" r="r" b="b"/>
            <a:pathLst>
              <a:path w="112" h="128" extrusionOk="0">
                <a:moveTo>
                  <a:pt x="48" y="44"/>
                </a:moveTo>
                <a:cubicBezTo>
                  <a:pt x="24" y="44"/>
                  <a:pt x="24" y="44"/>
                  <a:pt x="24" y="44"/>
                </a:cubicBezTo>
                <a:cubicBezTo>
                  <a:pt x="24" y="52"/>
                  <a:pt x="24" y="52"/>
                  <a:pt x="24" y="52"/>
                </a:cubicBezTo>
                <a:cubicBezTo>
                  <a:pt x="48" y="52"/>
                  <a:pt x="48" y="52"/>
                  <a:pt x="48" y="52"/>
                </a:cubicBezTo>
                <a:cubicBezTo>
                  <a:pt x="48" y="44"/>
                  <a:pt x="48" y="44"/>
                  <a:pt x="48" y="44"/>
                </a:cubicBezTo>
                <a:close/>
                <a:moveTo>
                  <a:pt x="48" y="28"/>
                </a:moveTo>
                <a:cubicBezTo>
                  <a:pt x="24" y="28"/>
                  <a:pt x="24" y="28"/>
                  <a:pt x="24" y="28"/>
                </a:cubicBezTo>
                <a:cubicBezTo>
                  <a:pt x="24" y="36"/>
                  <a:pt x="24" y="36"/>
                  <a:pt x="24" y="36"/>
                </a:cubicBezTo>
                <a:cubicBezTo>
                  <a:pt x="48" y="36"/>
                  <a:pt x="48" y="36"/>
                  <a:pt x="48" y="36"/>
                </a:cubicBezTo>
                <a:cubicBezTo>
                  <a:pt x="48" y="28"/>
                  <a:pt x="48" y="28"/>
                  <a:pt x="48" y="28"/>
                </a:cubicBezTo>
                <a:close/>
                <a:moveTo>
                  <a:pt x="24" y="68"/>
                </a:moveTo>
                <a:cubicBezTo>
                  <a:pt x="88" y="68"/>
                  <a:pt x="88" y="68"/>
                  <a:pt x="88" y="68"/>
                </a:cubicBezTo>
                <a:cubicBezTo>
                  <a:pt x="88" y="60"/>
                  <a:pt x="88" y="60"/>
                  <a:pt x="88" y="60"/>
                </a:cubicBezTo>
                <a:cubicBezTo>
                  <a:pt x="24" y="60"/>
                  <a:pt x="24" y="60"/>
                  <a:pt x="24" y="60"/>
                </a:cubicBezTo>
                <a:cubicBezTo>
                  <a:pt x="24" y="68"/>
                  <a:pt x="24" y="68"/>
                  <a:pt x="24" y="68"/>
                </a:cubicBezTo>
                <a:close/>
                <a:moveTo>
                  <a:pt x="76" y="0"/>
                </a:moveTo>
                <a:cubicBezTo>
                  <a:pt x="12" y="0"/>
                  <a:pt x="12" y="0"/>
                  <a:pt x="12" y="0"/>
                </a:cubicBezTo>
                <a:cubicBezTo>
                  <a:pt x="5" y="0"/>
                  <a:pt x="0" y="5"/>
                  <a:pt x="0" y="12"/>
                </a:cubicBezTo>
                <a:cubicBezTo>
                  <a:pt x="0" y="116"/>
                  <a:pt x="0" y="116"/>
                  <a:pt x="0" y="116"/>
                </a:cubicBezTo>
                <a:cubicBezTo>
                  <a:pt x="0" y="123"/>
                  <a:pt x="5" y="128"/>
                  <a:pt x="12" y="128"/>
                </a:cubicBezTo>
                <a:cubicBezTo>
                  <a:pt x="100" y="128"/>
                  <a:pt x="100" y="128"/>
                  <a:pt x="100" y="128"/>
                </a:cubicBezTo>
                <a:cubicBezTo>
                  <a:pt x="107" y="128"/>
                  <a:pt x="112" y="123"/>
                  <a:pt x="112" y="116"/>
                </a:cubicBezTo>
                <a:cubicBezTo>
                  <a:pt x="112" y="36"/>
                  <a:pt x="112" y="36"/>
                  <a:pt x="112" y="36"/>
                </a:cubicBezTo>
                <a:cubicBezTo>
                  <a:pt x="76" y="0"/>
                  <a:pt x="76" y="0"/>
                  <a:pt x="76" y="0"/>
                </a:cubicBezTo>
                <a:close/>
                <a:moveTo>
                  <a:pt x="76" y="12"/>
                </a:moveTo>
                <a:cubicBezTo>
                  <a:pt x="100" y="36"/>
                  <a:pt x="100" y="36"/>
                  <a:pt x="100" y="36"/>
                </a:cubicBezTo>
                <a:cubicBezTo>
                  <a:pt x="84" y="36"/>
                  <a:pt x="84" y="36"/>
                  <a:pt x="84" y="36"/>
                </a:cubicBezTo>
                <a:cubicBezTo>
                  <a:pt x="80" y="36"/>
                  <a:pt x="76" y="33"/>
                  <a:pt x="76" y="28"/>
                </a:cubicBezTo>
                <a:cubicBezTo>
                  <a:pt x="76" y="12"/>
                  <a:pt x="76" y="12"/>
                  <a:pt x="76" y="12"/>
                </a:cubicBezTo>
                <a:close/>
                <a:moveTo>
                  <a:pt x="104" y="112"/>
                </a:moveTo>
                <a:cubicBezTo>
                  <a:pt x="104" y="117"/>
                  <a:pt x="100" y="120"/>
                  <a:pt x="96" y="120"/>
                </a:cubicBezTo>
                <a:cubicBezTo>
                  <a:pt x="16" y="120"/>
                  <a:pt x="16" y="120"/>
                  <a:pt x="16" y="120"/>
                </a:cubicBezTo>
                <a:cubicBezTo>
                  <a:pt x="12" y="120"/>
                  <a:pt x="8" y="117"/>
                  <a:pt x="8" y="112"/>
                </a:cubicBezTo>
                <a:cubicBezTo>
                  <a:pt x="8" y="16"/>
                  <a:pt x="8" y="16"/>
                  <a:pt x="8" y="16"/>
                </a:cubicBezTo>
                <a:cubicBezTo>
                  <a:pt x="8" y="12"/>
                  <a:pt x="12" y="8"/>
                  <a:pt x="16" y="8"/>
                </a:cubicBezTo>
                <a:cubicBezTo>
                  <a:pt x="68" y="8"/>
                  <a:pt x="68" y="8"/>
                  <a:pt x="68" y="8"/>
                </a:cubicBezTo>
                <a:cubicBezTo>
                  <a:pt x="68" y="32"/>
                  <a:pt x="68" y="32"/>
                  <a:pt x="68" y="32"/>
                </a:cubicBezTo>
                <a:cubicBezTo>
                  <a:pt x="68" y="39"/>
                  <a:pt x="73" y="44"/>
                  <a:pt x="80" y="44"/>
                </a:cubicBezTo>
                <a:cubicBezTo>
                  <a:pt x="104" y="44"/>
                  <a:pt x="104" y="44"/>
                  <a:pt x="104" y="44"/>
                </a:cubicBezTo>
                <a:cubicBezTo>
                  <a:pt x="104" y="112"/>
                  <a:pt x="104" y="112"/>
                  <a:pt x="104" y="112"/>
                </a:cubicBezTo>
                <a:close/>
                <a:moveTo>
                  <a:pt x="24" y="84"/>
                </a:moveTo>
                <a:cubicBezTo>
                  <a:pt x="88" y="84"/>
                  <a:pt x="88" y="84"/>
                  <a:pt x="88" y="84"/>
                </a:cubicBezTo>
                <a:cubicBezTo>
                  <a:pt x="88" y="76"/>
                  <a:pt x="88" y="76"/>
                  <a:pt x="88" y="76"/>
                </a:cubicBezTo>
                <a:cubicBezTo>
                  <a:pt x="24" y="76"/>
                  <a:pt x="24" y="76"/>
                  <a:pt x="24" y="76"/>
                </a:cubicBezTo>
                <a:cubicBezTo>
                  <a:pt x="24" y="84"/>
                  <a:pt x="24" y="84"/>
                  <a:pt x="24" y="84"/>
                </a:cubicBezTo>
                <a:close/>
                <a:moveTo>
                  <a:pt x="24" y="100"/>
                </a:moveTo>
                <a:cubicBezTo>
                  <a:pt x="88" y="100"/>
                  <a:pt x="88" y="100"/>
                  <a:pt x="88" y="100"/>
                </a:cubicBezTo>
                <a:cubicBezTo>
                  <a:pt x="88" y="92"/>
                  <a:pt x="88" y="92"/>
                  <a:pt x="88" y="92"/>
                </a:cubicBezTo>
                <a:cubicBezTo>
                  <a:pt x="24" y="92"/>
                  <a:pt x="24" y="92"/>
                  <a:pt x="24" y="92"/>
                </a:cubicBezTo>
                <a:cubicBezTo>
                  <a:pt x="24" y="100"/>
                  <a:pt x="24" y="100"/>
                  <a:pt x="24" y="10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1" name="Google Shape;801;p123"/>
          <p:cNvSpPr/>
          <p:nvPr/>
        </p:nvSpPr>
        <p:spPr>
          <a:xfrm>
            <a:off x="2383139" y="1551122"/>
            <a:ext cx="91440" cy="132764"/>
          </a:xfrm>
          <a:custGeom>
            <a:avLst/>
            <a:gdLst/>
            <a:ahLst/>
            <a:cxnLst/>
            <a:rect l="l" t="t" r="r" b="b"/>
            <a:pathLst>
              <a:path w="88" h="128" extrusionOk="0">
                <a:moveTo>
                  <a:pt x="76" y="128"/>
                </a:moveTo>
                <a:cubicBezTo>
                  <a:pt x="12" y="128"/>
                  <a:pt x="12" y="128"/>
                  <a:pt x="12" y="128"/>
                </a:cubicBezTo>
                <a:cubicBezTo>
                  <a:pt x="5" y="128"/>
                  <a:pt x="0" y="123"/>
                  <a:pt x="0" y="116"/>
                </a:cubicBezTo>
                <a:cubicBezTo>
                  <a:pt x="0" y="12"/>
                  <a:pt x="0" y="12"/>
                  <a:pt x="0" y="12"/>
                </a:cubicBezTo>
                <a:cubicBezTo>
                  <a:pt x="0" y="5"/>
                  <a:pt x="5" y="0"/>
                  <a:pt x="12" y="0"/>
                </a:cubicBezTo>
                <a:cubicBezTo>
                  <a:pt x="76" y="0"/>
                  <a:pt x="76" y="0"/>
                  <a:pt x="76" y="0"/>
                </a:cubicBezTo>
                <a:cubicBezTo>
                  <a:pt x="83" y="0"/>
                  <a:pt x="88" y="5"/>
                  <a:pt x="88" y="12"/>
                </a:cubicBezTo>
                <a:cubicBezTo>
                  <a:pt x="88" y="116"/>
                  <a:pt x="88" y="116"/>
                  <a:pt x="88" y="116"/>
                </a:cubicBezTo>
                <a:cubicBezTo>
                  <a:pt x="88" y="123"/>
                  <a:pt x="83" y="128"/>
                  <a:pt x="76" y="128"/>
                </a:cubicBezTo>
                <a:close/>
                <a:moveTo>
                  <a:pt x="80" y="16"/>
                </a:moveTo>
                <a:cubicBezTo>
                  <a:pt x="80" y="12"/>
                  <a:pt x="76" y="8"/>
                  <a:pt x="72" y="8"/>
                </a:cubicBezTo>
                <a:cubicBezTo>
                  <a:pt x="16" y="8"/>
                  <a:pt x="16" y="8"/>
                  <a:pt x="16" y="8"/>
                </a:cubicBezTo>
                <a:cubicBezTo>
                  <a:pt x="12" y="8"/>
                  <a:pt x="8" y="12"/>
                  <a:pt x="8" y="16"/>
                </a:cubicBezTo>
                <a:cubicBezTo>
                  <a:pt x="8" y="112"/>
                  <a:pt x="8" y="112"/>
                  <a:pt x="8" y="112"/>
                </a:cubicBezTo>
                <a:cubicBezTo>
                  <a:pt x="8" y="117"/>
                  <a:pt x="12" y="120"/>
                  <a:pt x="16" y="120"/>
                </a:cubicBezTo>
                <a:cubicBezTo>
                  <a:pt x="72" y="120"/>
                  <a:pt x="72" y="120"/>
                  <a:pt x="72" y="120"/>
                </a:cubicBezTo>
                <a:cubicBezTo>
                  <a:pt x="76" y="120"/>
                  <a:pt x="80" y="117"/>
                  <a:pt x="80" y="112"/>
                </a:cubicBezTo>
                <a:cubicBezTo>
                  <a:pt x="80" y="16"/>
                  <a:pt x="80" y="16"/>
                  <a:pt x="80" y="16"/>
                </a:cubicBezTo>
                <a:close/>
                <a:moveTo>
                  <a:pt x="52" y="24"/>
                </a:moveTo>
                <a:cubicBezTo>
                  <a:pt x="36" y="24"/>
                  <a:pt x="36" y="24"/>
                  <a:pt x="36" y="24"/>
                </a:cubicBezTo>
                <a:cubicBezTo>
                  <a:pt x="34" y="24"/>
                  <a:pt x="32" y="22"/>
                  <a:pt x="32" y="20"/>
                </a:cubicBezTo>
                <a:cubicBezTo>
                  <a:pt x="32" y="18"/>
                  <a:pt x="34" y="16"/>
                  <a:pt x="36" y="16"/>
                </a:cubicBezTo>
                <a:cubicBezTo>
                  <a:pt x="52" y="16"/>
                  <a:pt x="52" y="16"/>
                  <a:pt x="52" y="16"/>
                </a:cubicBezTo>
                <a:cubicBezTo>
                  <a:pt x="54" y="16"/>
                  <a:pt x="56" y="18"/>
                  <a:pt x="56" y="20"/>
                </a:cubicBezTo>
                <a:cubicBezTo>
                  <a:pt x="56" y="22"/>
                  <a:pt x="54" y="24"/>
                  <a:pt x="52" y="24"/>
                </a:cubicBezTo>
                <a:close/>
                <a:moveTo>
                  <a:pt x="44" y="96"/>
                </a:moveTo>
                <a:cubicBezTo>
                  <a:pt x="48" y="96"/>
                  <a:pt x="52" y="100"/>
                  <a:pt x="52" y="104"/>
                </a:cubicBezTo>
                <a:cubicBezTo>
                  <a:pt x="52" y="109"/>
                  <a:pt x="48" y="112"/>
                  <a:pt x="44" y="112"/>
                </a:cubicBezTo>
                <a:cubicBezTo>
                  <a:pt x="40" y="112"/>
                  <a:pt x="36" y="109"/>
                  <a:pt x="36" y="104"/>
                </a:cubicBezTo>
                <a:cubicBezTo>
                  <a:pt x="36" y="100"/>
                  <a:pt x="40" y="96"/>
                  <a:pt x="44" y="96"/>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123"/>
          <p:cNvSpPr/>
          <p:nvPr/>
        </p:nvSpPr>
        <p:spPr>
          <a:xfrm>
            <a:off x="5660851" y="1571935"/>
            <a:ext cx="91440" cy="91138"/>
          </a:xfrm>
          <a:custGeom>
            <a:avLst/>
            <a:gdLst/>
            <a:ahLst/>
            <a:cxnLst/>
            <a:rect l="l" t="t" r="r" b="b"/>
            <a:pathLst>
              <a:path w="128" h="128" extrusionOk="0">
                <a:moveTo>
                  <a:pt x="128" y="88"/>
                </a:moveTo>
                <a:cubicBezTo>
                  <a:pt x="128" y="98"/>
                  <a:pt x="121" y="106"/>
                  <a:pt x="112" y="108"/>
                </a:cubicBezTo>
                <a:cubicBezTo>
                  <a:pt x="112" y="128"/>
                  <a:pt x="112" y="128"/>
                  <a:pt x="112" y="128"/>
                </a:cubicBezTo>
                <a:cubicBezTo>
                  <a:pt x="104" y="128"/>
                  <a:pt x="104" y="128"/>
                  <a:pt x="104" y="128"/>
                </a:cubicBezTo>
                <a:cubicBezTo>
                  <a:pt x="104" y="108"/>
                  <a:pt x="104" y="108"/>
                  <a:pt x="104" y="108"/>
                </a:cubicBezTo>
                <a:cubicBezTo>
                  <a:pt x="95" y="106"/>
                  <a:pt x="88" y="98"/>
                  <a:pt x="88" y="88"/>
                </a:cubicBezTo>
                <a:cubicBezTo>
                  <a:pt x="88" y="77"/>
                  <a:pt x="97" y="68"/>
                  <a:pt x="108" y="68"/>
                </a:cubicBezTo>
                <a:cubicBezTo>
                  <a:pt x="119" y="68"/>
                  <a:pt x="128" y="77"/>
                  <a:pt x="128" y="88"/>
                </a:cubicBezTo>
                <a:close/>
                <a:moveTo>
                  <a:pt x="108" y="76"/>
                </a:moveTo>
                <a:cubicBezTo>
                  <a:pt x="101" y="76"/>
                  <a:pt x="96" y="82"/>
                  <a:pt x="96" y="88"/>
                </a:cubicBezTo>
                <a:cubicBezTo>
                  <a:pt x="96" y="95"/>
                  <a:pt x="101" y="100"/>
                  <a:pt x="108" y="100"/>
                </a:cubicBezTo>
                <a:cubicBezTo>
                  <a:pt x="115" y="100"/>
                  <a:pt x="120" y="95"/>
                  <a:pt x="120" y="88"/>
                </a:cubicBezTo>
                <a:cubicBezTo>
                  <a:pt x="120" y="82"/>
                  <a:pt x="115" y="76"/>
                  <a:pt x="108" y="76"/>
                </a:cubicBezTo>
                <a:close/>
                <a:moveTo>
                  <a:pt x="104" y="0"/>
                </a:moveTo>
                <a:cubicBezTo>
                  <a:pt x="112" y="0"/>
                  <a:pt x="112" y="0"/>
                  <a:pt x="112" y="0"/>
                </a:cubicBezTo>
                <a:cubicBezTo>
                  <a:pt x="112" y="68"/>
                  <a:pt x="112" y="68"/>
                  <a:pt x="112" y="68"/>
                </a:cubicBezTo>
                <a:cubicBezTo>
                  <a:pt x="108" y="68"/>
                  <a:pt x="108" y="68"/>
                  <a:pt x="108" y="68"/>
                </a:cubicBezTo>
                <a:cubicBezTo>
                  <a:pt x="104" y="68"/>
                  <a:pt x="104" y="68"/>
                  <a:pt x="104" y="68"/>
                </a:cubicBezTo>
                <a:cubicBezTo>
                  <a:pt x="104" y="0"/>
                  <a:pt x="104" y="0"/>
                  <a:pt x="104" y="0"/>
                </a:cubicBezTo>
                <a:close/>
                <a:moveTo>
                  <a:pt x="68" y="60"/>
                </a:moveTo>
                <a:cubicBezTo>
                  <a:pt x="68" y="128"/>
                  <a:pt x="68" y="128"/>
                  <a:pt x="68" y="128"/>
                </a:cubicBezTo>
                <a:cubicBezTo>
                  <a:pt x="60" y="128"/>
                  <a:pt x="60" y="128"/>
                  <a:pt x="60" y="128"/>
                </a:cubicBezTo>
                <a:cubicBezTo>
                  <a:pt x="60" y="60"/>
                  <a:pt x="60" y="60"/>
                  <a:pt x="60" y="60"/>
                </a:cubicBezTo>
                <a:cubicBezTo>
                  <a:pt x="51" y="58"/>
                  <a:pt x="44" y="50"/>
                  <a:pt x="44" y="40"/>
                </a:cubicBezTo>
                <a:cubicBezTo>
                  <a:pt x="44" y="30"/>
                  <a:pt x="51" y="22"/>
                  <a:pt x="60" y="21"/>
                </a:cubicBezTo>
                <a:cubicBezTo>
                  <a:pt x="60" y="0"/>
                  <a:pt x="60" y="0"/>
                  <a:pt x="60" y="0"/>
                </a:cubicBezTo>
                <a:cubicBezTo>
                  <a:pt x="68" y="0"/>
                  <a:pt x="68" y="0"/>
                  <a:pt x="68" y="0"/>
                </a:cubicBezTo>
                <a:cubicBezTo>
                  <a:pt x="68" y="21"/>
                  <a:pt x="68" y="21"/>
                  <a:pt x="68" y="21"/>
                </a:cubicBezTo>
                <a:cubicBezTo>
                  <a:pt x="77" y="22"/>
                  <a:pt x="84" y="30"/>
                  <a:pt x="84" y="40"/>
                </a:cubicBezTo>
                <a:cubicBezTo>
                  <a:pt x="84" y="50"/>
                  <a:pt x="77" y="58"/>
                  <a:pt x="68" y="60"/>
                </a:cubicBezTo>
                <a:close/>
                <a:moveTo>
                  <a:pt x="64" y="28"/>
                </a:moveTo>
                <a:cubicBezTo>
                  <a:pt x="57" y="28"/>
                  <a:pt x="52" y="34"/>
                  <a:pt x="52" y="40"/>
                </a:cubicBezTo>
                <a:cubicBezTo>
                  <a:pt x="52" y="47"/>
                  <a:pt x="57" y="52"/>
                  <a:pt x="64" y="52"/>
                </a:cubicBezTo>
                <a:cubicBezTo>
                  <a:pt x="71" y="52"/>
                  <a:pt x="76" y="47"/>
                  <a:pt x="76" y="40"/>
                </a:cubicBezTo>
                <a:cubicBezTo>
                  <a:pt x="76" y="34"/>
                  <a:pt x="71" y="28"/>
                  <a:pt x="64" y="28"/>
                </a:cubicBezTo>
                <a:close/>
                <a:moveTo>
                  <a:pt x="24" y="108"/>
                </a:moveTo>
                <a:cubicBezTo>
                  <a:pt x="24" y="128"/>
                  <a:pt x="24" y="128"/>
                  <a:pt x="24" y="128"/>
                </a:cubicBezTo>
                <a:cubicBezTo>
                  <a:pt x="16" y="128"/>
                  <a:pt x="16" y="128"/>
                  <a:pt x="16" y="128"/>
                </a:cubicBezTo>
                <a:cubicBezTo>
                  <a:pt x="16" y="108"/>
                  <a:pt x="16" y="108"/>
                  <a:pt x="16" y="108"/>
                </a:cubicBezTo>
                <a:cubicBezTo>
                  <a:pt x="7" y="106"/>
                  <a:pt x="0" y="98"/>
                  <a:pt x="0" y="88"/>
                </a:cubicBezTo>
                <a:cubicBezTo>
                  <a:pt x="0" y="77"/>
                  <a:pt x="9" y="68"/>
                  <a:pt x="20" y="68"/>
                </a:cubicBezTo>
                <a:cubicBezTo>
                  <a:pt x="31" y="68"/>
                  <a:pt x="40" y="77"/>
                  <a:pt x="40" y="88"/>
                </a:cubicBezTo>
                <a:cubicBezTo>
                  <a:pt x="40" y="98"/>
                  <a:pt x="33" y="106"/>
                  <a:pt x="24" y="108"/>
                </a:cubicBezTo>
                <a:close/>
                <a:moveTo>
                  <a:pt x="20" y="76"/>
                </a:moveTo>
                <a:cubicBezTo>
                  <a:pt x="13" y="76"/>
                  <a:pt x="8" y="82"/>
                  <a:pt x="8" y="88"/>
                </a:cubicBezTo>
                <a:cubicBezTo>
                  <a:pt x="8" y="95"/>
                  <a:pt x="13" y="100"/>
                  <a:pt x="20" y="100"/>
                </a:cubicBezTo>
                <a:cubicBezTo>
                  <a:pt x="27" y="100"/>
                  <a:pt x="32" y="95"/>
                  <a:pt x="32" y="88"/>
                </a:cubicBezTo>
                <a:cubicBezTo>
                  <a:pt x="32" y="82"/>
                  <a:pt x="27" y="76"/>
                  <a:pt x="20" y="76"/>
                </a:cubicBezTo>
                <a:close/>
                <a:moveTo>
                  <a:pt x="16" y="0"/>
                </a:moveTo>
                <a:cubicBezTo>
                  <a:pt x="24" y="0"/>
                  <a:pt x="24" y="0"/>
                  <a:pt x="24" y="0"/>
                </a:cubicBezTo>
                <a:cubicBezTo>
                  <a:pt x="24" y="68"/>
                  <a:pt x="24" y="68"/>
                  <a:pt x="24" y="68"/>
                </a:cubicBezTo>
                <a:cubicBezTo>
                  <a:pt x="20" y="68"/>
                  <a:pt x="20" y="68"/>
                  <a:pt x="20" y="68"/>
                </a:cubicBezTo>
                <a:cubicBezTo>
                  <a:pt x="16" y="68"/>
                  <a:pt x="16" y="68"/>
                  <a:pt x="16" y="68"/>
                </a:cubicBezTo>
                <a:cubicBezTo>
                  <a:pt x="16" y="0"/>
                  <a:pt x="16" y="0"/>
                  <a:pt x="16"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123"/>
          <p:cNvSpPr/>
          <p:nvPr/>
        </p:nvSpPr>
        <p:spPr>
          <a:xfrm>
            <a:off x="7299706" y="1571935"/>
            <a:ext cx="91440" cy="91138"/>
          </a:xfrm>
          <a:custGeom>
            <a:avLst/>
            <a:gdLst/>
            <a:ahLst/>
            <a:cxnLst/>
            <a:rect l="l" t="t" r="r" b="b"/>
            <a:pathLst>
              <a:path w="128" h="128" extrusionOk="0">
                <a:moveTo>
                  <a:pt x="115" y="82"/>
                </a:moveTo>
                <a:cubicBezTo>
                  <a:pt x="114" y="82"/>
                  <a:pt x="114" y="82"/>
                  <a:pt x="114" y="82"/>
                </a:cubicBezTo>
                <a:cubicBezTo>
                  <a:pt x="114" y="84"/>
                  <a:pt x="113" y="85"/>
                  <a:pt x="112" y="87"/>
                </a:cubicBezTo>
                <a:cubicBezTo>
                  <a:pt x="113" y="88"/>
                  <a:pt x="113" y="88"/>
                  <a:pt x="113" y="88"/>
                </a:cubicBezTo>
                <a:cubicBezTo>
                  <a:pt x="115" y="90"/>
                  <a:pt x="116" y="93"/>
                  <a:pt x="116" y="97"/>
                </a:cubicBezTo>
                <a:cubicBezTo>
                  <a:pt x="116" y="101"/>
                  <a:pt x="114" y="104"/>
                  <a:pt x="112" y="107"/>
                </a:cubicBezTo>
                <a:cubicBezTo>
                  <a:pt x="107" y="112"/>
                  <a:pt x="107" y="112"/>
                  <a:pt x="107" y="112"/>
                </a:cubicBezTo>
                <a:cubicBezTo>
                  <a:pt x="104" y="115"/>
                  <a:pt x="100" y="116"/>
                  <a:pt x="97" y="116"/>
                </a:cubicBezTo>
                <a:cubicBezTo>
                  <a:pt x="93" y="116"/>
                  <a:pt x="90" y="115"/>
                  <a:pt x="88" y="113"/>
                </a:cubicBezTo>
                <a:cubicBezTo>
                  <a:pt x="87" y="112"/>
                  <a:pt x="87" y="112"/>
                  <a:pt x="87" y="112"/>
                </a:cubicBezTo>
                <a:cubicBezTo>
                  <a:pt x="85" y="113"/>
                  <a:pt x="84" y="114"/>
                  <a:pt x="82" y="114"/>
                </a:cubicBezTo>
                <a:cubicBezTo>
                  <a:pt x="82" y="115"/>
                  <a:pt x="82" y="115"/>
                  <a:pt x="82" y="115"/>
                </a:cubicBezTo>
                <a:cubicBezTo>
                  <a:pt x="81" y="122"/>
                  <a:pt x="75" y="128"/>
                  <a:pt x="68" y="128"/>
                </a:cubicBezTo>
                <a:cubicBezTo>
                  <a:pt x="60" y="128"/>
                  <a:pt x="60" y="128"/>
                  <a:pt x="60" y="128"/>
                </a:cubicBezTo>
                <a:cubicBezTo>
                  <a:pt x="53" y="128"/>
                  <a:pt x="47" y="122"/>
                  <a:pt x="46" y="115"/>
                </a:cubicBezTo>
                <a:cubicBezTo>
                  <a:pt x="46" y="114"/>
                  <a:pt x="46" y="114"/>
                  <a:pt x="46" y="114"/>
                </a:cubicBezTo>
                <a:cubicBezTo>
                  <a:pt x="44" y="114"/>
                  <a:pt x="43" y="113"/>
                  <a:pt x="41" y="112"/>
                </a:cubicBezTo>
                <a:cubicBezTo>
                  <a:pt x="40" y="113"/>
                  <a:pt x="40" y="113"/>
                  <a:pt x="40" y="113"/>
                </a:cubicBezTo>
                <a:cubicBezTo>
                  <a:pt x="38" y="115"/>
                  <a:pt x="35" y="116"/>
                  <a:pt x="31" y="116"/>
                </a:cubicBezTo>
                <a:cubicBezTo>
                  <a:pt x="28" y="116"/>
                  <a:pt x="24" y="115"/>
                  <a:pt x="21" y="112"/>
                </a:cubicBezTo>
                <a:cubicBezTo>
                  <a:pt x="16" y="107"/>
                  <a:pt x="16" y="107"/>
                  <a:pt x="16" y="107"/>
                </a:cubicBezTo>
                <a:cubicBezTo>
                  <a:pt x="14" y="104"/>
                  <a:pt x="12" y="101"/>
                  <a:pt x="12" y="97"/>
                </a:cubicBezTo>
                <a:cubicBezTo>
                  <a:pt x="12" y="93"/>
                  <a:pt x="13" y="90"/>
                  <a:pt x="15" y="88"/>
                </a:cubicBezTo>
                <a:cubicBezTo>
                  <a:pt x="16" y="87"/>
                  <a:pt x="16" y="87"/>
                  <a:pt x="16" y="87"/>
                </a:cubicBezTo>
                <a:cubicBezTo>
                  <a:pt x="15" y="85"/>
                  <a:pt x="14" y="84"/>
                  <a:pt x="14" y="82"/>
                </a:cubicBezTo>
                <a:cubicBezTo>
                  <a:pt x="13" y="82"/>
                  <a:pt x="13" y="82"/>
                  <a:pt x="13" y="82"/>
                </a:cubicBezTo>
                <a:cubicBezTo>
                  <a:pt x="6" y="81"/>
                  <a:pt x="0" y="75"/>
                  <a:pt x="0" y="68"/>
                </a:cubicBezTo>
                <a:cubicBezTo>
                  <a:pt x="0" y="61"/>
                  <a:pt x="0" y="61"/>
                  <a:pt x="0" y="61"/>
                </a:cubicBezTo>
                <a:cubicBezTo>
                  <a:pt x="0" y="53"/>
                  <a:pt x="6" y="47"/>
                  <a:pt x="13" y="46"/>
                </a:cubicBezTo>
                <a:cubicBezTo>
                  <a:pt x="14" y="46"/>
                  <a:pt x="14" y="46"/>
                  <a:pt x="14" y="46"/>
                </a:cubicBezTo>
                <a:cubicBezTo>
                  <a:pt x="14" y="44"/>
                  <a:pt x="15" y="43"/>
                  <a:pt x="16" y="41"/>
                </a:cubicBezTo>
                <a:cubicBezTo>
                  <a:pt x="15" y="40"/>
                  <a:pt x="15" y="40"/>
                  <a:pt x="15" y="40"/>
                </a:cubicBezTo>
                <a:cubicBezTo>
                  <a:pt x="13" y="38"/>
                  <a:pt x="12" y="35"/>
                  <a:pt x="12" y="31"/>
                </a:cubicBezTo>
                <a:cubicBezTo>
                  <a:pt x="12" y="28"/>
                  <a:pt x="14" y="24"/>
                  <a:pt x="16" y="21"/>
                </a:cubicBezTo>
                <a:cubicBezTo>
                  <a:pt x="21" y="16"/>
                  <a:pt x="21" y="16"/>
                  <a:pt x="21" y="16"/>
                </a:cubicBezTo>
                <a:cubicBezTo>
                  <a:pt x="24" y="14"/>
                  <a:pt x="28" y="12"/>
                  <a:pt x="31" y="12"/>
                </a:cubicBezTo>
                <a:cubicBezTo>
                  <a:pt x="35" y="12"/>
                  <a:pt x="38" y="13"/>
                  <a:pt x="40" y="15"/>
                </a:cubicBezTo>
                <a:cubicBezTo>
                  <a:pt x="41" y="16"/>
                  <a:pt x="41" y="16"/>
                  <a:pt x="41" y="16"/>
                </a:cubicBezTo>
                <a:cubicBezTo>
                  <a:pt x="43" y="15"/>
                  <a:pt x="44" y="15"/>
                  <a:pt x="46" y="14"/>
                </a:cubicBezTo>
                <a:cubicBezTo>
                  <a:pt x="46" y="13"/>
                  <a:pt x="46" y="13"/>
                  <a:pt x="46" y="13"/>
                </a:cubicBezTo>
                <a:cubicBezTo>
                  <a:pt x="47" y="6"/>
                  <a:pt x="53" y="0"/>
                  <a:pt x="60" y="0"/>
                </a:cubicBezTo>
                <a:cubicBezTo>
                  <a:pt x="68" y="0"/>
                  <a:pt x="68" y="0"/>
                  <a:pt x="68" y="0"/>
                </a:cubicBezTo>
                <a:cubicBezTo>
                  <a:pt x="75" y="0"/>
                  <a:pt x="81" y="6"/>
                  <a:pt x="82" y="13"/>
                </a:cubicBezTo>
                <a:cubicBezTo>
                  <a:pt x="82" y="14"/>
                  <a:pt x="82" y="14"/>
                  <a:pt x="82" y="14"/>
                </a:cubicBezTo>
                <a:cubicBezTo>
                  <a:pt x="84" y="15"/>
                  <a:pt x="85" y="15"/>
                  <a:pt x="87" y="16"/>
                </a:cubicBezTo>
                <a:cubicBezTo>
                  <a:pt x="88" y="15"/>
                  <a:pt x="88" y="15"/>
                  <a:pt x="88" y="15"/>
                </a:cubicBezTo>
                <a:cubicBezTo>
                  <a:pt x="90" y="13"/>
                  <a:pt x="93" y="12"/>
                  <a:pt x="97" y="12"/>
                </a:cubicBezTo>
                <a:cubicBezTo>
                  <a:pt x="100" y="12"/>
                  <a:pt x="104" y="14"/>
                  <a:pt x="107" y="16"/>
                </a:cubicBezTo>
                <a:cubicBezTo>
                  <a:pt x="112" y="21"/>
                  <a:pt x="112" y="21"/>
                  <a:pt x="112" y="21"/>
                </a:cubicBezTo>
                <a:cubicBezTo>
                  <a:pt x="114" y="24"/>
                  <a:pt x="116" y="28"/>
                  <a:pt x="116" y="31"/>
                </a:cubicBezTo>
                <a:cubicBezTo>
                  <a:pt x="116" y="35"/>
                  <a:pt x="115" y="38"/>
                  <a:pt x="113" y="41"/>
                </a:cubicBezTo>
                <a:cubicBezTo>
                  <a:pt x="112" y="41"/>
                  <a:pt x="112" y="41"/>
                  <a:pt x="112" y="41"/>
                </a:cubicBezTo>
                <a:cubicBezTo>
                  <a:pt x="113" y="43"/>
                  <a:pt x="114" y="45"/>
                  <a:pt x="114" y="46"/>
                </a:cubicBezTo>
                <a:cubicBezTo>
                  <a:pt x="115" y="46"/>
                  <a:pt x="115" y="46"/>
                  <a:pt x="115" y="46"/>
                </a:cubicBezTo>
                <a:cubicBezTo>
                  <a:pt x="122" y="47"/>
                  <a:pt x="128" y="53"/>
                  <a:pt x="128" y="61"/>
                </a:cubicBezTo>
                <a:cubicBezTo>
                  <a:pt x="128" y="68"/>
                  <a:pt x="128" y="68"/>
                  <a:pt x="128" y="68"/>
                </a:cubicBezTo>
                <a:cubicBezTo>
                  <a:pt x="128" y="75"/>
                  <a:pt x="122" y="81"/>
                  <a:pt x="115" y="82"/>
                </a:cubicBezTo>
                <a:close/>
                <a:moveTo>
                  <a:pt x="120" y="61"/>
                </a:moveTo>
                <a:cubicBezTo>
                  <a:pt x="120" y="57"/>
                  <a:pt x="117" y="54"/>
                  <a:pt x="113" y="54"/>
                </a:cubicBezTo>
                <a:cubicBezTo>
                  <a:pt x="108" y="52"/>
                  <a:pt x="108" y="52"/>
                  <a:pt x="108" y="52"/>
                </a:cubicBezTo>
                <a:cubicBezTo>
                  <a:pt x="107" y="48"/>
                  <a:pt x="105" y="45"/>
                  <a:pt x="104" y="42"/>
                </a:cubicBezTo>
                <a:cubicBezTo>
                  <a:pt x="106" y="37"/>
                  <a:pt x="106" y="37"/>
                  <a:pt x="106" y="37"/>
                </a:cubicBezTo>
                <a:cubicBezTo>
                  <a:pt x="109" y="34"/>
                  <a:pt x="109" y="30"/>
                  <a:pt x="106" y="27"/>
                </a:cubicBezTo>
                <a:cubicBezTo>
                  <a:pt x="101" y="22"/>
                  <a:pt x="101" y="22"/>
                  <a:pt x="101" y="22"/>
                </a:cubicBezTo>
                <a:cubicBezTo>
                  <a:pt x="100" y="21"/>
                  <a:pt x="99" y="19"/>
                  <a:pt x="97" y="19"/>
                </a:cubicBezTo>
                <a:cubicBezTo>
                  <a:pt x="95" y="19"/>
                  <a:pt x="93" y="21"/>
                  <a:pt x="91" y="22"/>
                </a:cubicBezTo>
                <a:cubicBezTo>
                  <a:pt x="86" y="25"/>
                  <a:pt x="86" y="25"/>
                  <a:pt x="86" y="25"/>
                </a:cubicBezTo>
                <a:cubicBezTo>
                  <a:pt x="83" y="23"/>
                  <a:pt x="80" y="21"/>
                  <a:pt x="76" y="20"/>
                </a:cubicBezTo>
                <a:cubicBezTo>
                  <a:pt x="75" y="15"/>
                  <a:pt x="75" y="15"/>
                  <a:pt x="75" y="15"/>
                </a:cubicBezTo>
                <a:cubicBezTo>
                  <a:pt x="75" y="11"/>
                  <a:pt x="71" y="8"/>
                  <a:pt x="67" y="8"/>
                </a:cubicBezTo>
                <a:cubicBezTo>
                  <a:pt x="61" y="8"/>
                  <a:pt x="61" y="8"/>
                  <a:pt x="61" y="8"/>
                </a:cubicBezTo>
                <a:cubicBezTo>
                  <a:pt x="57" y="8"/>
                  <a:pt x="53" y="11"/>
                  <a:pt x="53" y="15"/>
                </a:cubicBezTo>
                <a:cubicBezTo>
                  <a:pt x="52" y="20"/>
                  <a:pt x="52" y="20"/>
                  <a:pt x="52" y="20"/>
                </a:cubicBezTo>
                <a:cubicBezTo>
                  <a:pt x="48" y="21"/>
                  <a:pt x="45" y="22"/>
                  <a:pt x="41" y="24"/>
                </a:cubicBezTo>
                <a:cubicBezTo>
                  <a:pt x="36" y="21"/>
                  <a:pt x="36" y="21"/>
                  <a:pt x="36" y="21"/>
                </a:cubicBezTo>
                <a:cubicBezTo>
                  <a:pt x="35" y="20"/>
                  <a:pt x="34" y="20"/>
                  <a:pt x="32" y="20"/>
                </a:cubicBezTo>
                <a:cubicBezTo>
                  <a:pt x="30" y="20"/>
                  <a:pt x="28" y="21"/>
                  <a:pt x="27" y="22"/>
                </a:cubicBezTo>
                <a:cubicBezTo>
                  <a:pt x="22" y="27"/>
                  <a:pt x="22" y="27"/>
                  <a:pt x="22" y="27"/>
                </a:cubicBezTo>
                <a:cubicBezTo>
                  <a:pt x="19" y="30"/>
                  <a:pt x="19" y="34"/>
                  <a:pt x="22" y="37"/>
                </a:cubicBezTo>
                <a:cubicBezTo>
                  <a:pt x="24" y="42"/>
                  <a:pt x="24" y="42"/>
                  <a:pt x="24" y="42"/>
                </a:cubicBezTo>
                <a:cubicBezTo>
                  <a:pt x="23" y="45"/>
                  <a:pt x="21" y="48"/>
                  <a:pt x="20" y="52"/>
                </a:cubicBezTo>
                <a:cubicBezTo>
                  <a:pt x="15" y="54"/>
                  <a:pt x="15" y="54"/>
                  <a:pt x="15" y="54"/>
                </a:cubicBezTo>
                <a:cubicBezTo>
                  <a:pt x="11" y="54"/>
                  <a:pt x="8" y="57"/>
                  <a:pt x="8" y="61"/>
                </a:cubicBezTo>
                <a:cubicBezTo>
                  <a:pt x="8" y="68"/>
                  <a:pt x="8" y="68"/>
                  <a:pt x="8" y="68"/>
                </a:cubicBezTo>
                <a:cubicBezTo>
                  <a:pt x="8" y="71"/>
                  <a:pt x="11" y="75"/>
                  <a:pt x="15" y="75"/>
                </a:cubicBezTo>
                <a:cubicBezTo>
                  <a:pt x="20" y="76"/>
                  <a:pt x="20" y="76"/>
                  <a:pt x="20" y="76"/>
                </a:cubicBezTo>
                <a:cubicBezTo>
                  <a:pt x="21" y="80"/>
                  <a:pt x="23" y="83"/>
                  <a:pt x="24" y="86"/>
                </a:cubicBezTo>
                <a:cubicBezTo>
                  <a:pt x="22" y="91"/>
                  <a:pt x="22" y="91"/>
                  <a:pt x="22" y="91"/>
                </a:cubicBezTo>
                <a:cubicBezTo>
                  <a:pt x="19" y="94"/>
                  <a:pt x="19" y="99"/>
                  <a:pt x="22" y="101"/>
                </a:cubicBezTo>
                <a:cubicBezTo>
                  <a:pt x="27" y="106"/>
                  <a:pt x="27" y="106"/>
                  <a:pt x="27" y="106"/>
                </a:cubicBezTo>
                <a:cubicBezTo>
                  <a:pt x="28" y="108"/>
                  <a:pt x="30" y="108"/>
                  <a:pt x="32" y="108"/>
                </a:cubicBezTo>
                <a:cubicBezTo>
                  <a:pt x="34" y="108"/>
                  <a:pt x="35" y="108"/>
                  <a:pt x="37" y="106"/>
                </a:cubicBezTo>
                <a:cubicBezTo>
                  <a:pt x="42" y="104"/>
                  <a:pt x="42" y="104"/>
                  <a:pt x="42" y="104"/>
                </a:cubicBezTo>
                <a:cubicBezTo>
                  <a:pt x="45" y="106"/>
                  <a:pt x="48" y="107"/>
                  <a:pt x="52" y="108"/>
                </a:cubicBezTo>
                <a:cubicBezTo>
                  <a:pt x="53" y="113"/>
                  <a:pt x="53" y="113"/>
                  <a:pt x="53" y="113"/>
                </a:cubicBezTo>
                <a:cubicBezTo>
                  <a:pt x="53" y="117"/>
                  <a:pt x="57" y="120"/>
                  <a:pt x="61" y="120"/>
                </a:cubicBezTo>
                <a:cubicBezTo>
                  <a:pt x="67" y="120"/>
                  <a:pt x="67" y="120"/>
                  <a:pt x="67" y="120"/>
                </a:cubicBezTo>
                <a:cubicBezTo>
                  <a:pt x="71" y="120"/>
                  <a:pt x="75" y="117"/>
                  <a:pt x="75" y="113"/>
                </a:cubicBezTo>
                <a:cubicBezTo>
                  <a:pt x="76" y="108"/>
                  <a:pt x="76" y="108"/>
                  <a:pt x="76" y="108"/>
                </a:cubicBezTo>
                <a:cubicBezTo>
                  <a:pt x="80" y="107"/>
                  <a:pt x="83" y="106"/>
                  <a:pt x="86" y="104"/>
                </a:cubicBezTo>
                <a:cubicBezTo>
                  <a:pt x="91" y="106"/>
                  <a:pt x="91" y="106"/>
                  <a:pt x="91" y="106"/>
                </a:cubicBezTo>
                <a:cubicBezTo>
                  <a:pt x="93" y="108"/>
                  <a:pt x="94" y="108"/>
                  <a:pt x="96" y="108"/>
                </a:cubicBezTo>
                <a:cubicBezTo>
                  <a:pt x="98" y="108"/>
                  <a:pt x="100" y="108"/>
                  <a:pt x="101" y="106"/>
                </a:cubicBezTo>
                <a:cubicBezTo>
                  <a:pt x="106" y="101"/>
                  <a:pt x="106" y="101"/>
                  <a:pt x="106" y="101"/>
                </a:cubicBezTo>
                <a:cubicBezTo>
                  <a:pt x="109" y="99"/>
                  <a:pt x="109" y="94"/>
                  <a:pt x="106" y="91"/>
                </a:cubicBezTo>
                <a:cubicBezTo>
                  <a:pt x="104" y="86"/>
                  <a:pt x="104" y="86"/>
                  <a:pt x="104" y="86"/>
                </a:cubicBezTo>
                <a:cubicBezTo>
                  <a:pt x="105" y="83"/>
                  <a:pt x="107" y="80"/>
                  <a:pt x="108" y="76"/>
                </a:cubicBezTo>
                <a:cubicBezTo>
                  <a:pt x="113" y="75"/>
                  <a:pt x="113" y="75"/>
                  <a:pt x="113" y="75"/>
                </a:cubicBezTo>
                <a:cubicBezTo>
                  <a:pt x="117" y="75"/>
                  <a:pt x="120" y="71"/>
                  <a:pt x="120" y="68"/>
                </a:cubicBezTo>
                <a:cubicBezTo>
                  <a:pt x="120" y="61"/>
                  <a:pt x="120" y="61"/>
                  <a:pt x="120" y="61"/>
                </a:cubicBezTo>
                <a:close/>
                <a:moveTo>
                  <a:pt x="64" y="84"/>
                </a:moveTo>
                <a:cubicBezTo>
                  <a:pt x="53" y="84"/>
                  <a:pt x="44" y="75"/>
                  <a:pt x="44" y="64"/>
                </a:cubicBezTo>
                <a:cubicBezTo>
                  <a:pt x="44" y="53"/>
                  <a:pt x="53" y="44"/>
                  <a:pt x="64" y="44"/>
                </a:cubicBezTo>
                <a:cubicBezTo>
                  <a:pt x="75" y="44"/>
                  <a:pt x="84" y="53"/>
                  <a:pt x="84" y="64"/>
                </a:cubicBezTo>
                <a:cubicBezTo>
                  <a:pt x="84" y="75"/>
                  <a:pt x="75" y="84"/>
                  <a:pt x="64" y="84"/>
                </a:cubicBezTo>
                <a:close/>
                <a:moveTo>
                  <a:pt x="64" y="52"/>
                </a:moveTo>
                <a:cubicBezTo>
                  <a:pt x="57" y="52"/>
                  <a:pt x="52" y="57"/>
                  <a:pt x="52" y="64"/>
                </a:cubicBezTo>
                <a:cubicBezTo>
                  <a:pt x="52" y="71"/>
                  <a:pt x="57" y="76"/>
                  <a:pt x="64" y="76"/>
                </a:cubicBezTo>
                <a:cubicBezTo>
                  <a:pt x="71" y="76"/>
                  <a:pt x="76" y="71"/>
                  <a:pt x="76" y="64"/>
                </a:cubicBezTo>
                <a:cubicBezTo>
                  <a:pt x="76" y="57"/>
                  <a:pt x="71" y="52"/>
                  <a:pt x="64" y="5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123"/>
          <p:cNvSpPr/>
          <p:nvPr/>
        </p:nvSpPr>
        <p:spPr>
          <a:xfrm>
            <a:off x="741224" y="3270862"/>
            <a:ext cx="97558" cy="91440"/>
          </a:xfrm>
          <a:custGeom>
            <a:avLst/>
            <a:gdLst/>
            <a:ahLst/>
            <a:cxnLst/>
            <a:rect l="l" t="t" r="r" b="b"/>
            <a:pathLst>
              <a:path w="128" h="120" extrusionOk="0">
                <a:moveTo>
                  <a:pt x="100" y="40"/>
                </a:moveTo>
                <a:cubicBezTo>
                  <a:pt x="28" y="40"/>
                  <a:pt x="28" y="40"/>
                  <a:pt x="28" y="40"/>
                </a:cubicBezTo>
                <a:cubicBezTo>
                  <a:pt x="26" y="40"/>
                  <a:pt x="24" y="42"/>
                  <a:pt x="24" y="44"/>
                </a:cubicBezTo>
                <a:cubicBezTo>
                  <a:pt x="24" y="46"/>
                  <a:pt x="26" y="48"/>
                  <a:pt x="28" y="48"/>
                </a:cubicBezTo>
                <a:cubicBezTo>
                  <a:pt x="100" y="48"/>
                  <a:pt x="100" y="48"/>
                  <a:pt x="100" y="48"/>
                </a:cubicBezTo>
                <a:cubicBezTo>
                  <a:pt x="102" y="48"/>
                  <a:pt x="104" y="46"/>
                  <a:pt x="104" y="44"/>
                </a:cubicBezTo>
                <a:cubicBezTo>
                  <a:pt x="104" y="42"/>
                  <a:pt x="102" y="40"/>
                  <a:pt x="100" y="40"/>
                </a:cubicBezTo>
                <a:close/>
                <a:moveTo>
                  <a:pt x="116" y="0"/>
                </a:moveTo>
                <a:cubicBezTo>
                  <a:pt x="12" y="0"/>
                  <a:pt x="12" y="0"/>
                  <a:pt x="12" y="0"/>
                </a:cubicBezTo>
                <a:cubicBezTo>
                  <a:pt x="5" y="0"/>
                  <a:pt x="0" y="5"/>
                  <a:pt x="0" y="12"/>
                </a:cubicBezTo>
                <a:cubicBezTo>
                  <a:pt x="0" y="80"/>
                  <a:pt x="0" y="80"/>
                  <a:pt x="0" y="80"/>
                </a:cubicBezTo>
                <a:cubicBezTo>
                  <a:pt x="0" y="87"/>
                  <a:pt x="5" y="92"/>
                  <a:pt x="12" y="92"/>
                </a:cubicBezTo>
                <a:cubicBezTo>
                  <a:pt x="28" y="92"/>
                  <a:pt x="28" y="92"/>
                  <a:pt x="28" y="92"/>
                </a:cubicBezTo>
                <a:cubicBezTo>
                  <a:pt x="28" y="109"/>
                  <a:pt x="28" y="109"/>
                  <a:pt x="28" y="109"/>
                </a:cubicBezTo>
                <a:cubicBezTo>
                  <a:pt x="29" y="114"/>
                  <a:pt x="35" y="120"/>
                  <a:pt x="44" y="114"/>
                </a:cubicBezTo>
                <a:cubicBezTo>
                  <a:pt x="68" y="92"/>
                  <a:pt x="68" y="92"/>
                  <a:pt x="68" y="92"/>
                </a:cubicBezTo>
                <a:cubicBezTo>
                  <a:pt x="116" y="92"/>
                  <a:pt x="116" y="92"/>
                  <a:pt x="116" y="92"/>
                </a:cubicBezTo>
                <a:cubicBezTo>
                  <a:pt x="123" y="92"/>
                  <a:pt x="128" y="87"/>
                  <a:pt x="128" y="80"/>
                </a:cubicBezTo>
                <a:cubicBezTo>
                  <a:pt x="128" y="12"/>
                  <a:pt x="128" y="12"/>
                  <a:pt x="128" y="12"/>
                </a:cubicBezTo>
                <a:cubicBezTo>
                  <a:pt x="128" y="5"/>
                  <a:pt x="123" y="0"/>
                  <a:pt x="116" y="0"/>
                </a:cubicBezTo>
                <a:close/>
                <a:moveTo>
                  <a:pt x="120" y="76"/>
                </a:moveTo>
                <a:cubicBezTo>
                  <a:pt x="120" y="81"/>
                  <a:pt x="116" y="84"/>
                  <a:pt x="112" y="84"/>
                </a:cubicBezTo>
                <a:cubicBezTo>
                  <a:pt x="66" y="84"/>
                  <a:pt x="66" y="84"/>
                  <a:pt x="66" y="84"/>
                </a:cubicBezTo>
                <a:cubicBezTo>
                  <a:pt x="39" y="108"/>
                  <a:pt x="39" y="108"/>
                  <a:pt x="39" y="108"/>
                </a:cubicBezTo>
                <a:cubicBezTo>
                  <a:pt x="35" y="113"/>
                  <a:pt x="36" y="99"/>
                  <a:pt x="36" y="92"/>
                </a:cubicBezTo>
                <a:cubicBezTo>
                  <a:pt x="36" y="92"/>
                  <a:pt x="36" y="92"/>
                  <a:pt x="36" y="92"/>
                </a:cubicBezTo>
                <a:cubicBezTo>
                  <a:pt x="36" y="84"/>
                  <a:pt x="36" y="84"/>
                  <a:pt x="36" y="84"/>
                </a:cubicBezTo>
                <a:cubicBezTo>
                  <a:pt x="16" y="84"/>
                  <a:pt x="16" y="84"/>
                  <a:pt x="16" y="84"/>
                </a:cubicBezTo>
                <a:cubicBezTo>
                  <a:pt x="12" y="84"/>
                  <a:pt x="8" y="81"/>
                  <a:pt x="8" y="76"/>
                </a:cubicBezTo>
                <a:cubicBezTo>
                  <a:pt x="8" y="16"/>
                  <a:pt x="8" y="16"/>
                  <a:pt x="8" y="16"/>
                </a:cubicBezTo>
                <a:cubicBezTo>
                  <a:pt x="8" y="12"/>
                  <a:pt x="12" y="8"/>
                  <a:pt x="16" y="8"/>
                </a:cubicBezTo>
                <a:cubicBezTo>
                  <a:pt x="112" y="8"/>
                  <a:pt x="112" y="8"/>
                  <a:pt x="112" y="8"/>
                </a:cubicBezTo>
                <a:cubicBezTo>
                  <a:pt x="116" y="8"/>
                  <a:pt x="120" y="12"/>
                  <a:pt x="120" y="16"/>
                </a:cubicBezTo>
                <a:cubicBezTo>
                  <a:pt x="120" y="76"/>
                  <a:pt x="120" y="76"/>
                  <a:pt x="120" y="76"/>
                </a:cubicBezTo>
                <a:close/>
                <a:moveTo>
                  <a:pt x="100" y="24"/>
                </a:moveTo>
                <a:cubicBezTo>
                  <a:pt x="28" y="24"/>
                  <a:pt x="28" y="24"/>
                  <a:pt x="28" y="24"/>
                </a:cubicBezTo>
                <a:cubicBezTo>
                  <a:pt x="26" y="24"/>
                  <a:pt x="24" y="26"/>
                  <a:pt x="24" y="28"/>
                </a:cubicBezTo>
                <a:cubicBezTo>
                  <a:pt x="24" y="30"/>
                  <a:pt x="26" y="32"/>
                  <a:pt x="28" y="32"/>
                </a:cubicBezTo>
                <a:cubicBezTo>
                  <a:pt x="100" y="32"/>
                  <a:pt x="100" y="32"/>
                  <a:pt x="100" y="32"/>
                </a:cubicBezTo>
                <a:cubicBezTo>
                  <a:pt x="102" y="32"/>
                  <a:pt x="104" y="30"/>
                  <a:pt x="104" y="28"/>
                </a:cubicBezTo>
                <a:cubicBezTo>
                  <a:pt x="104" y="26"/>
                  <a:pt x="102" y="24"/>
                  <a:pt x="100" y="24"/>
                </a:cubicBezTo>
                <a:close/>
                <a:moveTo>
                  <a:pt x="72" y="56"/>
                </a:moveTo>
                <a:cubicBezTo>
                  <a:pt x="28" y="56"/>
                  <a:pt x="28" y="56"/>
                  <a:pt x="28" y="56"/>
                </a:cubicBezTo>
                <a:cubicBezTo>
                  <a:pt x="26" y="56"/>
                  <a:pt x="24" y="58"/>
                  <a:pt x="24" y="60"/>
                </a:cubicBezTo>
                <a:cubicBezTo>
                  <a:pt x="24" y="63"/>
                  <a:pt x="26" y="64"/>
                  <a:pt x="28" y="64"/>
                </a:cubicBezTo>
                <a:cubicBezTo>
                  <a:pt x="72" y="64"/>
                  <a:pt x="72" y="64"/>
                  <a:pt x="72" y="64"/>
                </a:cubicBezTo>
                <a:cubicBezTo>
                  <a:pt x="74" y="64"/>
                  <a:pt x="76" y="63"/>
                  <a:pt x="76" y="60"/>
                </a:cubicBezTo>
                <a:cubicBezTo>
                  <a:pt x="76" y="58"/>
                  <a:pt x="74" y="56"/>
                  <a:pt x="72" y="56"/>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123"/>
          <p:cNvSpPr/>
          <p:nvPr/>
        </p:nvSpPr>
        <p:spPr>
          <a:xfrm>
            <a:off x="4021995" y="1571483"/>
            <a:ext cx="91440" cy="92043"/>
          </a:xfrm>
          <a:custGeom>
            <a:avLst/>
            <a:gdLst/>
            <a:ahLst/>
            <a:cxnLst/>
            <a:rect l="l" t="t" r="r" b="b"/>
            <a:pathLst>
              <a:path w="128" h="129" extrusionOk="0">
                <a:moveTo>
                  <a:pt x="127" y="127"/>
                </a:moveTo>
                <a:cubicBezTo>
                  <a:pt x="125" y="129"/>
                  <a:pt x="122" y="129"/>
                  <a:pt x="121" y="127"/>
                </a:cubicBezTo>
                <a:cubicBezTo>
                  <a:pt x="86" y="92"/>
                  <a:pt x="86" y="92"/>
                  <a:pt x="86" y="92"/>
                </a:cubicBezTo>
                <a:cubicBezTo>
                  <a:pt x="77" y="99"/>
                  <a:pt x="65" y="104"/>
                  <a:pt x="52" y="104"/>
                </a:cubicBezTo>
                <a:cubicBezTo>
                  <a:pt x="23" y="104"/>
                  <a:pt x="0" y="81"/>
                  <a:pt x="0" y="52"/>
                </a:cubicBezTo>
                <a:cubicBezTo>
                  <a:pt x="0" y="23"/>
                  <a:pt x="23" y="0"/>
                  <a:pt x="52" y="0"/>
                </a:cubicBezTo>
                <a:cubicBezTo>
                  <a:pt x="81" y="0"/>
                  <a:pt x="104" y="23"/>
                  <a:pt x="104" y="52"/>
                </a:cubicBezTo>
                <a:cubicBezTo>
                  <a:pt x="104" y="65"/>
                  <a:pt x="99" y="77"/>
                  <a:pt x="92" y="86"/>
                </a:cubicBezTo>
                <a:cubicBezTo>
                  <a:pt x="127" y="121"/>
                  <a:pt x="127" y="121"/>
                  <a:pt x="127" y="121"/>
                </a:cubicBezTo>
                <a:cubicBezTo>
                  <a:pt x="128" y="122"/>
                  <a:pt x="128" y="125"/>
                  <a:pt x="127" y="127"/>
                </a:cubicBezTo>
                <a:close/>
                <a:moveTo>
                  <a:pt x="52" y="8"/>
                </a:moveTo>
                <a:cubicBezTo>
                  <a:pt x="28" y="8"/>
                  <a:pt x="8" y="28"/>
                  <a:pt x="8" y="52"/>
                </a:cubicBezTo>
                <a:cubicBezTo>
                  <a:pt x="8" y="76"/>
                  <a:pt x="28" y="96"/>
                  <a:pt x="52" y="96"/>
                </a:cubicBezTo>
                <a:cubicBezTo>
                  <a:pt x="76" y="96"/>
                  <a:pt x="96" y="76"/>
                  <a:pt x="96" y="52"/>
                </a:cubicBezTo>
                <a:cubicBezTo>
                  <a:pt x="96" y="28"/>
                  <a:pt x="76" y="8"/>
                  <a:pt x="52" y="8"/>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123"/>
          <p:cNvSpPr/>
          <p:nvPr/>
        </p:nvSpPr>
        <p:spPr>
          <a:xfrm>
            <a:off x="2383139" y="3241583"/>
            <a:ext cx="91440" cy="91440"/>
          </a:xfrm>
          <a:custGeom>
            <a:avLst/>
            <a:gdLst/>
            <a:ahLst/>
            <a:cxnLst/>
            <a:rect l="l" t="t" r="r" b="b"/>
            <a:pathLst>
              <a:path w="128" h="128" extrusionOk="0">
                <a:moveTo>
                  <a:pt x="92" y="76"/>
                </a:moveTo>
                <a:cubicBezTo>
                  <a:pt x="78" y="76"/>
                  <a:pt x="68" y="88"/>
                  <a:pt x="52" y="88"/>
                </a:cubicBezTo>
                <a:cubicBezTo>
                  <a:pt x="32" y="88"/>
                  <a:pt x="16" y="76"/>
                  <a:pt x="16" y="76"/>
                </a:cubicBezTo>
                <a:cubicBezTo>
                  <a:pt x="16" y="8"/>
                  <a:pt x="16" y="8"/>
                  <a:pt x="16" y="8"/>
                </a:cubicBezTo>
                <a:cubicBezTo>
                  <a:pt x="16" y="8"/>
                  <a:pt x="30" y="20"/>
                  <a:pt x="52" y="20"/>
                </a:cubicBezTo>
                <a:cubicBezTo>
                  <a:pt x="68" y="20"/>
                  <a:pt x="76" y="8"/>
                  <a:pt x="92" y="8"/>
                </a:cubicBezTo>
                <a:cubicBezTo>
                  <a:pt x="112" y="8"/>
                  <a:pt x="128" y="20"/>
                  <a:pt x="128" y="20"/>
                </a:cubicBezTo>
                <a:cubicBezTo>
                  <a:pt x="128" y="88"/>
                  <a:pt x="128" y="88"/>
                  <a:pt x="128" y="88"/>
                </a:cubicBezTo>
                <a:cubicBezTo>
                  <a:pt x="128" y="88"/>
                  <a:pt x="112" y="76"/>
                  <a:pt x="92" y="76"/>
                </a:cubicBezTo>
                <a:close/>
                <a:moveTo>
                  <a:pt x="120" y="23"/>
                </a:moveTo>
                <a:cubicBezTo>
                  <a:pt x="113" y="20"/>
                  <a:pt x="103" y="16"/>
                  <a:pt x="92" y="16"/>
                </a:cubicBezTo>
                <a:cubicBezTo>
                  <a:pt x="76" y="16"/>
                  <a:pt x="68" y="28"/>
                  <a:pt x="52" y="28"/>
                </a:cubicBezTo>
                <a:cubicBezTo>
                  <a:pt x="40" y="28"/>
                  <a:pt x="30" y="24"/>
                  <a:pt x="24" y="21"/>
                </a:cubicBezTo>
                <a:cubicBezTo>
                  <a:pt x="24" y="38"/>
                  <a:pt x="24" y="62"/>
                  <a:pt x="24" y="73"/>
                </a:cubicBezTo>
                <a:cubicBezTo>
                  <a:pt x="31" y="76"/>
                  <a:pt x="41" y="80"/>
                  <a:pt x="52" y="80"/>
                </a:cubicBezTo>
                <a:cubicBezTo>
                  <a:pt x="68" y="80"/>
                  <a:pt x="78" y="68"/>
                  <a:pt x="92" y="68"/>
                </a:cubicBezTo>
                <a:cubicBezTo>
                  <a:pt x="104" y="68"/>
                  <a:pt x="114" y="72"/>
                  <a:pt x="120" y="75"/>
                </a:cubicBezTo>
                <a:cubicBezTo>
                  <a:pt x="120" y="61"/>
                  <a:pt x="120" y="49"/>
                  <a:pt x="120" y="23"/>
                </a:cubicBezTo>
                <a:close/>
                <a:moveTo>
                  <a:pt x="4" y="128"/>
                </a:moveTo>
                <a:cubicBezTo>
                  <a:pt x="2" y="128"/>
                  <a:pt x="0" y="126"/>
                  <a:pt x="0" y="124"/>
                </a:cubicBezTo>
                <a:cubicBezTo>
                  <a:pt x="0" y="4"/>
                  <a:pt x="0" y="4"/>
                  <a:pt x="0" y="4"/>
                </a:cubicBezTo>
                <a:cubicBezTo>
                  <a:pt x="0" y="2"/>
                  <a:pt x="2" y="0"/>
                  <a:pt x="4" y="0"/>
                </a:cubicBezTo>
                <a:cubicBezTo>
                  <a:pt x="6" y="0"/>
                  <a:pt x="8" y="2"/>
                  <a:pt x="8" y="4"/>
                </a:cubicBezTo>
                <a:cubicBezTo>
                  <a:pt x="8" y="124"/>
                  <a:pt x="8" y="124"/>
                  <a:pt x="8" y="124"/>
                </a:cubicBezTo>
                <a:cubicBezTo>
                  <a:pt x="8" y="126"/>
                  <a:pt x="6" y="128"/>
                  <a:pt x="4" y="128"/>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123"/>
          <p:cNvSpPr/>
          <p:nvPr/>
        </p:nvSpPr>
        <p:spPr>
          <a:xfrm>
            <a:off x="4021995" y="3260268"/>
            <a:ext cx="91440" cy="112628"/>
          </a:xfrm>
          <a:custGeom>
            <a:avLst/>
            <a:gdLst/>
            <a:ahLst/>
            <a:cxnLst/>
            <a:rect l="l" t="t" r="r" b="b"/>
            <a:pathLst>
              <a:path w="104" h="128" extrusionOk="0">
                <a:moveTo>
                  <a:pt x="76" y="96"/>
                </a:moveTo>
                <a:cubicBezTo>
                  <a:pt x="28" y="96"/>
                  <a:pt x="28" y="96"/>
                  <a:pt x="28" y="96"/>
                </a:cubicBezTo>
                <a:cubicBezTo>
                  <a:pt x="26" y="96"/>
                  <a:pt x="24" y="98"/>
                  <a:pt x="24" y="100"/>
                </a:cubicBezTo>
                <a:cubicBezTo>
                  <a:pt x="24" y="102"/>
                  <a:pt x="26" y="104"/>
                  <a:pt x="28" y="104"/>
                </a:cubicBezTo>
                <a:cubicBezTo>
                  <a:pt x="76" y="104"/>
                  <a:pt x="76" y="104"/>
                  <a:pt x="76" y="104"/>
                </a:cubicBezTo>
                <a:cubicBezTo>
                  <a:pt x="78" y="104"/>
                  <a:pt x="80" y="102"/>
                  <a:pt x="80" y="100"/>
                </a:cubicBezTo>
                <a:cubicBezTo>
                  <a:pt x="80" y="98"/>
                  <a:pt x="78" y="96"/>
                  <a:pt x="76" y="96"/>
                </a:cubicBezTo>
                <a:close/>
                <a:moveTo>
                  <a:pt x="92" y="20"/>
                </a:moveTo>
                <a:cubicBezTo>
                  <a:pt x="84" y="20"/>
                  <a:pt x="84" y="20"/>
                  <a:pt x="84" y="20"/>
                </a:cubicBezTo>
                <a:cubicBezTo>
                  <a:pt x="84" y="16"/>
                  <a:pt x="80" y="12"/>
                  <a:pt x="76" y="12"/>
                </a:cubicBezTo>
                <a:cubicBezTo>
                  <a:pt x="72" y="12"/>
                  <a:pt x="72" y="12"/>
                  <a:pt x="72" y="12"/>
                </a:cubicBezTo>
                <a:cubicBezTo>
                  <a:pt x="72" y="8"/>
                  <a:pt x="72" y="8"/>
                  <a:pt x="72" y="8"/>
                </a:cubicBezTo>
                <a:cubicBezTo>
                  <a:pt x="72" y="4"/>
                  <a:pt x="68" y="0"/>
                  <a:pt x="64" y="0"/>
                </a:cubicBezTo>
                <a:cubicBezTo>
                  <a:pt x="40" y="0"/>
                  <a:pt x="40" y="0"/>
                  <a:pt x="40" y="0"/>
                </a:cubicBezTo>
                <a:cubicBezTo>
                  <a:pt x="36" y="0"/>
                  <a:pt x="32" y="4"/>
                  <a:pt x="32" y="8"/>
                </a:cubicBezTo>
                <a:cubicBezTo>
                  <a:pt x="32" y="12"/>
                  <a:pt x="32" y="12"/>
                  <a:pt x="32" y="12"/>
                </a:cubicBezTo>
                <a:cubicBezTo>
                  <a:pt x="28" y="12"/>
                  <a:pt x="28" y="12"/>
                  <a:pt x="28" y="12"/>
                </a:cubicBezTo>
                <a:cubicBezTo>
                  <a:pt x="24" y="12"/>
                  <a:pt x="20" y="16"/>
                  <a:pt x="20" y="20"/>
                </a:cubicBezTo>
                <a:cubicBezTo>
                  <a:pt x="12" y="20"/>
                  <a:pt x="12" y="20"/>
                  <a:pt x="12" y="20"/>
                </a:cubicBezTo>
                <a:cubicBezTo>
                  <a:pt x="5" y="20"/>
                  <a:pt x="0" y="25"/>
                  <a:pt x="0" y="32"/>
                </a:cubicBezTo>
                <a:cubicBezTo>
                  <a:pt x="0" y="116"/>
                  <a:pt x="0" y="116"/>
                  <a:pt x="0" y="116"/>
                </a:cubicBezTo>
                <a:cubicBezTo>
                  <a:pt x="0" y="123"/>
                  <a:pt x="5" y="128"/>
                  <a:pt x="12" y="128"/>
                </a:cubicBezTo>
                <a:cubicBezTo>
                  <a:pt x="92" y="128"/>
                  <a:pt x="92" y="128"/>
                  <a:pt x="92" y="128"/>
                </a:cubicBezTo>
                <a:cubicBezTo>
                  <a:pt x="99" y="128"/>
                  <a:pt x="104" y="123"/>
                  <a:pt x="104" y="116"/>
                </a:cubicBezTo>
                <a:cubicBezTo>
                  <a:pt x="104" y="32"/>
                  <a:pt x="104" y="32"/>
                  <a:pt x="104" y="32"/>
                </a:cubicBezTo>
                <a:cubicBezTo>
                  <a:pt x="104" y="25"/>
                  <a:pt x="99" y="20"/>
                  <a:pt x="92" y="20"/>
                </a:cubicBezTo>
                <a:close/>
                <a:moveTo>
                  <a:pt x="34" y="20"/>
                </a:moveTo>
                <a:cubicBezTo>
                  <a:pt x="40" y="20"/>
                  <a:pt x="40" y="20"/>
                  <a:pt x="40" y="20"/>
                </a:cubicBezTo>
                <a:cubicBezTo>
                  <a:pt x="40" y="16"/>
                  <a:pt x="40" y="16"/>
                  <a:pt x="40" y="16"/>
                </a:cubicBezTo>
                <a:cubicBezTo>
                  <a:pt x="40" y="12"/>
                  <a:pt x="44" y="8"/>
                  <a:pt x="48" y="8"/>
                </a:cubicBezTo>
                <a:cubicBezTo>
                  <a:pt x="56" y="8"/>
                  <a:pt x="56" y="8"/>
                  <a:pt x="56" y="8"/>
                </a:cubicBezTo>
                <a:cubicBezTo>
                  <a:pt x="60" y="8"/>
                  <a:pt x="64" y="12"/>
                  <a:pt x="64" y="16"/>
                </a:cubicBezTo>
                <a:cubicBezTo>
                  <a:pt x="64" y="20"/>
                  <a:pt x="64" y="20"/>
                  <a:pt x="64" y="20"/>
                </a:cubicBezTo>
                <a:cubicBezTo>
                  <a:pt x="70" y="20"/>
                  <a:pt x="70" y="20"/>
                  <a:pt x="70" y="20"/>
                </a:cubicBezTo>
                <a:cubicBezTo>
                  <a:pt x="73" y="20"/>
                  <a:pt x="76" y="23"/>
                  <a:pt x="76" y="26"/>
                </a:cubicBezTo>
                <a:cubicBezTo>
                  <a:pt x="76" y="29"/>
                  <a:pt x="73" y="32"/>
                  <a:pt x="70" y="32"/>
                </a:cubicBezTo>
                <a:cubicBezTo>
                  <a:pt x="34" y="32"/>
                  <a:pt x="34" y="32"/>
                  <a:pt x="34" y="32"/>
                </a:cubicBezTo>
                <a:cubicBezTo>
                  <a:pt x="31" y="32"/>
                  <a:pt x="28" y="29"/>
                  <a:pt x="28" y="26"/>
                </a:cubicBezTo>
                <a:cubicBezTo>
                  <a:pt x="28" y="23"/>
                  <a:pt x="31" y="20"/>
                  <a:pt x="34" y="20"/>
                </a:cubicBezTo>
                <a:close/>
                <a:moveTo>
                  <a:pt x="96" y="112"/>
                </a:moveTo>
                <a:cubicBezTo>
                  <a:pt x="96" y="117"/>
                  <a:pt x="92" y="120"/>
                  <a:pt x="88" y="120"/>
                </a:cubicBezTo>
                <a:cubicBezTo>
                  <a:pt x="16" y="120"/>
                  <a:pt x="16" y="120"/>
                  <a:pt x="16" y="120"/>
                </a:cubicBezTo>
                <a:cubicBezTo>
                  <a:pt x="12" y="120"/>
                  <a:pt x="8" y="117"/>
                  <a:pt x="8" y="112"/>
                </a:cubicBezTo>
                <a:cubicBezTo>
                  <a:pt x="8" y="36"/>
                  <a:pt x="8" y="36"/>
                  <a:pt x="8" y="36"/>
                </a:cubicBezTo>
                <a:cubicBezTo>
                  <a:pt x="8" y="32"/>
                  <a:pt x="12" y="28"/>
                  <a:pt x="16" y="28"/>
                </a:cubicBezTo>
                <a:cubicBezTo>
                  <a:pt x="20" y="28"/>
                  <a:pt x="20" y="28"/>
                  <a:pt x="20" y="28"/>
                </a:cubicBezTo>
                <a:cubicBezTo>
                  <a:pt x="20" y="32"/>
                  <a:pt x="20" y="32"/>
                  <a:pt x="20" y="32"/>
                </a:cubicBezTo>
                <a:cubicBezTo>
                  <a:pt x="20" y="37"/>
                  <a:pt x="24" y="40"/>
                  <a:pt x="28" y="40"/>
                </a:cubicBezTo>
                <a:cubicBezTo>
                  <a:pt x="76" y="40"/>
                  <a:pt x="76" y="40"/>
                  <a:pt x="76" y="40"/>
                </a:cubicBezTo>
                <a:cubicBezTo>
                  <a:pt x="81" y="40"/>
                  <a:pt x="83" y="36"/>
                  <a:pt x="84" y="32"/>
                </a:cubicBezTo>
                <a:cubicBezTo>
                  <a:pt x="84" y="31"/>
                  <a:pt x="84" y="29"/>
                  <a:pt x="84" y="28"/>
                </a:cubicBezTo>
                <a:cubicBezTo>
                  <a:pt x="88" y="28"/>
                  <a:pt x="88" y="28"/>
                  <a:pt x="88" y="28"/>
                </a:cubicBezTo>
                <a:cubicBezTo>
                  <a:pt x="92" y="28"/>
                  <a:pt x="96" y="32"/>
                  <a:pt x="96" y="36"/>
                </a:cubicBezTo>
                <a:cubicBezTo>
                  <a:pt x="96" y="112"/>
                  <a:pt x="96" y="112"/>
                  <a:pt x="96" y="112"/>
                </a:cubicBezTo>
                <a:close/>
                <a:moveTo>
                  <a:pt x="76" y="76"/>
                </a:moveTo>
                <a:cubicBezTo>
                  <a:pt x="28" y="76"/>
                  <a:pt x="28" y="76"/>
                  <a:pt x="28" y="76"/>
                </a:cubicBezTo>
                <a:cubicBezTo>
                  <a:pt x="26" y="76"/>
                  <a:pt x="24" y="78"/>
                  <a:pt x="24" y="80"/>
                </a:cubicBezTo>
                <a:cubicBezTo>
                  <a:pt x="24" y="82"/>
                  <a:pt x="26" y="84"/>
                  <a:pt x="28" y="84"/>
                </a:cubicBezTo>
                <a:cubicBezTo>
                  <a:pt x="76" y="84"/>
                  <a:pt x="76" y="84"/>
                  <a:pt x="76" y="84"/>
                </a:cubicBezTo>
                <a:cubicBezTo>
                  <a:pt x="78" y="84"/>
                  <a:pt x="80" y="82"/>
                  <a:pt x="80" y="80"/>
                </a:cubicBezTo>
                <a:cubicBezTo>
                  <a:pt x="80" y="78"/>
                  <a:pt x="78" y="76"/>
                  <a:pt x="76" y="76"/>
                </a:cubicBezTo>
                <a:close/>
                <a:moveTo>
                  <a:pt x="76" y="56"/>
                </a:moveTo>
                <a:cubicBezTo>
                  <a:pt x="28" y="56"/>
                  <a:pt x="28" y="56"/>
                  <a:pt x="28" y="56"/>
                </a:cubicBezTo>
                <a:cubicBezTo>
                  <a:pt x="26" y="56"/>
                  <a:pt x="24" y="58"/>
                  <a:pt x="24" y="60"/>
                </a:cubicBezTo>
                <a:cubicBezTo>
                  <a:pt x="24" y="62"/>
                  <a:pt x="26" y="64"/>
                  <a:pt x="28" y="64"/>
                </a:cubicBezTo>
                <a:cubicBezTo>
                  <a:pt x="76" y="64"/>
                  <a:pt x="76" y="64"/>
                  <a:pt x="76" y="64"/>
                </a:cubicBezTo>
                <a:cubicBezTo>
                  <a:pt x="78" y="64"/>
                  <a:pt x="80" y="62"/>
                  <a:pt x="80" y="60"/>
                </a:cubicBezTo>
                <a:cubicBezTo>
                  <a:pt x="80" y="58"/>
                  <a:pt x="78" y="56"/>
                  <a:pt x="76" y="56"/>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123"/>
          <p:cNvSpPr/>
          <p:nvPr/>
        </p:nvSpPr>
        <p:spPr>
          <a:xfrm>
            <a:off x="5660700" y="3270862"/>
            <a:ext cx="91743" cy="91440"/>
          </a:xfrm>
          <a:custGeom>
            <a:avLst/>
            <a:gdLst/>
            <a:ahLst/>
            <a:cxnLst/>
            <a:rect l="l" t="t" r="r" b="b"/>
            <a:pathLst>
              <a:path w="128" h="128" extrusionOk="0">
                <a:moveTo>
                  <a:pt x="124" y="92"/>
                </a:moveTo>
                <a:cubicBezTo>
                  <a:pt x="120" y="92"/>
                  <a:pt x="120" y="92"/>
                  <a:pt x="120" y="92"/>
                </a:cubicBezTo>
                <a:cubicBezTo>
                  <a:pt x="120" y="8"/>
                  <a:pt x="120" y="8"/>
                  <a:pt x="120" y="8"/>
                </a:cubicBezTo>
                <a:cubicBezTo>
                  <a:pt x="124" y="8"/>
                  <a:pt x="124" y="8"/>
                  <a:pt x="124" y="8"/>
                </a:cubicBezTo>
                <a:cubicBezTo>
                  <a:pt x="126" y="8"/>
                  <a:pt x="128" y="6"/>
                  <a:pt x="128" y="4"/>
                </a:cubicBezTo>
                <a:cubicBezTo>
                  <a:pt x="128" y="2"/>
                  <a:pt x="126" y="0"/>
                  <a:pt x="124" y="0"/>
                </a:cubicBezTo>
                <a:cubicBezTo>
                  <a:pt x="4" y="0"/>
                  <a:pt x="4" y="0"/>
                  <a:pt x="4" y="0"/>
                </a:cubicBezTo>
                <a:cubicBezTo>
                  <a:pt x="2" y="0"/>
                  <a:pt x="0" y="2"/>
                  <a:pt x="0" y="4"/>
                </a:cubicBezTo>
                <a:cubicBezTo>
                  <a:pt x="0" y="6"/>
                  <a:pt x="2" y="8"/>
                  <a:pt x="4" y="8"/>
                </a:cubicBezTo>
                <a:cubicBezTo>
                  <a:pt x="8" y="8"/>
                  <a:pt x="8" y="8"/>
                  <a:pt x="8" y="8"/>
                </a:cubicBezTo>
                <a:cubicBezTo>
                  <a:pt x="8" y="92"/>
                  <a:pt x="8" y="92"/>
                  <a:pt x="8" y="92"/>
                </a:cubicBezTo>
                <a:cubicBezTo>
                  <a:pt x="4" y="92"/>
                  <a:pt x="4" y="92"/>
                  <a:pt x="4" y="92"/>
                </a:cubicBezTo>
                <a:cubicBezTo>
                  <a:pt x="2" y="92"/>
                  <a:pt x="0" y="94"/>
                  <a:pt x="0" y="96"/>
                </a:cubicBezTo>
                <a:cubicBezTo>
                  <a:pt x="0" y="98"/>
                  <a:pt x="2" y="100"/>
                  <a:pt x="4" y="100"/>
                </a:cubicBezTo>
                <a:cubicBezTo>
                  <a:pt x="42" y="100"/>
                  <a:pt x="42" y="100"/>
                  <a:pt x="42" y="100"/>
                </a:cubicBezTo>
                <a:cubicBezTo>
                  <a:pt x="21" y="121"/>
                  <a:pt x="21" y="121"/>
                  <a:pt x="21" y="121"/>
                </a:cubicBezTo>
                <a:cubicBezTo>
                  <a:pt x="20" y="122"/>
                  <a:pt x="20" y="125"/>
                  <a:pt x="21" y="127"/>
                </a:cubicBezTo>
                <a:cubicBezTo>
                  <a:pt x="23" y="128"/>
                  <a:pt x="25" y="128"/>
                  <a:pt x="27" y="127"/>
                </a:cubicBezTo>
                <a:cubicBezTo>
                  <a:pt x="54" y="100"/>
                  <a:pt x="54" y="100"/>
                  <a:pt x="54" y="100"/>
                </a:cubicBezTo>
                <a:cubicBezTo>
                  <a:pt x="60" y="100"/>
                  <a:pt x="60" y="100"/>
                  <a:pt x="60" y="100"/>
                </a:cubicBezTo>
                <a:cubicBezTo>
                  <a:pt x="60" y="116"/>
                  <a:pt x="60" y="116"/>
                  <a:pt x="60" y="116"/>
                </a:cubicBezTo>
                <a:cubicBezTo>
                  <a:pt x="60" y="118"/>
                  <a:pt x="62" y="120"/>
                  <a:pt x="64" y="120"/>
                </a:cubicBezTo>
                <a:cubicBezTo>
                  <a:pt x="66" y="120"/>
                  <a:pt x="68" y="118"/>
                  <a:pt x="68" y="116"/>
                </a:cubicBezTo>
                <a:cubicBezTo>
                  <a:pt x="68" y="100"/>
                  <a:pt x="68" y="100"/>
                  <a:pt x="68" y="100"/>
                </a:cubicBezTo>
                <a:cubicBezTo>
                  <a:pt x="74" y="100"/>
                  <a:pt x="74" y="100"/>
                  <a:pt x="74" y="100"/>
                </a:cubicBezTo>
                <a:cubicBezTo>
                  <a:pt x="101" y="127"/>
                  <a:pt x="101" y="127"/>
                  <a:pt x="101" y="127"/>
                </a:cubicBezTo>
                <a:cubicBezTo>
                  <a:pt x="103" y="128"/>
                  <a:pt x="105" y="128"/>
                  <a:pt x="107" y="127"/>
                </a:cubicBezTo>
                <a:cubicBezTo>
                  <a:pt x="108" y="125"/>
                  <a:pt x="108" y="122"/>
                  <a:pt x="107" y="121"/>
                </a:cubicBezTo>
                <a:cubicBezTo>
                  <a:pt x="86" y="100"/>
                  <a:pt x="86" y="100"/>
                  <a:pt x="86" y="100"/>
                </a:cubicBezTo>
                <a:cubicBezTo>
                  <a:pt x="124" y="100"/>
                  <a:pt x="124" y="100"/>
                  <a:pt x="124" y="100"/>
                </a:cubicBezTo>
                <a:cubicBezTo>
                  <a:pt x="126" y="100"/>
                  <a:pt x="128" y="98"/>
                  <a:pt x="128" y="96"/>
                </a:cubicBezTo>
                <a:cubicBezTo>
                  <a:pt x="128" y="94"/>
                  <a:pt x="126" y="92"/>
                  <a:pt x="124" y="92"/>
                </a:cubicBezTo>
                <a:close/>
                <a:moveTo>
                  <a:pt x="112" y="92"/>
                </a:moveTo>
                <a:cubicBezTo>
                  <a:pt x="76" y="92"/>
                  <a:pt x="76" y="92"/>
                  <a:pt x="76" y="92"/>
                </a:cubicBezTo>
                <a:cubicBezTo>
                  <a:pt x="76" y="92"/>
                  <a:pt x="76" y="92"/>
                  <a:pt x="76" y="92"/>
                </a:cubicBezTo>
                <a:cubicBezTo>
                  <a:pt x="52" y="92"/>
                  <a:pt x="52" y="92"/>
                  <a:pt x="52" y="92"/>
                </a:cubicBezTo>
                <a:cubicBezTo>
                  <a:pt x="52" y="92"/>
                  <a:pt x="52" y="92"/>
                  <a:pt x="52" y="92"/>
                </a:cubicBezTo>
                <a:cubicBezTo>
                  <a:pt x="16" y="92"/>
                  <a:pt x="16" y="92"/>
                  <a:pt x="16" y="92"/>
                </a:cubicBezTo>
                <a:cubicBezTo>
                  <a:pt x="16" y="8"/>
                  <a:pt x="16" y="8"/>
                  <a:pt x="16" y="8"/>
                </a:cubicBezTo>
                <a:cubicBezTo>
                  <a:pt x="112" y="8"/>
                  <a:pt x="112" y="8"/>
                  <a:pt x="112" y="8"/>
                </a:cubicBezTo>
                <a:cubicBezTo>
                  <a:pt x="112" y="92"/>
                  <a:pt x="112" y="92"/>
                  <a:pt x="112" y="92"/>
                </a:cubicBezTo>
                <a:close/>
                <a:moveTo>
                  <a:pt x="43" y="59"/>
                </a:moveTo>
                <a:cubicBezTo>
                  <a:pt x="52" y="50"/>
                  <a:pt x="52" y="50"/>
                  <a:pt x="52" y="50"/>
                </a:cubicBezTo>
                <a:cubicBezTo>
                  <a:pt x="65" y="63"/>
                  <a:pt x="65" y="63"/>
                  <a:pt x="65" y="63"/>
                </a:cubicBezTo>
                <a:cubicBezTo>
                  <a:pt x="66" y="64"/>
                  <a:pt x="67" y="64"/>
                  <a:pt x="68" y="64"/>
                </a:cubicBezTo>
                <a:cubicBezTo>
                  <a:pt x="69" y="64"/>
                  <a:pt x="70" y="64"/>
                  <a:pt x="71" y="63"/>
                </a:cubicBezTo>
                <a:cubicBezTo>
                  <a:pt x="91" y="43"/>
                  <a:pt x="91" y="43"/>
                  <a:pt x="91" y="43"/>
                </a:cubicBezTo>
                <a:cubicBezTo>
                  <a:pt x="92" y="41"/>
                  <a:pt x="92" y="39"/>
                  <a:pt x="91" y="37"/>
                </a:cubicBezTo>
                <a:cubicBezTo>
                  <a:pt x="89" y="36"/>
                  <a:pt x="87" y="36"/>
                  <a:pt x="85" y="37"/>
                </a:cubicBezTo>
                <a:cubicBezTo>
                  <a:pt x="68" y="54"/>
                  <a:pt x="68" y="54"/>
                  <a:pt x="68" y="54"/>
                </a:cubicBezTo>
                <a:cubicBezTo>
                  <a:pt x="55" y="41"/>
                  <a:pt x="55" y="41"/>
                  <a:pt x="55" y="41"/>
                </a:cubicBezTo>
                <a:cubicBezTo>
                  <a:pt x="55" y="41"/>
                  <a:pt x="54" y="41"/>
                  <a:pt x="54" y="40"/>
                </a:cubicBezTo>
                <a:cubicBezTo>
                  <a:pt x="52" y="40"/>
                  <a:pt x="50" y="40"/>
                  <a:pt x="49" y="41"/>
                </a:cubicBezTo>
                <a:cubicBezTo>
                  <a:pt x="37" y="53"/>
                  <a:pt x="37" y="53"/>
                  <a:pt x="37" y="53"/>
                </a:cubicBezTo>
                <a:cubicBezTo>
                  <a:pt x="36" y="54"/>
                  <a:pt x="36" y="57"/>
                  <a:pt x="37" y="59"/>
                </a:cubicBezTo>
                <a:cubicBezTo>
                  <a:pt x="39" y="60"/>
                  <a:pt x="41" y="60"/>
                  <a:pt x="43" y="59"/>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9" name="Google Shape;809;p123"/>
          <p:cNvSpPr/>
          <p:nvPr/>
        </p:nvSpPr>
        <p:spPr>
          <a:xfrm>
            <a:off x="7299706" y="3271013"/>
            <a:ext cx="91440" cy="91138"/>
          </a:xfrm>
          <a:custGeom>
            <a:avLst/>
            <a:gdLst/>
            <a:ahLst/>
            <a:cxnLst/>
            <a:rect l="l" t="t" r="r" b="b"/>
            <a:pathLst>
              <a:path w="128" h="128" extrusionOk="0">
                <a:moveTo>
                  <a:pt x="126" y="118"/>
                </a:moveTo>
                <a:cubicBezTo>
                  <a:pt x="121" y="126"/>
                  <a:pt x="89" y="128"/>
                  <a:pt x="64" y="128"/>
                </a:cubicBezTo>
                <a:cubicBezTo>
                  <a:pt x="39" y="128"/>
                  <a:pt x="7" y="126"/>
                  <a:pt x="1" y="118"/>
                </a:cubicBezTo>
                <a:cubicBezTo>
                  <a:pt x="0" y="116"/>
                  <a:pt x="0" y="113"/>
                  <a:pt x="1" y="111"/>
                </a:cubicBezTo>
                <a:cubicBezTo>
                  <a:pt x="6" y="96"/>
                  <a:pt x="16" y="92"/>
                  <a:pt x="24" y="91"/>
                </a:cubicBezTo>
                <a:cubicBezTo>
                  <a:pt x="31" y="90"/>
                  <a:pt x="37" y="88"/>
                  <a:pt x="40" y="86"/>
                </a:cubicBezTo>
                <a:cubicBezTo>
                  <a:pt x="40" y="85"/>
                  <a:pt x="40" y="79"/>
                  <a:pt x="40" y="75"/>
                </a:cubicBezTo>
                <a:cubicBezTo>
                  <a:pt x="33" y="67"/>
                  <a:pt x="28" y="55"/>
                  <a:pt x="28" y="44"/>
                </a:cubicBezTo>
                <a:cubicBezTo>
                  <a:pt x="28" y="20"/>
                  <a:pt x="40" y="0"/>
                  <a:pt x="64" y="0"/>
                </a:cubicBezTo>
                <a:cubicBezTo>
                  <a:pt x="88" y="0"/>
                  <a:pt x="100" y="20"/>
                  <a:pt x="100" y="44"/>
                </a:cubicBezTo>
                <a:cubicBezTo>
                  <a:pt x="100" y="55"/>
                  <a:pt x="95" y="67"/>
                  <a:pt x="88" y="75"/>
                </a:cubicBezTo>
                <a:cubicBezTo>
                  <a:pt x="88" y="77"/>
                  <a:pt x="88" y="79"/>
                  <a:pt x="88" y="86"/>
                </a:cubicBezTo>
                <a:cubicBezTo>
                  <a:pt x="91" y="88"/>
                  <a:pt x="97" y="90"/>
                  <a:pt x="104" y="91"/>
                </a:cubicBezTo>
                <a:cubicBezTo>
                  <a:pt x="112" y="92"/>
                  <a:pt x="122" y="96"/>
                  <a:pt x="127" y="111"/>
                </a:cubicBezTo>
                <a:cubicBezTo>
                  <a:pt x="128" y="113"/>
                  <a:pt x="128" y="116"/>
                  <a:pt x="126" y="118"/>
                </a:cubicBezTo>
                <a:close/>
                <a:moveTo>
                  <a:pt x="92" y="44"/>
                </a:moveTo>
                <a:cubicBezTo>
                  <a:pt x="92" y="24"/>
                  <a:pt x="83" y="8"/>
                  <a:pt x="64" y="8"/>
                </a:cubicBezTo>
                <a:cubicBezTo>
                  <a:pt x="45" y="8"/>
                  <a:pt x="36" y="24"/>
                  <a:pt x="36" y="44"/>
                </a:cubicBezTo>
                <a:cubicBezTo>
                  <a:pt x="36" y="60"/>
                  <a:pt x="49" y="80"/>
                  <a:pt x="64" y="80"/>
                </a:cubicBezTo>
                <a:cubicBezTo>
                  <a:pt x="79" y="80"/>
                  <a:pt x="92" y="60"/>
                  <a:pt x="92" y="44"/>
                </a:cubicBezTo>
                <a:close/>
                <a:moveTo>
                  <a:pt x="102" y="99"/>
                </a:moveTo>
                <a:cubicBezTo>
                  <a:pt x="95" y="98"/>
                  <a:pt x="88" y="95"/>
                  <a:pt x="84" y="93"/>
                </a:cubicBezTo>
                <a:cubicBezTo>
                  <a:pt x="80" y="91"/>
                  <a:pt x="80" y="91"/>
                  <a:pt x="80" y="91"/>
                </a:cubicBezTo>
                <a:cubicBezTo>
                  <a:pt x="80" y="91"/>
                  <a:pt x="80" y="86"/>
                  <a:pt x="80" y="83"/>
                </a:cubicBezTo>
                <a:cubicBezTo>
                  <a:pt x="75" y="86"/>
                  <a:pt x="70" y="88"/>
                  <a:pt x="64" y="88"/>
                </a:cubicBezTo>
                <a:cubicBezTo>
                  <a:pt x="58" y="88"/>
                  <a:pt x="53" y="86"/>
                  <a:pt x="48" y="83"/>
                </a:cubicBezTo>
                <a:cubicBezTo>
                  <a:pt x="48" y="86"/>
                  <a:pt x="48" y="91"/>
                  <a:pt x="48" y="91"/>
                </a:cubicBezTo>
                <a:cubicBezTo>
                  <a:pt x="44" y="93"/>
                  <a:pt x="44" y="93"/>
                  <a:pt x="44" y="93"/>
                </a:cubicBezTo>
                <a:cubicBezTo>
                  <a:pt x="40" y="95"/>
                  <a:pt x="33" y="98"/>
                  <a:pt x="25" y="99"/>
                </a:cubicBezTo>
                <a:cubicBezTo>
                  <a:pt x="19" y="100"/>
                  <a:pt x="13" y="102"/>
                  <a:pt x="8" y="113"/>
                </a:cubicBezTo>
                <a:cubicBezTo>
                  <a:pt x="8" y="114"/>
                  <a:pt x="15" y="120"/>
                  <a:pt x="64" y="120"/>
                </a:cubicBezTo>
                <a:cubicBezTo>
                  <a:pt x="113" y="120"/>
                  <a:pt x="119" y="114"/>
                  <a:pt x="120" y="113"/>
                </a:cubicBezTo>
                <a:cubicBezTo>
                  <a:pt x="115" y="102"/>
                  <a:pt x="108" y="100"/>
                  <a:pt x="102" y="99"/>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27"/>
        <p:cNvGrpSpPr/>
        <p:nvPr/>
      </p:nvGrpSpPr>
      <p:grpSpPr>
        <a:xfrm>
          <a:off x="0" y="0"/>
          <a:ext cx="0" cy="0"/>
          <a:chOff x="0" y="0"/>
          <a:chExt cx="0" cy="0"/>
        </a:xfrm>
      </p:grpSpPr>
      <p:sp>
        <p:nvSpPr>
          <p:cNvPr id="828" name="Google Shape;828;p126"/>
          <p:cNvSpPr txBox="1"/>
          <p:nvPr/>
        </p:nvSpPr>
        <p:spPr>
          <a:xfrm>
            <a:off x="1164410" y="1977176"/>
            <a:ext cx="6680100" cy="7080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Clr>
                <a:schemeClr val="dk1"/>
              </a:buClr>
              <a:buSzPts val="5000"/>
              <a:buFont typeface="Arial"/>
              <a:buNone/>
            </a:pPr>
            <a:r>
              <a:rPr lang="en" sz="4600">
                <a:solidFill>
                  <a:schemeClr val="lt1"/>
                </a:solidFill>
                <a:latin typeface="Manrope"/>
                <a:ea typeface="Manrope"/>
                <a:cs typeface="Manrope"/>
                <a:sym typeface="Manrope"/>
              </a:rPr>
              <a:t>Gracias</a:t>
            </a:r>
            <a:endParaRPr sz="4600">
              <a:solidFill>
                <a:srgbClr val="FFFFFF"/>
              </a:solidFill>
              <a:latin typeface="Manrope"/>
              <a:ea typeface="Manrope"/>
              <a:cs typeface="Manrope"/>
              <a:sym typeface="Manrope"/>
            </a:endParaRPr>
          </a:p>
        </p:txBody>
      </p:sp>
      <p:sp>
        <p:nvSpPr>
          <p:cNvPr id="829" name="Google Shape;829;p126"/>
          <p:cNvSpPr txBox="1"/>
          <p:nvPr/>
        </p:nvSpPr>
        <p:spPr>
          <a:xfrm>
            <a:off x="566469" y="3064994"/>
            <a:ext cx="3383100" cy="253800"/>
          </a:xfrm>
          <a:prstGeom prst="rect">
            <a:avLst/>
          </a:prstGeom>
          <a:noFill/>
          <a:ln>
            <a:noFill/>
          </a:ln>
        </p:spPr>
        <p:txBody>
          <a:bodyPr spcFirstLastPara="1" wrap="square" lIns="0" tIns="34275" rIns="0" bIns="34275" anchor="ctr" anchorCtr="0">
            <a:spAutoFit/>
          </a:bodyPr>
          <a:lstStyle/>
          <a:p>
            <a:pPr marL="0" lvl="0" indent="0" algn="l" rtl="0">
              <a:spcBef>
                <a:spcPts val="0"/>
              </a:spcBef>
              <a:spcAft>
                <a:spcPts val="0"/>
              </a:spcAft>
              <a:buClr>
                <a:srgbClr val="000000"/>
              </a:buClr>
              <a:buSzPts val="2100"/>
              <a:buFont typeface="Arial"/>
              <a:buNone/>
            </a:pPr>
            <a:endParaRPr sz="1200">
              <a:solidFill>
                <a:srgbClr val="FFFFFF"/>
              </a:solidFill>
              <a:latin typeface="Manrope ExtraLight"/>
              <a:ea typeface="Manrope ExtraLight"/>
              <a:cs typeface="Manrope ExtraLight"/>
              <a:sym typeface="Manrope ExtraLight"/>
            </a:endParaRPr>
          </a:p>
        </p:txBody>
      </p:sp>
      <p:sp>
        <p:nvSpPr>
          <p:cNvPr id="830" name="Google Shape;830;p126"/>
          <p:cNvSpPr/>
          <p:nvPr/>
        </p:nvSpPr>
        <p:spPr>
          <a:xfrm>
            <a:off x="566475" y="2915563"/>
            <a:ext cx="8001000" cy="90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101921"/>
      </a:dk1>
      <a:lt1>
        <a:srgbClr val="FFFFFF"/>
      </a:lt1>
      <a:dk2>
        <a:srgbClr val="44546A"/>
      </a:dk2>
      <a:lt2>
        <a:srgbClr val="F3F4F9"/>
      </a:lt2>
      <a:accent1>
        <a:srgbClr val="0080FF"/>
      </a:accent1>
      <a:accent2>
        <a:srgbClr val="030659"/>
      </a:accent2>
      <a:accent3>
        <a:srgbClr val="E8E9F1"/>
      </a:accent3>
      <a:accent4>
        <a:srgbClr val="6D738D"/>
      </a:accent4>
      <a:accent5>
        <a:srgbClr val="8693B2"/>
      </a:accent5>
      <a:accent6>
        <a:srgbClr val="272E3F"/>
      </a:accent6>
      <a:hlink>
        <a:srgbClr val="0080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101921"/>
      </a:dk1>
      <a:lt1>
        <a:srgbClr val="FFFFFF"/>
      </a:lt1>
      <a:dk2>
        <a:srgbClr val="44546A"/>
      </a:dk2>
      <a:lt2>
        <a:srgbClr val="F3F4F9"/>
      </a:lt2>
      <a:accent1>
        <a:srgbClr val="0080FF"/>
      </a:accent1>
      <a:accent2>
        <a:srgbClr val="030659"/>
      </a:accent2>
      <a:accent3>
        <a:srgbClr val="E8E9F1"/>
      </a:accent3>
      <a:accent4>
        <a:srgbClr val="6D738D"/>
      </a:accent4>
      <a:accent5>
        <a:srgbClr val="8693B2"/>
      </a:accent5>
      <a:accent6>
        <a:srgbClr val="272E3F"/>
      </a:accent6>
      <a:hlink>
        <a:srgbClr val="0080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rgbClr val="101921"/>
      </a:dk1>
      <a:lt1>
        <a:srgbClr val="FFFFFF"/>
      </a:lt1>
      <a:dk2>
        <a:srgbClr val="44546A"/>
      </a:dk2>
      <a:lt2>
        <a:srgbClr val="F3F4F9"/>
      </a:lt2>
      <a:accent1>
        <a:srgbClr val="0080FF"/>
      </a:accent1>
      <a:accent2>
        <a:srgbClr val="030659"/>
      </a:accent2>
      <a:accent3>
        <a:srgbClr val="E8E9F1"/>
      </a:accent3>
      <a:accent4>
        <a:srgbClr val="6D738D"/>
      </a:accent4>
      <a:accent5>
        <a:srgbClr val="8693B2"/>
      </a:accent5>
      <a:accent6>
        <a:srgbClr val="272E3F"/>
      </a:accent6>
      <a:hlink>
        <a:srgbClr val="0080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1749</Words>
  <Application>Microsoft Macintosh PowerPoint</Application>
  <PresentationFormat>On-screen Show (16:9)</PresentationFormat>
  <Paragraphs>177</Paragraphs>
  <Slides>18</Slides>
  <Notes>18</Notes>
  <HiddenSlides>2</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18</vt:i4>
      </vt:variant>
    </vt:vector>
  </HeadingPairs>
  <TitlesOfParts>
    <vt:vector size="34" baseType="lpstr">
      <vt:lpstr>Poppins</vt:lpstr>
      <vt:lpstr>Mulish Light</vt:lpstr>
      <vt:lpstr>Calibri</vt:lpstr>
      <vt:lpstr>Mulish SemiBold</vt:lpstr>
      <vt:lpstr>Mulish</vt:lpstr>
      <vt:lpstr>Arial</vt:lpstr>
      <vt:lpstr>Montserrat Medium</vt:lpstr>
      <vt:lpstr>Manrope SemiBold</vt:lpstr>
      <vt:lpstr>Manrope</vt:lpstr>
      <vt:lpstr>Manrope ExtraLight</vt:lpstr>
      <vt:lpstr>Manrope Light</vt:lpstr>
      <vt:lpstr>Manrope Medium</vt:lpstr>
      <vt:lpstr>Simple Light</vt:lpstr>
      <vt:lpstr>1_Office Theme</vt:lpstr>
      <vt:lpstr>1_Office Theme</vt:lpstr>
      <vt:lpstr>1_Office Theme</vt:lpstr>
      <vt:lpstr>PowerPoint Presentation</vt:lpstr>
      <vt:lpstr>Resultados de la POC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Puntos adicionales Runtime Protection</vt:lpstr>
      <vt:lpstr>PowerPoint Presentation</vt:lpstr>
      <vt:lpstr>PowerPoint Presentation</vt:lpstr>
      <vt:lpstr>PowerPoint Presentation</vt:lpstr>
      <vt:lpstr>PowerPoint Presentation</vt:lpstr>
      <vt:lpstr>Customer Support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Igor Lopes</cp:lastModifiedBy>
  <cp:revision>3</cp:revision>
  <dcterms:modified xsi:type="dcterms:W3CDTF">2026-05-08T14:36:21Z</dcterms:modified>
</cp:coreProperties>
</file>