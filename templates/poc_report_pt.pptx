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50" r:id="rId1"/>
    <p:sldMasterId id="2147483751" r:id="rId2"/>
    <p:sldMasterId id="2147483752" r:id="rId3"/>
    <p:sldMasterId id="2147483753"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9144000" cy="5143500" type="screen16x9"/>
  <p:notesSz cx="6858000" cy="9144000"/>
  <p:embeddedFontLst>
    <p:embeddedFont>
      <p:font typeface="Manrope" pitchFamily="2" charset="0"/>
      <p:regular r:id="rId24"/>
      <p:bold r:id="rId25"/>
    </p:embeddedFont>
    <p:embeddedFont>
      <p:font typeface="Manrope ExtraLight" pitchFamily="2" charset="0"/>
      <p:regular r:id="rId26"/>
      <p:bold r:id="rId27"/>
    </p:embeddedFont>
    <p:embeddedFont>
      <p:font typeface="Manrope Light" pitchFamily="2" charset="0"/>
      <p:regular r:id="rId28"/>
      <p:bold r:id="rId29"/>
    </p:embeddedFont>
    <p:embeddedFont>
      <p:font typeface="Manrope Medium" pitchFamily="2" charset="0"/>
      <p:regular r:id="rId30"/>
      <p:bold r:id="rId31"/>
    </p:embeddedFont>
    <p:embeddedFont>
      <p:font typeface="Manrope SemiBold" pitchFamily="2" charset="0"/>
      <p:regular r:id="rId32"/>
      <p:bold r:id="rId33"/>
    </p:embeddedFont>
    <p:embeddedFont>
      <p:font typeface="Montserrat Medium" panose="00000600000000000000" pitchFamily="2" charset="77"/>
      <p:regular r:id="rId34"/>
      <p:bold r:id="rId35"/>
      <p:italic r:id="rId36"/>
      <p:boldItalic r:id="rId37"/>
    </p:embeddedFont>
    <p:embeddedFont>
      <p:font typeface="Mulish" pitchFamily="2" charset="77"/>
      <p:regular r:id="rId38"/>
      <p:bold r:id="rId39"/>
      <p:italic r:id="rId40"/>
      <p:boldItalic r:id="rId41"/>
    </p:embeddedFont>
    <p:embeddedFont>
      <p:font typeface="Mulish Light" pitchFamily="2" charset="77"/>
      <p:regular r:id="rId42"/>
      <p:bold r:id="rId43"/>
      <p:italic r:id="rId44"/>
      <p:boldItalic r:id="rId45"/>
    </p:embeddedFont>
    <p:embeddedFont>
      <p:font typeface="Mulish SemiBold" pitchFamily="2" charset="77"/>
      <p:regular r:id="rId46"/>
      <p:bold r:id="rId47"/>
      <p:italic r:id="rId48"/>
      <p:boldItalic r:id="rId49"/>
    </p:embeddedFont>
    <p:embeddedFont>
      <p:font typeface="Poppins" pitchFamily="2" charset="77"/>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6"/>
  </p:normalViewPr>
  <p:slideViewPr>
    <p:cSldViewPr snapToGrid="0">
      <p:cViewPr varScale="1">
        <p:scale>
          <a:sx n="144" d="100"/>
          <a:sy n="144" d="100"/>
        </p:scale>
        <p:origin x="74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notesMaster" Target="notesMasters/notesMaster1.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 Id="rId30" Type="http://schemas.openxmlformats.org/officeDocument/2006/relationships/font" Target="fonts/font7.fntdata"/><Relationship Id="rId31" Type="http://schemas.openxmlformats.org/officeDocument/2006/relationships/font" Target="fonts/font8.fntdata"/><Relationship Id="rId32" Type="http://schemas.openxmlformats.org/officeDocument/2006/relationships/font" Target="fonts/font9.fntdata"/><Relationship Id="rId33" Type="http://schemas.openxmlformats.org/officeDocument/2006/relationships/font" Target="fonts/font10.fntdata"/><Relationship Id="rId34" Type="http://schemas.openxmlformats.org/officeDocument/2006/relationships/font" Target="fonts/font11.fntdata"/><Relationship Id="rId35" Type="http://schemas.openxmlformats.org/officeDocument/2006/relationships/font" Target="fonts/font12.fntdata"/><Relationship Id="rId36" Type="http://schemas.openxmlformats.org/officeDocument/2006/relationships/font" Target="fonts/font13.fntdata"/><Relationship Id="rId37" Type="http://schemas.openxmlformats.org/officeDocument/2006/relationships/font" Target="fonts/font14.fntdata"/><Relationship Id="rId38" Type="http://schemas.openxmlformats.org/officeDocument/2006/relationships/font" Target="fonts/font15.fntdata"/><Relationship Id="rId39" Type="http://schemas.openxmlformats.org/officeDocument/2006/relationships/font" Target="fonts/font16.fntdata"/><Relationship Id="rId40" Type="http://schemas.openxmlformats.org/officeDocument/2006/relationships/font" Target="fonts/font17.fntdata"/><Relationship Id="rId41" Type="http://schemas.openxmlformats.org/officeDocument/2006/relationships/font" Target="fonts/font18.fntdata"/><Relationship Id="rId42" Type="http://schemas.openxmlformats.org/officeDocument/2006/relationships/font" Target="fonts/font19.fntdata"/><Relationship Id="rId43" Type="http://schemas.openxmlformats.org/officeDocument/2006/relationships/font" Target="fonts/font20.fntdata"/><Relationship Id="rId44" Type="http://schemas.openxmlformats.org/officeDocument/2006/relationships/font" Target="fonts/font21.fntdata"/><Relationship Id="rId45" Type="http://schemas.openxmlformats.org/officeDocument/2006/relationships/font" Target="fonts/font22.fntdata"/><Relationship Id="rId46" Type="http://schemas.openxmlformats.org/officeDocument/2006/relationships/font" Target="fonts/font23.fntdata"/><Relationship Id="rId47" Type="http://schemas.openxmlformats.org/officeDocument/2006/relationships/font" Target="fonts/font24.fntdata"/><Relationship Id="rId48" Type="http://schemas.openxmlformats.org/officeDocument/2006/relationships/font" Target="fonts/font25.fntdata"/><Relationship Id="rId49" Type="http://schemas.openxmlformats.org/officeDocument/2006/relationships/font" Target="fonts/font26.fntdata"/><Relationship Id="rId50" Type="http://schemas.openxmlformats.org/officeDocument/2006/relationships/font" Target="fonts/font27.fntdata"/><Relationship Id="rId51" Type="http://schemas.openxmlformats.org/officeDocument/2006/relationships/font" Target="fonts/font28.fntdata"/><Relationship Id="rId52" Type="http://schemas.openxmlformats.org/officeDocument/2006/relationships/font" Target="fonts/font29.fntdata"/><Relationship Id="rId53" Type="http://schemas.openxmlformats.org/officeDocument/2006/relationships/font" Target="fonts/font30.fntdata"/><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741c2b79bc_1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AGREGAR LOGO DE LA EMPRESA QUE SE HIZO LA POC</a:t>
            </a:r>
            <a:endParaRPr/>
          </a:p>
        </p:txBody>
      </p:sp>
      <p:sp>
        <p:nvSpPr>
          <p:cNvPr id="540" name="Google Shape;540;g2741c2b79bc_1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2d8de3d1aa2_0_2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2d8de3d1aa2_0_2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2c1d39d8d85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2c1d39d8d85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2c1d39d8d85_0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2c1d39d8d85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the business driver?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2ddf66c9fe8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2ddf66c9fe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2c1d39d8d85_0_16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2c1d39d8d85_0_1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Cambiar la imagen y cambiar los números basado en la consola del cliente</a:t>
            </a:r>
            <a:endParaRPr/>
          </a:p>
          <a:p>
            <a:pPr marL="0" lvl="0" indent="0" algn="l" rtl="0">
              <a:spcBef>
                <a:spcPts val="0"/>
              </a:spcBef>
              <a:spcAft>
                <a:spcPts val="0"/>
              </a:spcAft>
              <a:buNone/>
            </a:pPr>
            <a:endParaRPr/>
          </a:p>
          <a:p>
            <a:pPr marL="0" lvl="0" indent="0" algn="l" rtl="0">
              <a:spcBef>
                <a:spcPts val="0"/>
              </a:spcBef>
              <a:spcAft>
                <a:spcPts val="0"/>
              </a:spcAft>
              <a:buNone/>
            </a:pPr>
            <a:r>
              <a:rPr lang="en"/>
              <a:t>Query: https://app.orcasecurity.io/inventory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2c494020583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2c494020583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Actualizar la imagen y los datos del slide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Query: https://app.orcasecurity.io/ciem</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2c345482ffc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2c345482ff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https://app.orcasecurity.io/compliance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849fa8984e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3849fa8984e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https://app.orcasecurity.io/compliance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ba036223b9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3ba036223b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Actualizar la imagen y los datos del slide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Query: https://app.orcasecurity.io/ciem</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3849fa8984e_1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3849fa8984e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849fa8984e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3849fa8984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3849fa8984e_1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3849fa8984e_1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3849fa8984e_1_3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3849fa8984e_1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84a3fdc274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384a3fdc274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334a17ed1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0" name="Google Shape;750;g334a17ed1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334a17ed1ee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5" name="Google Shape;755;g334a17ed1ee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91aad00531_0_1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1" name="Google Shape;811;g291aad00531_0_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jpg"/><Relationship Id="rId3" Type="http://schemas.openxmlformats.org/officeDocument/2006/relationships/image" Target="../media/image3.png"/><Relationship Id="rId4" Type="http://schemas.openxmlformats.org/officeDocument/2006/relationships/image" Target="../media/image1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jpg"/><Relationship Id="rId3" Type="http://schemas.openxmlformats.org/officeDocument/2006/relationships/image" Target="../media/image14.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0" y="-15025"/>
            <a:ext cx="9144003" cy="5209826"/>
          </a:xfrm>
          <a:prstGeom prst="rect">
            <a:avLst/>
          </a:prstGeom>
          <a:noFill/>
          <a:ln>
            <a:noFill/>
          </a:ln>
        </p:spPr>
      </p:pic>
      <p:pic>
        <p:nvPicPr>
          <p:cNvPr id="55" name="Google Shape;55;p14" descr="A picture containing text, clipart, wheel, vector graphics&#10;&#10;Description automatically generated"/>
          <p:cNvPicPr preferRelativeResize="0"/>
          <p:nvPr/>
        </p:nvPicPr>
        <p:blipFill rotWithShape="1">
          <a:blip r:embed="rId3">
            <a:alphaModFix/>
          </a:blip>
          <a:srcRect/>
          <a:stretch/>
        </p:blipFill>
        <p:spPr>
          <a:xfrm>
            <a:off x="7745194" y="4437350"/>
            <a:ext cx="854906" cy="392400"/>
          </a:xfrm>
          <a:prstGeom prst="rect">
            <a:avLst/>
          </a:prstGeom>
          <a:noFill/>
          <a:ln>
            <a:noFill/>
          </a:ln>
        </p:spPr>
      </p:pic>
      <p:sp>
        <p:nvSpPr>
          <p:cNvPr id="56" name="Google Shape;56;p14"/>
          <p:cNvSpPr txBox="1"/>
          <p:nvPr/>
        </p:nvSpPr>
        <p:spPr>
          <a:xfrm>
            <a:off x="514350" y="2189024"/>
            <a:ext cx="8115300" cy="610500"/>
          </a:xfrm>
          <a:prstGeom prst="rect">
            <a:avLst/>
          </a:prstGeom>
          <a:noFill/>
          <a:ln>
            <a:noFill/>
          </a:ln>
        </p:spPr>
        <p:txBody>
          <a:bodyPr spcFirstLastPara="1" wrap="square" lIns="91425" tIns="91425" rIns="91425" bIns="91425" anchor="ctr" anchorCtr="0">
            <a:normAutofit lnSpcReduction="10000"/>
          </a:bodyPr>
          <a:lstStyle/>
          <a:p>
            <a:pPr marL="0" lvl="0" indent="0" algn="l" rtl="0">
              <a:lnSpc>
                <a:spcPct val="90000"/>
              </a:lnSpc>
              <a:spcBef>
                <a:spcPts val="0"/>
              </a:spcBef>
              <a:spcAft>
                <a:spcPts val="0"/>
              </a:spcAft>
              <a:buNone/>
            </a:pPr>
            <a:endParaRPr sz="3200">
              <a:solidFill>
                <a:srgbClr val="FFFFFF"/>
              </a:solidFill>
              <a:latin typeface="Manrope"/>
              <a:ea typeface="Manrope"/>
              <a:cs typeface="Manrope"/>
              <a:sym typeface="Manrope"/>
            </a:endParaRPr>
          </a:p>
        </p:txBody>
      </p:sp>
      <p:sp>
        <p:nvSpPr>
          <p:cNvPr id="57" name="Google Shape;57;p14"/>
          <p:cNvSpPr txBox="1"/>
          <p:nvPr/>
        </p:nvSpPr>
        <p:spPr>
          <a:xfrm>
            <a:off x="543900" y="4695950"/>
            <a:ext cx="3657600" cy="13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600">
                <a:solidFill>
                  <a:schemeClr val="lt1"/>
                </a:solidFill>
                <a:latin typeface="Mulish Light"/>
                <a:ea typeface="Mulish Light"/>
                <a:cs typeface="Mulish Light"/>
                <a:sym typeface="Mulish Light"/>
              </a:rPr>
              <a:t>© Orca Security. All rights reserved.</a:t>
            </a:r>
            <a:endParaRPr sz="1000">
              <a:solidFill>
                <a:schemeClr val="lt1"/>
              </a:solidFill>
              <a:latin typeface="Mulish Light"/>
              <a:ea typeface="Mulish Light"/>
              <a:cs typeface="Mulish Light"/>
              <a:sym typeface="Mulish Light"/>
            </a:endParaRPr>
          </a:p>
          <a:p>
            <a:pPr marL="0" lvl="0" indent="0" algn="l" rtl="0">
              <a:spcBef>
                <a:spcPts val="0"/>
              </a:spcBef>
              <a:spcAft>
                <a:spcPts val="0"/>
              </a:spcAft>
              <a:buNone/>
            </a:pPr>
            <a:endParaRPr>
              <a:latin typeface="Mulish Light"/>
              <a:ea typeface="Mulish Light"/>
              <a:cs typeface="Mulish Light"/>
              <a:sym typeface="Mulish Light"/>
            </a:endParaRPr>
          </a:p>
        </p:txBody>
      </p:sp>
      <p:sp>
        <p:nvSpPr>
          <p:cNvPr id="58" name="Google Shape;58;p14"/>
          <p:cNvSpPr txBox="1">
            <a:spLocks noGrp="1"/>
          </p:cNvSpPr>
          <p:nvPr>
            <p:ph type="title"/>
          </p:nvPr>
        </p:nvSpPr>
        <p:spPr>
          <a:xfrm>
            <a:off x="1207008" y="2060600"/>
            <a:ext cx="7152900" cy="5448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4200"/>
              <a:buFont typeface="Manrope"/>
              <a:buNone/>
              <a:defRPr sz="4200">
                <a:solidFill>
                  <a:schemeClr val="lt1"/>
                </a:solidFill>
                <a:latin typeface="Manrope"/>
                <a:ea typeface="Manrope"/>
                <a:cs typeface="Manrope"/>
                <a:sym typeface="Manrope"/>
              </a:defRPr>
            </a:lvl1pPr>
            <a:lvl2pPr lvl="1" rtl="0">
              <a:spcBef>
                <a:spcPts val="0"/>
              </a:spcBef>
              <a:spcAft>
                <a:spcPts val="0"/>
              </a:spcAft>
              <a:buSzPts val="1400"/>
              <a:buNone/>
              <a:defRPr>
                <a:latin typeface="Mulish Light"/>
                <a:ea typeface="Mulish Light"/>
                <a:cs typeface="Mulish Light"/>
                <a:sym typeface="Mulish Light"/>
              </a:defRPr>
            </a:lvl2pPr>
            <a:lvl3pPr lvl="2" rtl="0">
              <a:spcBef>
                <a:spcPts val="0"/>
              </a:spcBef>
              <a:spcAft>
                <a:spcPts val="0"/>
              </a:spcAft>
              <a:buSzPts val="1400"/>
              <a:buNone/>
              <a:defRPr>
                <a:latin typeface="Mulish Light"/>
                <a:ea typeface="Mulish Light"/>
                <a:cs typeface="Mulish Light"/>
                <a:sym typeface="Mulish Light"/>
              </a:defRPr>
            </a:lvl3pPr>
            <a:lvl4pPr lvl="3" rtl="0">
              <a:spcBef>
                <a:spcPts val="0"/>
              </a:spcBef>
              <a:spcAft>
                <a:spcPts val="0"/>
              </a:spcAft>
              <a:buSzPts val="1400"/>
              <a:buNone/>
              <a:defRPr>
                <a:latin typeface="Mulish Light"/>
                <a:ea typeface="Mulish Light"/>
                <a:cs typeface="Mulish Light"/>
                <a:sym typeface="Mulish Light"/>
              </a:defRPr>
            </a:lvl4pPr>
            <a:lvl5pPr lvl="4" rtl="0">
              <a:spcBef>
                <a:spcPts val="0"/>
              </a:spcBef>
              <a:spcAft>
                <a:spcPts val="0"/>
              </a:spcAft>
              <a:buSzPts val="1400"/>
              <a:buNone/>
              <a:defRPr>
                <a:latin typeface="Mulish Light"/>
                <a:ea typeface="Mulish Light"/>
                <a:cs typeface="Mulish Light"/>
                <a:sym typeface="Mulish Light"/>
              </a:defRPr>
            </a:lvl5pPr>
            <a:lvl6pPr lvl="5" rtl="0">
              <a:spcBef>
                <a:spcPts val="0"/>
              </a:spcBef>
              <a:spcAft>
                <a:spcPts val="0"/>
              </a:spcAft>
              <a:buSzPts val="1400"/>
              <a:buNone/>
              <a:defRPr>
                <a:latin typeface="Mulish Light"/>
                <a:ea typeface="Mulish Light"/>
                <a:cs typeface="Mulish Light"/>
                <a:sym typeface="Mulish Light"/>
              </a:defRPr>
            </a:lvl6pPr>
            <a:lvl7pPr lvl="6" rtl="0">
              <a:spcBef>
                <a:spcPts val="0"/>
              </a:spcBef>
              <a:spcAft>
                <a:spcPts val="0"/>
              </a:spcAft>
              <a:buSzPts val="1400"/>
              <a:buNone/>
              <a:defRPr>
                <a:latin typeface="Mulish Light"/>
                <a:ea typeface="Mulish Light"/>
                <a:cs typeface="Mulish Light"/>
                <a:sym typeface="Mulish Light"/>
              </a:defRPr>
            </a:lvl7pPr>
            <a:lvl8pPr lvl="7" rtl="0">
              <a:spcBef>
                <a:spcPts val="0"/>
              </a:spcBef>
              <a:spcAft>
                <a:spcPts val="0"/>
              </a:spcAft>
              <a:buSzPts val="1400"/>
              <a:buNone/>
              <a:defRPr>
                <a:latin typeface="Mulish Light"/>
                <a:ea typeface="Mulish Light"/>
                <a:cs typeface="Mulish Light"/>
                <a:sym typeface="Mulish Light"/>
              </a:defRPr>
            </a:lvl8pPr>
            <a:lvl9pPr lvl="8" rtl="0">
              <a:spcBef>
                <a:spcPts val="0"/>
              </a:spcBef>
              <a:spcAft>
                <a:spcPts val="0"/>
              </a:spcAft>
              <a:buSzPts val="1400"/>
              <a:buNone/>
              <a:defRPr>
                <a:latin typeface="Mulish Light"/>
                <a:ea typeface="Mulish Light"/>
                <a:cs typeface="Mulish Light"/>
                <a:sym typeface="Mulish Light"/>
              </a:defRPr>
            </a:lvl9pPr>
          </a:lstStyle>
          <a:p>
            <a:endParaRPr/>
          </a:p>
        </p:txBody>
      </p:sp>
      <p:pic>
        <p:nvPicPr>
          <p:cNvPr id="59" name="Google Shape;59;p14"/>
          <p:cNvPicPr preferRelativeResize="0"/>
          <p:nvPr/>
        </p:nvPicPr>
        <p:blipFill rotWithShape="1">
          <a:blip r:embed="rId4">
            <a:alphaModFix/>
          </a:blip>
          <a:srcRect l="18225" t="16162" r="19447" b="19446"/>
          <a:stretch/>
        </p:blipFill>
        <p:spPr>
          <a:xfrm>
            <a:off x="543900" y="2130293"/>
            <a:ext cx="392400" cy="405406"/>
          </a:xfrm>
          <a:prstGeom prst="rect">
            <a:avLst/>
          </a:prstGeom>
          <a:noFill/>
          <a:ln>
            <a:noFill/>
          </a:ln>
        </p:spPr>
      </p:pic>
      <p:pic>
        <p:nvPicPr>
          <p:cNvPr id="60" name="Google Shape;60;p14"/>
          <p:cNvPicPr preferRelativeResize="0"/>
          <p:nvPr/>
        </p:nvPicPr>
        <p:blipFill>
          <a:blip r:embed="rId5">
            <a:alphaModFix/>
          </a:blip>
          <a:stretch>
            <a:fillRect/>
          </a:stretch>
        </p:blipFill>
        <p:spPr>
          <a:xfrm>
            <a:off x="7797800" y="4394713"/>
            <a:ext cx="1038450" cy="4776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Title Slide_11">
    <p:spTree>
      <p:nvGrpSpPr>
        <p:cNvPr id="1" name="Shape 61"/>
        <p:cNvGrpSpPr/>
        <p:nvPr/>
      </p:nvGrpSpPr>
      <p:grpSpPr>
        <a:xfrm>
          <a:off x="0" y="0"/>
          <a:ext cx="0" cy="0"/>
          <a:chOff x="0" y="0"/>
          <a:chExt cx="0" cy="0"/>
        </a:xfrm>
      </p:grpSpPr>
      <p:pic>
        <p:nvPicPr>
          <p:cNvPr id="62" name="Google Shape;62;p15"/>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 Screenshot Right">
  <p:cSld name="Title Slide_11_2">
    <p:spTree>
      <p:nvGrpSpPr>
        <p:cNvPr id="1" name="Shape 63"/>
        <p:cNvGrpSpPr/>
        <p:nvPr/>
      </p:nvGrpSpPr>
      <p:grpSpPr>
        <a:xfrm>
          <a:off x="0" y="0"/>
          <a:ext cx="0" cy="0"/>
          <a:chOff x="0" y="0"/>
          <a:chExt cx="0" cy="0"/>
        </a:xfrm>
      </p:grpSpPr>
      <p:pic>
        <p:nvPicPr>
          <p:cNvPr id="64" name="Google Shape;64;p16"/>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65" name="Google Shape;65;p16"/>
          <p:cNvSpPr/>
          <p:nvPr/>
        </p:nvSpPr>
        <p:spPr>
          <a:xfrm>
            <a:off x="5908325"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Google Shape;66;p16"/>
          <p:cNvPicPr preferRelativeResize="0"/>
          <p:nvPr/>
        </p:nvPicPr>
        <p:blipFill>
          <a:blip r:embed="rId3">
            <a:alphaModFix/>
          </a:blip>
          <a:stretch>
            <a:fillRect/>
          </a:stretch>
        </p:blipFill>
        <p:spPr>
          <a:xfrm>
            <a:off x="3960131" y="735281"/>
            <a:ext cx="6203325" cy="3677176"/>
          </a:xfrm>
          <a:prstGeom prst="rect">
            <a:avLst/>
          </a:prstGeom>
          <a:noFill/>
          <a:ln>
            <a:noFill/>
          </a:ln>
          <a:effectLst>
            <a:outerShdw blurRad="157163" dist="19050" dir="5400000" algn="bl" rotWithShape="0">
              <a:srgbClr val="000000">
                <a:alpha val="25000"/>
              </a:srgbClr>
            </a:outerShdw>
          </a:effectLst>
        </p:spPr>
      </p:pic>
      <p:pic>
        <p:nvPicPr>
          <p:cNvPr id="67" name="Google Shape;67;p16"/>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 Screenshot Left">
  <p:cSld name="Title Slide_11_2_1">
    <p:spTree>
      <p:nvGrpSpPr>
        <p:cNvPr id="1" name="Shape 68"/>
        <p:cNvGrpSpPr/>
        <p:nvPr/>
      </p:nvGrpSpPr>
      <p:grpSpPr>
        <a:xfrm>
          <a:off x="0" y="0"/>
          <a:ext cx="0" cy="0"/>
          <a:chOff x="0" y="0"/>
          <a:chExt cx="0" cy="0"/>
        </a:xfrm>
      </p:grpSpPr>
      <p:sp>
        <p:nvSpPr>
          <p:cNvPr id="69" name="Google Shape;69;p17"/>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0" name="Google Shape;70;p17"/>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 Blue Bar Right">
  <p:cSld name="Title Slide_11_2_1_1">
    <p:spTree>
      <p:nvGrpSpPr>
        <p:cNvPr id="1" name="Shape 71"/>
        <p:cNvGrpSpPr/>
        <p:nvPr/>
      </p:nvGrpSpPr>
      <p:grpSpPr>
        <a:xfrm>
          <a:off x="0" y="0"/>
          <a:ext cx="0" cy="0"/>
          <a:chOff x="0" y="0"/>
          <a:chExt cx="0" cy="0"/>
        </a:xfrm>
      </p:grpSpPr>
      <p:pic>
        <p:nvPicPr>
          <p:cNvPr id="72" name="Google Shape;72;p18"/>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73" name="Google Shape;73;p18"/>
          <p:cNvSpPr/>
          <p:nvPr/>
        </p:nvSpPr>
        <p:spPr>
          <a:xfrm>
            <a:off x="590850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 name="Google Shape;74;p18"/>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 Blue Bar Left">
  <p:cSld name="Title Slide_11_2_1_1_1">
    <p:spTree>
      <p:nvGrpSpPr>
        <p:cNvPr id="1" name="Shape 75"/>
        <p:cNvGrpSpPr/>
        <p:nvPr/>
      </p:nvGrpSpPr>
      <p:grpSpPr>
        <a:xfrm>
          <a:off x="0" y="0"/>
          <a:ext cx="0" cy="0"/>
          <a:chOff x="0" y="0"/>
          <a:chExt cx="0" cy="0"/>
        </a:xfrm>
      </p:grpSpPr>
      <p:sp>
        <p:nvSpPr>
          <p:cNvPr id="76" name="Google Shape;76;p19"/>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7" name="Google Shape;77;p19"/>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ransition: Blue ">
  <p:cSld name="Title Slide_11_1">
    <p:spTree>
      <p:nvGrpSpPr>
        <p:cNvPr id="1" name="Shape 78"/>
        <p:cNvGrpSpPr/>
        <p:nvPr/>
      </p:nvGrpSpPr>
      <p:grpSpPr>
        <a:xfrm>
          <a:off x="0" y="0"/>
          <a:ext cx="0" cy="0"/>
          <a:chOff x="0" y="0"/>
          <a:chExt cx="0" cy="0"/>
        </a:xfrm>
      </p:grpSpPr>
      <p:pic>
        <p:nvPicPr>
          <p:cNvPr id="79" name="Google Shape;79;p20"/>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80" name="Google Shape;80;p20"/>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0"/>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82" name="Google Shape;82;p20"/>
          <p:cNvPicPr preferRelativeResize="0"/>
          <p:nvPr/>
        </p:nvPicPr>
        <p:blipFill rotWithShape="1">
          <a:blip r:embed="rId3">
            <a:alphaModFix/>
          </a:blip>
          <a:srcRect l="13198" t="12349" r="12739" b="13257"/>
          <a:stretch/>
        </p:blipFill>
        <p:spPr>
          <a:xfrm>
            <a:off x="594360" y="2374667"/>
            <a:ext cx="392400" cy="394158"/>
          </a:xfrm>
          <a:prstGeom prst="rect">
            <a:avLst/>
          </a:prstGeom>
          <a:noFill/>
          <a:ln>
            <a:noFill/>
          </a:ln>
        </p:spPr>
      </p:pic>
      <p:pic>
        <p:nvPicPr>
          <p:cNvPr id="83" name="Google Shape;83;p20"/>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ransition: Blue Subtitle">
  <p:cSld name="Title Slide_11_1_3">
    <p:spTree>
      <p:nvGrpSpPr>
        <p:cNvPr id="1" name="Shape 84"/>
        <p:cNvGrpSpPr/>
        <p:nvPr/>
      </p:nvGrpSpPr>
      <p:grpSpPr>
        <a:xfrm>
          <a:off x="0" y="0"/>
          <a:ext cx="0" cy="0"/>
          <a:chOff x="0" y="0"/>
          <a:chExt cx="0" cy="0"/>
        </a:xfrm>
      </p:grpSpPr>
      <p:pic>
        <p:nvPicPr>
          <p:cNvPr id="85" name="Google Shape;85;p21"/>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86" name="Google Shape;86;p21"/>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txBox="1">
            <a:spLocks noGrp="1"/>
          </p:cNvSpPr>
          <p:nvPr>
            <p:ph type="title"/>
          </p:nvPr>
        </p:nvSpPr>
        <p:spPr>
          <a:xfrm>
            <a:off x="1280160" y="1980838"/>
            <a:ext cx="7159200" cy="6624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88" name="Google Shape;88;p21"/>
          <p:cNvPicPr preferRelativeResize="0"/>
          <p:nvPr/>
        </p:nvPicPr>
        <p:blipFill rotWithShape="1">
          <a:blip r:embed="rId3">
            <a:alphaModFix/>
          </a:blip>
          <a:srcRect l="13198" t="12349" r="12739" b="13257"/>
          <a:stretch/>
        </p:blipFill>
        <p:spPr>
          <a:xfrm>
            <a:off x="594360" y="2114954"/>
            <a:ext cx="392400" cy="394158"/>
          </a:xfrm>
          <a:prstGeom prst="rect">
            <a:avLst/>
          </a:prstGeom>
          <a:noFill/>
          <a:ln>
            <a:noFill/>
          </a:ln>
        </p:spPr>
      </p:pic>
      <p:sp>
        <p:nvSpPr>
          <p:cNvPr id="89" name="Google Shape;89;p21"/>
          <p:cNvSpPr/>
          <p:nvPr/>
        </p:nvSpPr>
        <p:spPr>
          <a:xfrm>
            <a:off x="558425" y="2752200"/>
            <a:ext cx="79095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1"/>
          <p:cNvSpPr txBox="1">
            <a:spLocks noGrp="1"/>
          </p:cNvSpPr>
          <p:nvPr>
            <p:ph type="subTitle" idx="1"/>
          </p:nvPr>
        </p:nvSpPr>
        <p:spPr>
          <a:xfrm>
            <a:off x="788075" y="2886363"/>
            <a:ext cx="7269900" cy="300000"/>
          </a:xfrm>
          <a:prstGeom prst="rect">
            <a:avLst/>
          </a:prstGeom>
        </p:spPr>
        <p:txBody>
          <a:bodyPr spcFirstLastPara="1" wrap="square" lIns="0" tIns="0" rIns="0" bIns="0" anchor="ctr" anchorCtr="0">
            <a:noAutofit/>
          </a:bodyPr>
          <a:lstStyle>
            <a:lvl1pPr lvl="0" rtl="0">
              <a:spcBef>
                <a:spcPts val="0"/>
              </a:spcBef>
              <a:spcAft>
                <a:spcPts val="0"/>
              </a:spcAft>
              <a:buClr>
                <a:schemeClr val="lt1"/>
              </a:buClr>
              <a:buSzPts val="1500"/>
              <a:buFont typeface="Manrope Light"/>
              <a:buNone/>
              <a:defRPr sz="1500">
                <a:solidFill>
                  <a:schemeClr val="lt1"/>
                </a:solidFill>
                <a:latin typeface="Manrope Light"/>
                <a:ea typeface="Manrope Light"/>
                <a:cs typeface="Manrope Light"/>
                <a:sym typeface="Manrope Light"/>
              </a:defRPr>
            </a:lvl1pPr>
            <a:lvl2pPr lvl="1" rtl="0">
              <a:spcBef>
                <a:spcPts val="900"/>
              </a:spcBef>
              <a:spcAft>
                <a:spcPts val="0"/>
              </a:spcAft>
              <a:buSzPts val="1100"/>
              <a:buNone/>
              <a:defRPr/>
            </a:lvl2pPr>
            <a:lvl3pPr lvl="2" rtl="0">
              <a:spcBef>
                <a:spcPts val="900"/>
              </a:spcBef>
              <a:spcAft>
                <a:spcPts val="0"/>
              </a:spcAft>
              <a:buSzPts val="1100"/>
              <a:buNone/>
              <a:defRPr/>
            </a:lvl3pPr>
            <a:lvl4pPr lvl="3" rtl="0">
              <a:spcBef>
                <a:spcPts val="500"/>
              </a:spcBef>
              <a:spcAft>
                <a:spcPts val="0"/>
              </a:spcAft>
              <a:buSzPts val="1100"/>
              <a:buNone/>
              <a:defRPr/>
            </a:lvl4pPr>
            <a:lvl5pPr lvl="4" rtl="0">
              <a:spcBef>
                <a:spcPts val="500"/>
              </a:spcBef>
              <a:spcAft>
                <a:spcPts val="0"/>
              </a:spcAft>
              <a:buSzPts val="1100"/>
              <a:buNone/>
              <a:defRPr/>
            </a:lvl5pPr>
            <a:lvl6pPr lvl="5" rtl="0">
              <a:spcBef>
                <a:spcPts val="500"/>
              </a:spcBef>
              <a:spcAft>
                <a:spcPts val="0"/>
              </a:spcAft>
              <a:buSzPts val="1100"/>
              <a:buNone/>
              <a:defRPr/>
            </a:lvl6pPr>
            <a:lvl7pPr lvl="6" rtl="0">
              <a:spcBef>
                <a:spcPts val="500"/>
              </a:spcBef>
              <a:spcAft>
                <a:spcPts val="0"/>
              </a:spcAft>
              <a:buSzPts val="1100"/>
              <a:buNone/>
              <a:defRPr/>
            </a:lvl7pPr>
            <a:lvl8pPr lvl="7" rtl="0">
              <a:spcBef>
                <a:spcPts val="500"/>
              </a:spcBef>
              <a:spcAft>
                <a:spcPts val="0"/>
              </a:spcAft>
              <a:buSzPts val="1100"/>
              <a:buNone/>
              <a:defRPr/>
            </a:lvl8pPr>
            <a:lvl9pPr lvl="8" rtl="0">
              <a:spcBef>
                <a:spcPts val="500"/>
              </a:spcBef>
              <a:spcAft>
                <a:spcPts val="0"/>
              </a:spcAft>
              <a:buSzPts val="1100"/>
              <a:buNone/>
              <a:defRPr/>
            </a:lvl9pPr>
          </a:lstStyle>
          <a:p>
            <a:endParaRPr/>
          </a:p>
        </p:txBody>
      </p:sp>
      <p:pic>
        <p:nvPicPr>
          <p:cNvPr id="91" name="Google Shape;91;p21"/>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ransition: Blue Blank">
  <p:cSld name="Title Slide_11_1_2">
    <p:spTree>
      <p:nvGrpSpPr>
        <p:cNvPr id="1" name="Shape 92"/>
        <p:cNvGrpSpPr/>
        <p:nvPr/>
      </p:nvGrpSpPr>
      <p:grpSpPr>
        <a:xfrm>
          <a:off x="0" y="0"/>
          <a:ext cx="0" cy="0"/>
          <a:chOff x="0" y="0"/>
          <a:chExt cx="0" cy="0"/>
        </a:xfrm>
      </p:grpSpPr>
      <p:pic>
        <p:nvPicPr>
          <p:cNvPr id="93" name="Google Shape;93;p22"/>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94" name="Google Shape;94;p22"/>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2"/>
          <p:cNvSpPr txBox="1">
            <a:spLocks noGrp="1"/>
          </p:cNvSpPr>
          <p:nvPr>
            <p:ph type="title"/>
          </p:nvPr>
        </p:nvSpPr>
        <p:spPr>
          <a:xfrm>
            <a:off x="594360" y="2252388"/>
            <a:ext cx="7159200" cy="6624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96" name="Google Shape;96;p22"/>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ransition: Black">
  <p:cSld name="Title Slide_11_1_1">
    <p:spTree>
      <p:nvGrpSpPr>
        <p:cNvPr id="1" name="Shape 97"/>
        <p:cNvGrpSpPr/>
        <p:nvPr/>
      </p:nvGrpSpPr>
      <p:grpSpPr>
        <a:xfrm>
          <a:off x="0" y="0"/>
          <a:ext cx="0" cy="0"/>
          <a:chOff x="0" y="0"/>
          <a:chExt cx="0" cy="0"/>
        </a:xfrm>
      </p:grpSpPr>
      <p:pic>
        <p:nvPicPr>
          <p:cNvPr id="98" name="Google Shape;98;p23"/>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99" name="Google Shape;99;p23"/>
          <p:cNvSpPr/>
          <p:nvPr/>
        </p:nvSpPr>
        <p:spPr>
          <a:xfrm>
            <a:off x="-37775" y="-18900"/>
            <a:ext cx="9255600" cy="5205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0" name="Google Shape;100;p23"/>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ransition: Black 1">
  <p:cSld name="Title Slide_11_1_1_1">
    <p:spTree>
      <p:nvGrpSpPr>
        <p:cNvPr id="1" name="Shape 101"/>
        <p:cNvGrpSpPr/>
        <p:nvPr/>
      </p:nvGrpSpPr>
      <p:grpSpPr>
        <a:xfrm>
          <a:off x="0" y="0"/>
          <a:ext cx="0" cy="0"/>
          <a:chOff x="0" y="0"/>
          <a:chExt cx="0" cy="0"/>
        </a:xfrm>
      </p:grpSpPr>
      <p:pic>
        <p:nvPicPr>
          <p:cNvPr id="102" name="Google Shape;102;p24"/>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lide - Columns (3)">
  <p:cSld name="Title Slide_11_1_1_1_2">
    <p:spTree>
      <p:nvGrpSpPr>
        <p:cNvPr id="1" name="Shape 103"/>
        <p:cNvGrpSpPr/>
        <p:nvPr/>
      </p:nvGrpSpPr>
      <p:grpSpPr>
        <a:xfrm>
          <a:off x="0" y="0"/>
          <a:ext cx="0" cy="0"/>
          <a:chOff x="0" y="0"/>
          <a:chExt cx="0" cy="0"/>
        </a:xfrm>
      </p:grpSpPr>
      <p:sp>
        <p:nvSpPr>
          <p:cNvPr id="104" name="Google Shape;104;p25"/>
          <p:cNvSpPr/>
          <p:nvPr/>
        </p:nvSpPr>
        <p:spPr>
          <a:xfrm rot="5400000" flipH="1">
            <a:off x="183055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5" name="Google Shape;105;p25"/>
          <p:cNvSpPr/>
          <p:nvPr/>
        </p:nvSpPr>
        <p:spPr>
          <a:xfrm rot="5400000" flipH="1">
            <a:off x="450405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06" name="Google Shape;106;p25"/>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lide - Columns (3) - Long Title">
  <p:cSld name="Title Slide_11_1_1_1_2_1">
    <p:spTree>
      <p:nvGrpSpPr>
        <p:cNvPr id="1" name="Shape 107"/>
        <p:cNvGrpSpPr/>
        <p:nvPr/>
      </p:nvGrpSpPr>
      <p:grpSpPr>
        <a:xfrm>
          <a:off x="0" y="0"/>
          <a:ext cx="0" cy="0"/>
          <a:chOff x="0" y="0"/>
          <a:chExt cx="0" cy="0"/>
        </a:xfrm>
      </p:grpSpPr>
      <p:sp>
        <p:nvSpPr>
          <p:cNvPr id="108" name="Google Shape;108;p26"/>
          <p:cNvSpPr/>
          <p:nvPr/>
        </p:nvSpPr>
        <p:spPr>
          <a:xfrm rot="5400000" flipH="1">
            <a:off x="1967050" y="3015200"/>
            <a:ext cx="2552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9" name="Google Shape;109;p26"/>
          <p:cNvSpPr/>
          <p:nvPr/>
        </p:nvSpPr>
        <p:spPr>
          <a:xfrm rot="5400000" flipH="1">
            <a:off x="4640550" y="3015200"/>
            <a:ext cx="2552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10" name="Google Shape;110;p26"/>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lide - Columns (4)">
  <p:cSld name="Title Slide_11_1_1_1_1">
    <p:spTree>
      <p:nvGrpSpPr>
        <p:cNvPr id="1" name="Shape 111"/>
        <p:cNvGrpSpPr/>
        <p:nvPr/>
      </p:nvGrpSpPr>
      <p:grpSpPr>
        <a:xfrm>
          <a:off x="0" y="0"/>
          <a:ext cx="0" cy="0"/>
          <a:chOff x="0" y="0"/>
          <a:chExt cx="0" cy="0"/>
        </a:xfrm>
      </p:grpSpPr>
      <p:sp>
        <p:nvSpPr>
          <p:cNvPr id="112" name="Google Shape;112;p27"/>
          <p:cNvSpPr/>
          <p:nvPr/>
        </p:nvSpPr>
        <p:spPr>
          <a:xfrm rot="5400000" flipH="1">
            <a:off x="1173519"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3" name="Google Shape;113;p27"/>
          <p:cNvSpPr/>
          <p:nvPr/>
        </p:nvSpPr>
        <p:spPr>
          <a:xfrm rot="5400000" flipH="1">
            <a:off x="518670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4" name="Google Shape;114;p27"/>
          <p:cNvSpPr/>
          <p:nvPr/>
        </p:nvSpPr>
        <p:spPr>
          <a:xfrm rot="5400000" flipH="1">
            <a:off x="3180094"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15" name="Google Shape;115;p27"/>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lide - Columns (4) - Long Title">
  <p:cSld name="Title Slide_11_1_1_1_1_2">
    <p:spTree>
      <p:nvGrpSpPr>
        <p:cNvPr id="1" name="Shape 116"/>
        <p:cNvGrpSpPr/>
        <p:nvPr/>
      </p:nvGrpSpPr>
      <p:grpSpPr>
        <a:xfrm>
          <a:off x="0" y="0"/>
          <a:ext cx="0" cy="0"/>
          <a:chOff x="0" y="0"/>
          <a:chExt cx="0" cy="0"/>
        </a:xfrm>
      </p:grpSpPr>
      <p:sp>
        <p:nvSpPr>
          <p:cNvPr id="117" name="Google Shape;117;p28"/>
          <p:cNvSpPr/>
          <p:nvPr/>
        </p:nvSpPr>
        <p:spPr>
          <a:xfrm rot="5400000" flipH="1">
            <a:off x="1307775"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8" name="Google Shape;118;p28"/>
          <p:cNvSpPr/>
          <p:nvPr/>
        </p:nvSpPr>
        <p:spPr>
          <a:xfrm rot="5400000" flipH="1">
            <a:off x="5320950"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9" name="Google Shape;119;p28"/>
          <p:cNvSpPr/>
          <p:nvPr/>
        </p:nvSpPr>
        <p:spPr>
          <a:xfrm rot="5400000" flipH="1">
            <a:off x="3314344"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20" name="Google Shape;120;p28"/>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lide - Columns (2)">
  <p:cSld name="Title Slide_11_1_1_1_1_1">
    <p:spTree>
      <p:nvGrpSpPr>
        <p:cNvPr id="1" name="Shape 121"/>
        <p:cNvGrpSpPr/>
        <p:nvPr/>
      </p:nvGrpSpPr>
      <p:grpSpPr>
        <a:xfrm>
          <a:off x="0" y="0"/>
          <a:ext cx="0" cy="0"/>
          <a:chOff x="0" y="0"/>
          <a:chExt cx="0" cy="0"/>
        </a:xfrm>
      </p:grpSpPr>
      <p:sp>
        <p:nvSpPr>
          <p:cNvPr id="122" name="Google Shape;122;p29"/>
          <p:cNvSpPr/>
          <p:nvPr/>
        </p:nvSpPr>
        <p:spPr>
          <a:xfrm rot="5400000" flipH="1">
            <a:off x="3180094"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23" name="Google Shape;123;p29"/>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lide - Columns (2) - Long Title">
  <p:cSld name="Title Slide_11_1_1_1_1_1_3">
    <p:spTree>
      <p:nvGrpSpPr>
        <p:cNvPr id="1" name="Shape 124"/>
        <p:cNvGrpSpPr/>
        <p:nvPr/>
      </p:nvGrpSpPr>
      <p:grpSpPr>
        <a:xfrm>
          <a:off x="0" y="0"/>
          <a:ext cx="0" cy="0"/>
          <a:chOff x="0" y="0"/>
          <a:chExt cx="0" cy="0"/>
        </a:xfrm>
      </p:grpSpPr>
      <p:sp>
        <p:nvSpPr>
          <p:cNvPr id="125" name="Google Shape;125;p30"/>
          <p:cNvSpPr/>
          <p:nvPr/>
        </p:nvSpPr>
        <p:spPr>
          <a:xfrm rot="5400000" flipH="1">
            <a:off x="3317194" y="3015788"/>
            <a:ext cx="25512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6" name="Google Shape;126;p30"/>
          <p:cNvSpPr/>
          <p:nvPr/>
        </p:nvSpPr>
        <p:spPr>
          <a:xfrm flipH="1">
            <a:off x="566444" y="1506688"/>
            <a:ext cx="80376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27" name="Google Shape;127;p30"/>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lide - Image (Left)">
  <p:cSld name="Title Slide_11_1_1_1_1_1_2">
    <p:spTree>
      <p:nvGrpSpPr>
        <p:cNvPr id="1" name="Shape 128"/>
        <p:cNvGrpSpPr/>
        <p:nvPr/>
      </p:nvGrpSpPr>
      <p:grpSpPr>
        <a:xfrm>
          <a:off x="0" y="0"/>
          <a:ext cx="0" cy="0"/>
          <a:chOff x="0" y="0"/>
          <a:chExt cx="0" cy="0"/>
        </a:xfrm>
      </p:grpSpPr>
      <p:pic>
        <p:nvPicPr>
          <p:cNvPr id="129" name="Google Shape;129;p31"/>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lide - Image (Right)">
  <p:cSld name="Title Slide_11_1_1_1_1_1_2_1">
    <p:spTree>
      <p:nvGrpSpPr>
        <p:cNvPr id="1" name="Shape 130"/>
        <p:cNvGrpSpPr/>
        <p:nvPr/>
      </p:nvGrpSpPr>
      <p:grpSpPr>
        <a:xfrm>
          <a:off x="0" y="0"/>
          <a:ext cx="0" cy="0"/>
          <a:chOff x="0" y="0"/>
          <a:chExt cx="0" cy="0"/>
        </a:xfrm>
      </p:grpSpPr>
      <p:pic>
        <p:nvPicPr>
          <p:cNvPr id="131" name="Google Shape;131;p32"/>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lide - Gartner (Left)">
  <p:cSld name="Title Slide_11_1_1_1_1_1_1_2">
    <p:spTree>
      <p:nvGrpSpPr>
        <p:cNvPr id="1" name="Shape 132"/>
        <p:cNvGrpSpPr/>
        <p:nvPr/>
      </p:nvGrpSpPr>
      <p:grpSpPr>
        <a:xfrm>
          <a:off x="0" y="0"/>
          <a:ext cx="0" cy="0"/>
          <a:chOff x="0" y="0"/>
          <a:chExt cx="0" cy="0"/>
        </a:xfrm>
      </p:grpSpPr>
      <p:sp>
        <p:nvSpPr>
          <p:cNvPr id="133" name="Google Shape;133;p33"/>
          <p:cNvSpPr/>
          <p:nvPr/>
        </p:nvSpPr>
        <p:spPr>
          <a:xfrm flipH="1">
            <a:off x="561851" y="2554663"/>
            <a:ext cx="5364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4" name="Google Shape;134;p33"/>
          <p:cNvSpPr/>
          <p:nvPr/>
        </p:nvSpPr>
        <p:spPr>
          <a:xfrm rot="5400000" flipH="1">
            <a:off x="1206992"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35" name="Google Shape;135;p33"/>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lide - Gartner (Right">
  <p:cSld name="Title Slide_11_1_1_1_1_1_1_2_1">
    <p:spTree>
      <p:nvGrpSpPr>
        <p:cNvPr id="1" name="Shape 136"/>
        <p:cNvGrpSpPr/>
        <p:nvPr/>
      </p:nvGrpSpPr>
      <p:grpSpPr>
        <a:xfrm>
          <a:off x="0" y="0"/>
          <a:ext cx="0" cy="0"/>
          <a:chOff x="0" y="0"/>
          <a:chExt cx="0" cy="0"/>
        </a:xfrm>
      </p:grpSpPr>
      <p:sp>
        <p:nvSpPr>
          <p:cNvPr id="137" name="Google Shape;137;p34"/>
          <p:cNvSpPr/>
          <p:nvPr/>
        </p:nvSpPr>
        <p:spPr>
          <a:xfrm flipH="1">
            <a:off x="4146550" y="2554663"/>
            <a:ext cx="44613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8" name="Google Shape;138;p34"/>
          <p:cNvSpPr/>
          <p:nvPr/>
        </p:nvSpPr>
        <p:spPr>
          <a:xfrm rot="5400000" flipH="1">
            <a:off x="4340450" y="2564225"/>
            <a:ext cx="4073700" cy="150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39" name="Google Shape;139;p34"/>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lide - Logos (9)">
  <p:cSld name="Title Slide_11_1_1_1_1_1_1_1_1">
    <p:spTree>
      <p:nvGrpSpPr>
        <p:cNvPr id="1" name="Shape 140"/>
        <p:cNvGrpSpPr/>
        <p:nvPr/>
      </p:nvGrpSpPr>
      <p:grpSpPr>
        <a:xfrm>
          <a:off x="0" y="0"/>
          <a:ext cx="0" cy="0"/>
          <a:chOff x="0" y="0"/>
          <a:chExt cx="0" cy="0"/>
        </a:xfrm>
      </p:grpSpPr>
      <p:sp>
        <p:nvSpPr>
          <p:cNvPr id="141" name="Google Shape;141;p35"/>
          <p:cNvSpPr/>
          <p:nvPr/>
        </p:nvSpPr>
        <p:spPr>
          <a:xfrm flipH="1">
            <a:off x="562037" y="1894456"/>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2" name="Google Shape;142;p35"/>
          <p:cNvSpPr/>
          <p:nvPr/>
        </p:nvSpPr>
        <p:spPr>
          <a:xfrm flipH="1">
            <a:off x="588848" y="3251525"/>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3" name="Google Shape;143;p35"/>
          <p:cNvSpPr/>
          <p:nvPr/>
        </p:nvSpPr>
        <p:spPr>
          <a:xfrm rot="5400000" flipH="1">
            <a:off x="1131135"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4" name="Google Shape;144;p35"/>
          <p:cNvSpPr/>
          <p:nvPr/>
        </p:nvSpPr>
        <p:spPr>
          <a:xfrm rot="5400000" flipH="1">
            <a:off x="-167278"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45" name="Google Shape;145;p35"/>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lide - Logos (12)">
  <p:cSld name="Title Slide_11_1_1_1_1_1_1_1_1_1_1">
    <p:spTree>
      <p:nvGrpSpPr>
        <p:cNvPr id="1" name="Shape 146"/>
        <p:cNvGrpSpPr/>
        <p:nvPr/>
      </p:nvGrpSpPr>
      <p:grpSpPr>
        <a:xfrm>
          <a:off x="0" y="0"/>
          <a:ext cx="0" cy="0"/>
          <a:chOff x="0" y="0"/>
          <a:chExt cx="0" cy="0"/>
        </a:xfrm>
      </p:grpSpPr>
      <p:sp>
        <p:nvSpPr>
          <p:cNvPr id="147" name="Google Shape;147;p36"/>
          <p:cNvSpPr/>
          <p:nvPr/>
        </p:nvSpPr>
        <p:spPr>
          <a:xfrm flipH="1">
            <a:off x="562037" y="1536981"/>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8" name="Google Shape;148;p36"/>
          <p:cNvSpPr/>
          <p:nvPr/>
        </p:nvSpPr>
        <p:spPr>
          <a:xfrm flipH="1">
            <a:off x="588848" y="2554638"/>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9" name="Google Shape;149;p36"/>
          <p:cNvSpPr/>
          <p:nvPr/>
        </p:nvSpPr>
        <p:spPr>
          <a:xfrm flipH="1">
            <a:off x="575098" y="3572300"/>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0" name="Google Shape;150;p36"/>
          <p:cNvSpPr/>
          <p:nvPr/>
        </p:nvSpPr>
        <p:spPr>
          <a:xfrm rot="5400000" flipH="1">
            <a:off x="1131135"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1" name="Google Shape;151;p36"/>
          <p:cNvSpPr/>
          <p:nvPr/>
        </p:nvSpPr>
        <p:spPr>
          <a:xfrm rot="5400000" flipH="1">
            <a:off x="-167278"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152" name="Google Shape;152;p36"/>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lide - Calendar">
  <p:cSld name="Title Slide_11_1_1_1_1_1_1_1_1_1_2">
    <p:spTree>
      <p:nvGrpSpPr>
        <p:cNvPr id="1" name="Shape 153"/>
        <p:cNvGrpSpPr/>
        <p:nvPr/>
      </p:nvGrpSpPr>
      <p:grpSpPr>
        <a:xfrm>
          <a:off x="0" y="0"/>
          <a:ext cx="0" cy="0"/>
          <a:chOff x="0" y="0"/>
          <a:chExt cx="0" cy="0"/>
        </a:xfrm>
      </p:grpSpPr>
      <p:sp>
        <p:nvSpPr>
          <p:cNvPr id="154" name="Google Shape;154;p37"/>
          <p:cNvSpPr/>
          <p:nvPr/>
        </p:nvSpPr>
        <p:spPr>
          <a:xfrm rot="5400000" flipH="1">
            <a:off x="2795004"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5" name="Google Shape;155;p37"/>
          <p:cNvSpPr/>
          <p:nvPr/>
        </p:nvSpPr>
        <p:spPr>
          <a:xfrm rot="5400000" flipH="1">
            <a:off x="4102551"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6" name="Google Shape;156;p37"/>
          <p:cNvSpPr/>
          <p:nvPr/>
        </p:nvSpPr>
        <p:spPr>
          <a:xfrm rot="5400000" flipH="1">
            <a:off x="5410108"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7" name="Google Shape;157;p37"/>
          <p:cNvSpPr/>
          <p:nvPr/>
        </p:nvSpPr>
        <p:spPr>
          <a:xfrm rot="5400000" flipH="1">
            <a:off x="1486167" y="269340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8" name="Google Shape;158;p37"/>
          <p:cNvSpPr/>
          <p:nvPr/>
        </p:nvSpPr>
        <p:spPr>
          <a:xfrm rot="5400000" flipH="1">
            <a:off x="175343" y="269340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9" name="Google Shape;159;p37"/>
          <p:cNvSpPr/>
          <p:nvPr/>
        </p:nvSpPr>
        <p:spPr>
          <a:xfrm rot="5400000" flipH="1">
            <a:off x="-1110847" y="2693425"/>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0" name="Google Shape;160;p37"/>
          <p:cNvSpPr/>
          <p:nvPr/>
        </p:nvSpPr>
        <p:spPr>
          <a:xfrm flipH="1">
            <a:off x="11095" y="257500"/>
            <a:ext cx="91275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1" name="Google Shape;161;p37"/>
          <p:cNvSpPr/>
          <p:nvPr/>
        </p:nvSpPr>
        <p:spPr>
          <a:xfrm flipH="1">
            <a:off x="2952" y="1237275"/>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62" name="Google Shape;162;p37"/>
          <p:cNvSpPr/>
          <p:nvPr/>
        </p:nvSpPr>
        <p:spPr>
          <a:xfrm flipH="1">
            <a:off x="25655" y="2202842"/>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3" name="Google Shape;163;p37"/>
          <p:cNvSpPr/>
          <p:nvPr/>
        </p:nvSpPr>
        <p:spPr>
          <a:xfrm flipH="1">
            <a:off x="109" y="3184608"/>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4" name="Google Shape;164;p37"/>
          <p:cNvSpPr/>
          <p:nvPr/>
        </p:nvSpPr>
        <p:spPr>
          <a:xfrm flipH="1">
            <a:off x="2950" y="4166125"/>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lide - Gant Chart">
  <p:cSld name="Title Slide_11_1_1_1_1_1_1_1_1_1_2_1">
    <p:spTree>
      <p:nvGrpSpPr>
        <p:cNvPr id="1" name="Shape 165"/>
        <p:cNvGrpSpPr/>
        <p:nvPr/>
      </p:nvGrpSpPr>
      <p:grpSpPr>
        <a:xfrm>
          <a:off x="0" y="0"/>
          <a:ext cx="0" cy="0"/>
          <a:chOff x="0" y="0"/>
          <a:chExt cx="0" cy="0"/>
        </a:xfrm>
      </p:grpSpPr>
      <p:sp>
        <p:nvSpPr>
          <p:cNvPr id="166" name="Google Shape;166;p38"/>
          <p:cNvSpPr/>
          <p:nvPr/>
        </p:nvSpPr>
        <p:spPr>
          <a:xfrm rot="5400000" flipH="1">
            <a:off x="-1824281"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67" name="Google Shape;167;p38"/>
          <p:cNvSpPr/>
          <p:nvPr/>
        </p:nvSpPr>
        <p:spPr>
          <a:xfrm rot="5400000" flipH="1">
            <a:off x="-1225998"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68" name="Google Shape;168;p38"/>
          <p:cNvSpPr/>
          <p:nvPr/>
        </p:nvSpPr>
        <p:spPr>
          <a:xfrm rot="5400000" flipH="1">
            <a:off x="-627716"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69" name="Google Shape;169;p38"/>
          <p:cNvSpPr/>
          <p:nvPr/>
        </p:nvSpPr>
        <p:spPr>
          <a:xfrm rot="5400000" flipH="1">
            <a:off x="-29433"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0" name="Google Shape;170;p38"/>
          <p:cNvSpPr/>
          <p:nvPr/>
        </p:nvSpPr>
        <p:spPr>
          <a:xfrm rot="5400000" flipH="1">
            <a:off x="568850"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1" name="Google Shape;171;p38"/>
          <p:cNvSpPr/>
          <p:nvPr/>
        </p:nvSpPr>
        <p:spPr>
          <a:xfrm rot="5400000" flipH="1">
            <a:off x="1167133"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2" name="Google Shape;172;p38"/>
          <p:cNvSpPr/>
          <p:nvPr/>
        </p:nvSpPr>
        <p:spPr>
          <a:xfrm rot="5400000" flipH="1">
            <a:off x="1765416"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3" name="Google Shape;173;p38"/>
          <p:cNvSpPr/>
          <p:nvPr/>
        </p:nvSpPr>
        <p:spPr>
          <a:xfrm rot="5400000" flipH="1">
            <a:off x="2363698"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4" name="Google Shape;174;p38"/>
          <p:cNvSpPr/>
          <p:nvPr/>
        </p:nvSpPr>
        <p:spPr>
          <a:xfrm rot="5400000" flipH="1">
            <a:off x="2961981"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5" name="Google Shape;175;p38"/>
          <p:cNvSpPr/>
          <p:nvPr/>
        </p:nvSpPr>
        <p:spPr>
          <a:xfrm rot="5400000" flipH="1">
            <a:off x="3560264"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6" name="Google Shape;176;p38"/>
          <p:cNvSpPr/>
          <p:nvPr/>
        </p:nvSpPr>
        <p:spPr>
          <a:xfrm rot="5400000" flipH="1">
            <a:off x="4158547"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77" name="Google Shape;177;p38"/>
          <p:cNvSpPr txBox="1"/>
          <p:nvPr/>
        </p:nvSpPr>
        <p:spPr>
          <a:xfrm>
            <a:off x="70406" y="114754"/>
            <a:ext cx="3216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JANUARY</a:t>
            </a:r>
            <a:endParaRPr sz="500">
              <a:solidFill>
                <a:srgbClr val="000000"/>
              </a:solidFill>
              <a:latin typeface="Mulish"/>
              <a:ea typeface="Mulish"/>
              <a:cs typeface="Mulish"/>
              <a:sym typeface="Mulish"/>
            </a:endParaRPr>
          </a:p>
        </p:txBody>
      </p:sp>
      <p:sp>
        <p:nvSpPr>
          <p:cNvPr id="178" name="Google Shape;178;p38"/>
          <p:cNvSpPr txBox="1"/>
          <p:nvPr/>
        </p:nvSpPr>
        <p:spPr>
          <a:xfrm>
            <a:off x="634950" y="114754"/>
            <a:ext cx="341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FEBRUARY</a:t>
            </a:r>
            <a:endParaRPr sz="500">
              <a:solidFill>
                <a:srgbClr val="000000"/>
              </a:solidFill>
              <a:latin typeface="Mulish"/>
              <a:ea typeface="Mulish"/>
              <a:cs typeface="Mulish"/>
              <a:sym typeface="Mulish"/>
            </a:endParaRPr>
          </a:p>
        </p:txBody>
      </p:sp>
      <p:sp>
        <p:nvSpPr>
          <p:cNvPr id="179" name="Google Shape;179;p38"/>
          <p:cNvSpPr txBox="1"/>
          <p:nvPr/>
        </p:nvSpPr>
        <p:spPr>
          <a:xfrm>
            <a:off x="1219519" y="114754"/>
            <a:ext cx="4620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MARCH</a:t>
            </a:r>
            <a:endParaRPr sz="500">
              <a:solidFill>
                <a:srgbClr val="000000"/>
              </a:solidFill>
              <a:latin typeface="Mulish"/>
              <a:ea typeface="Mulish"/>
              <a:cs typeface="Mulish"/>
              <a:sym typeface="Mulish"/>
            </a:endParaRPr>
          </a:p>
        </p:txBody>
      </p:sp>
      <p:sp>
        <p:nvSpPr>
          <p:cNvPr id="180" name="Google Shape;180;p38"/>
          <p:cNvSpPr txBox="1"/>
          <p:nvPr/>
        </p:nvSpPr>
        <p:spPr>
          <a:xfrm>
            <a:off x="1817794" y="114754"/>
            <a:ext cx="230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APRIL</a:t>
            </a:r>
            <a:endParaRPr sz="500">
              <a:solidFill>
                <a:srgbClr val="000000"/>
              </a:solidFill>
              <a:latin typeface="Mulish"/>
              <a:ea typeface="Mulish"/>
              <a:cs typeface="Mulish"/>
              <a:sym typeface="Mulish"/>
            </a:endParaRPr>
          </a:p>
        </p:txBody>
      </p:sp>
      <p:sp>
        <p:nvSpPr>
          <p:cNvPr id="181" name="Google Shape;181;p38"/>
          <p:cNvSpPr txBox="1"/>
          <p:nvPr/>
        </p:nvSpPr>
        <p:spPr>
          <a:xfrm>
            <a:off x="242630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MAY</a:t>
            </a:r>
            <a:endParaRPr sz="500">
              <a:solidFill>
                <a:srgbClr val="000000"/>
              </a:solidFill>
              <a:latin typeface="Mulish"/>
              <a:ea typeface="Mulish"/>
              <a:cs typeface="Mulish"/>
              <a:sym typeface="Mulish"/>
            </a:endParaRPr>
          </a:p>
        </p:txBody>
      </p:sp>
      <p:sp>
        <p:nvSpPr>
          <p:cNvPr id="182" name="Google Shape;182;p38"/>
          <p:cNvSpPr txBox="1"/>
          <p:nvPr/>
        </p:nvSpPr>
        <p:spPr>
          <a:xfrm>
            <a:off x="3014353"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JUNE</a:t>
            </a:r>
            <a:endParaRPr sz="500">
              <a:solidFill>
                <a:srgbClr val="000000"/>
              </a:solidFill>
              <a:latin typeface="Mulish"/>
              <a:ea typeface="Mulish"/>
              <a:cs typeface="Mulish"/>
              <a:sym typeface="Mulish"/>
            </a:endParaRPr>
          </a:p>
        </p:txBody>
      </p:sp>
      <p:sp>
        <p:nvSpPr>
          <p:cNvPr id="183" name="Google Shape;183;p38"/>
          <p:cNvSpPr txBox="1"/>
          <p:nvPr/>
        </p:nvSpPr>
        <p:spPr>
          <a:xfrm>
            <a:off x="3612638"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JULY</a:t>
            </a:r>
            <a:endParaRPr sz="500">
              <a:solidFill>
                <a:srgbClr val="000000"/>
              </a:solidFill>
              <a:latin typeface="Mulish"/>
              <a:ea typeface="Mulish"/>
              <a:cs typeface="Mulish"/>
              <a:sym typeface="Mulish"/>
            </a:endParaRPr>
          </a:p>
        </p:txBody>
      </p:sp>
      <p:sp>
        <p:nvSpPr>
          <p:cNvPr id="184" name="Google Shape;184;p38"/>
          <p:cNvSpPr txBox="1"/>
          <p:nvPr/>
        </p:nvSpPr>
        <p:spPr>
          <a:xfrm>
            <a:off x="4210922"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AUGUST</a:t>
            </a:r>
            <a:endParaRPr sz="500">
              <a:solidFill>
                <a:srgbClr val="000000"/>
              </a:solidFill>
              <a:latin typeface="Mulish"/>
              <a:ea typeface="Mulish"/>
              <a:cs typeface="Mulish"/>
              <a:sym typeface="Mulish"/>
            </a:endParaRPr>
          </a:p>
        </p:txBody>
      </p:sp>
      <p:sp>
        <p:nvSpPr>
          <p:cNvPr id="185" name="Google Shape;185;p38"/>
          <p:cNvSpPr txBox="1"/>
          <p:nvPr/>
        </p:nvSpPr>
        <p:spPr>
          <a:xfrm>
            <a:off x="4809197"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SEPTEMBER</a:t>
            </a:r>
            <a:endParaRPr sz="500">
              <a:solidFill>
                <a:srgbClr val="000000"/>
              </a:solidFill>
              <a:latin typeface="Mulish"/>
              <a:ea typeface="Mulish"/>
              <a:cs typeface="Mulish"/>
              <a:sym typeface="Mulish"/>
            </a:endParaRPr>
          </a:p>
        </p:txBody>
      </p:sp>
      <p:sp>
        <p:nvSpPr>
          <p:cNvPr id="186" name="Google Shape;186;p38"/>
          <p:cNvSpPr txBox="1"/>
          <p:nvPr/>
        </p:nvSpPr>
        <p:spPr>
          <a:xfrm>
            <a:off x="539189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OCTOBER</a:t>
            </a:r>
            <a:endParaRPr sz="500">
              <a:solidFill>
                <a:srgbClr val="000000"/>
              </a:solidFill>
              <a:latin typeface="Mulish"/>
              <a:ea typeface="Mulish"/>
              <a:cs typeface="Mulish"/>
              <a:sym typeface="Mulish"/>
            </a:endParaRPr>
          </a:p>
        </p:txBody>
      </p:sp>
      <p:sp>
        <p:nvSpPr>
          <p:cNvPr id="187" name="Google Shape;187;p38"/>
          <p:cNvSpPr txBox="1"/>
          <p:nvPr/>
        </p:nvSpPr>
        <p:spPr>
          <a:xfrm>
            <a:off x="600576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NOVEMBER</a:t>
            </a:r>
            <a:endParaRPr sz="500">
              <a:solidFill>
                <a:srgbClr val="000000"/>
              </a:solidFill>
              <a:latin typeface="Mulish"/>
              <a:ea typeface="Mulish"/>
              <a:cs typeface="Mulish"/>
              <a:sym typeface="Mulish"/>
            </a:endParaRPr>
          </a:p>
        </p:txBody>
      </p:sp>
      <p:sp>
        <p:nvSpPr>
          <p:cNvPr id="188" name="Google Shape;188;p38"/>
          <p:cNvSpPr txBox="1"/>
          <p:nvPr/>
        </p:nvSpPr>
        <p:spPr>
          <a:xfrm>
            <a:off x="660404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DECEMBER</a:t>
            </a:r>
            <a:endParaRPr sz="500">
              <a:solidFill>
                <a:srgbClr val="000000"/>
              </a:solidFill>
              <a:latin typeface="Mulish"/>
              <a:ea typeface="Mulish"/>
              <a:cs typeface="Mulish"/>
              <a:sym typeface="Mulish"/>
            </a:endParaRPr>
          </a:p>
        </p:txBody>
      </p:sp>
      <p:sp>
        <p:nvSpPr>
          <p:cNvPr id="189" name="Google Shape;189;p38"/>
          <p:cNvSpPr/>
          <p:nvPr/>
        </p:nvSpPr>
        <p:spPr>
          <a:xfrm flipH="1">
            <a:off x="7" y="239147"/>
            <a:ext cx="72009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0" name="Google Shape;190;p38"/>
          <p:cNvSpPr/>
          <p:nvPr/>
        </p:nvSpPr>
        <p:spPr>
          <a:xfrm rot="5400000" flipH="1">
            <a:off x="4633950" y="2561400"/>
            <a:ext cx="51504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1" name="Google Shape;191;p38"/>
          <p:cNvSpPr/>
          <p:nvPr/>
        </p:nvSpPr>
        <p:spPr>
          <a:xfrm>
            <a:off x="7216050" y="-100"/>
            <a:ext cx="1928100" cy="5143500"/>
          </a:xfrm>
          <a:prstGeom prst="rect">
            <a:avLst/>
          </a:prstGeom>
          <a:solidFill>
            <a:schemeClr val="l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
    <p:spTree>
      <p:nvGrpSpPr>
        <p:cNvPr id="1" name="Shape 192"/>
        <p:cNvGrpSpPr/>
        <p:nvPr/>
      </p:nvGrpSpPr>
      <p:grpSpPr>
        <a:xfrm>
          <a:off x="0" y="0"/>
          <a:ext cx="0" cy="0"/>
          <a:chOff x="0" y="0"/>
          <a:chExt cx="0" cy="0"/>
        </a:xfrm>
      </p:grpSpPr>
      <p:sp>
        <p:nvSpPr>
          <p:cNvPr id="193" name="Google Shape;193;p39"/>
          <p:cNvSpPr/>
          <p:nvPr/>
        </p:nvSpPr>
        <p:spPr>
          <a:xfrm rot="5400000" flipH="1">
            <a:off x="-166919" y="2545774"/>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4" name="Google Shape;194;p39"/>
          <p:cNvSpPr/>
          <p:nvPr/>
        </p:nvSpPr>
        <p:spPr>
          <a:xfrm rot="5400000" flipH="1">
            <a:off x="2235139" y="2564700"/>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5" name="Google Shape;195;p39"/>
          <p:cNvSpPr/>
          <p:nvPr/>
        </p:nvSpPr>
        <p:spPr>
          <a:xfrm rot="5400000" flipH="1">
            <a:off x="4637231" y="2545774"/>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6" name="Google Shape;196;p39"/>
          <p:cNvSpPr/>
          <p:nvPr/>
        </p:nvSpPr>
        <p:spPr>
          <a:xfrm flipH="1">
            <a:off x="5813" y="223031"/>
            <a:ext cx="91209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197" name="Google Shape;197;p39"/>
          <p:cNvSpPr/>
          <p:nvPr/>
        </p:nvSpPr>
        <p:spPr>
          <a:xfrm>
            <a:off x="7216050" y="-100"/>
            <a:ext cx="1928100" cy="5143500"/>
          </a:xfrm>
          <a:prstGeom prst="rect">
            <a:avLst/>
          </a:prstGeom>
          <a:solidFill>
            <a:schemeClr val="l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_1">
    <p:spTree>
      <p:nvGrpSpPr>
        <p:cNvPr id="1" name="Shape 198"/>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lide - Month Gant Chart">
  <p:cSld name="Title Slide_11_1_1_1_1_1_1_1_1_1_2_1_1_2">
    <p:spTree>
      <p:nvGrpSpPr>
        <p:cNvPr id="1" name="Shape 199"/>
        <p:cNvGrpSpPr/>
        <p:nvPr/>
      </p:nvGrpSpPr>
      <p:grpSpPr>
        <a:xfrm>
          <a:off x="0" y="0"/>
          <a:ext cx="0" cy="0"/>
          <a:chOff x="0" y="0"/>
          <a:chExt cx="0" cy="0"/>
        </a:xfrm>
      </p:grpSpPr>
      <p:sp>
        <p:nvSpPr>
          <p:cNvPr id="200" name="Google Shape;200;p41"/>
          <p:cNvSpPr/>
          <p:nvPr/>
        </p:nvSpPr>
        <p:spPr>
          <a:xfrm rot="5400000" flipH="1">
            <a:off x="-1025140" y="2556469"/>
            <a:ext cx="51435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1" name="Google Shape;201;p41"/>
          <p:cNvSpPr/>
          <p:nvPr/>
        </p:nvSpPr>
        <p:spPr>
          <a:xfrm flipH="1">
            <a:off x="11625" y="223031"/>
            <a:ext cx="91209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Content - Dark 4">
  <p:cSld name="Title and Content - Dark 4">
    <p:bg>
      <p:bgPr>
        <a:solidFill>
          <a:srgbClr val="E5EEFC"/>
        </a:solidFill>
        <a:effectLst/>
      </p:bgPr>
    </p:bg>
    <p:spTree>
      <p:nvGrpSpPr>
        <p:cNvPr id="1" name="Shape 202"/>
        <p:cNvGrpSpPr/>
        <p:nvPr/>
      </p:nvGrpSpPr>
      <p:grpSpPr>
        <a:xfrm>
          <a:off x="0" y="0"/>
          <a:ext cx="0" cy="0"/>
          <a:chOff x="0" y="0"/>
          <a:chExt cx="0" cy="0"/>
        </a:xfrm>
      </p:grpSpPr>
      <p:sp>
        <p:nvSpPr>
          <p:cNvPr id="203" name="Google Shape;203;p42"/>
          <p:cNvSpPr txBox="1">
            <a:spLocks noGrp="1"/>
          </p:cNvSpPr>
          <p:nvPr>
            <p:ph type="title"/>
          </p:nvPr>
        </p:nvSpPr>
        <p:spPr>
          <a:xfrm>
            <a:off x="507491" y="422858"/>
            <a:ext cx="7331100" cy="3693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accent5"/>
              </a:buClr>
              <a:buSzPts val="1400"/>
              <a:buFont typeface="Arial"/>
              <a:buNone/>
              <a:defRPr sz="2700" b="0">
                <a:solidFill>
                  <a:schemeClr val="lt1"/>
                </a:solidFill>
                <a:latin typeface="Arial"/>
                <a:ea typeface="Arial"/>
                <a:cs typeface="Arial"/>
                <a:sym typeface="Arial"/>
              </a:defRPr>
            </a:lvl1pPr>
            <a:lvl2pPr lvl="1" algn="l" rtl="0">
              <a:lnSpc>
                <a:spcPct val="100000"/>
              </a:lnSpc>
              <a:spcBef>
                <a:spcPts val="0"/>
              </a:spcBef>
              <a:spcAft>
                <a:spcPts val="0"/>
              </a:spcAft>
              <a:buSzPts val="600"/>
              <a:buNone/>
              <a:defRPr/>
            </a:lvl2pPr>
            <a:lvl3pPr lvl="2" algn="l" rtl="0">
              <a:lnSpc>
                <a:spcPct val="100000"/>
              </a:lnSpc>
              <a:spcBef>
                <a:spcPts val="0"/>
              </a:spcBef>
              <a:spcAft>
                <a:spcPts val="0"/>
              </a:spcAft>
              <a:buSzPts val="600"/>
              <a:buNone/>
              <a:defRPr/>
            </a:lvl3pPr>
            <a:lvl4pPr lvl="3" algn="l" rtl="0">
              <a:lnSpc>
                <a:spcPct val="100000"/>
              </a:lnSpc>
              <a:spcBef>
                <a:spcPts val="0"/>
              </a:spcBef>
              <a:spcAft>
                <a:spcPts val="0"/>
              </a:spcAft>
              <a:buSzPts val="600"/>
              <a:buNone/>
              <a:defRPr/>
            </a:lvl4pPr>
            <a:lvl5pPr lvl="4" algn="l" rtl="0">
              <a:lnSpc>
                <a:spcPct val="100000"/>
              </a:lnSpc>
              <a:spcBef>
                <a:spcPts val="0"/>
              </a:spcBef>
              <a:spcAft>
                <a:spcPts val="0"/>
              </a:spcAft>
              <a:buSzPts val="600"/>
              <a:buNone/>
              <a:defRPr/>
            </a:lvl5pPr>
            <a:lvl6pPr lvl="5" algn="l" rtl="0">
              <a:lnSpc>
                <a:spcPct val="100000"/>
              </a:lnSpc>
              <a:spcBef>
                <a:spcPts val="0"/>
              </a:spcBef>
              <a:spcAft>
                <a:spcPts val="0"/>
              </a:spcAft>
              <a:buSzPts val="600"/>
              <a:buNone/>
              <a:defRPr/>
            </a:lvl6pPr>
            <a:lvl7pPr lvl="6" algn="l" rtl="0">
              <a:lnSpc>
                <a:spcPct val="100000"/>
              </a:lnSpc>
              <a:spcBef>
                <a:spcPts val="0"/>
              </a:spcBef>
              <a:spcAft>
                <a:spcPts val="0"/>
              </a:spcAft>
              <a:buSzPts val="600"/>
              <a:buNone/>
              <a:defRPr/>
            </a:lvl7pPr>
            <a:lvl8pPr lvl="7" algn="l" rtl="0">
              <a:lnSpc>
                <a:spcPct val="100000"/>
              </a:lnSpc>
              <a:spcBef>
                <a:spcPts val="0"/>
              </a:spcBef>
              <a:spcAft>
                <a:spcPts val="0"/>
              </a:spcAft>
              <a:buSzPts val="600"/>
              <a:buNone/>
              <a:defRPr/>
            </a:lvl8pPr>
            <a:lvl9pPr lvl="8" algn="l" rtl="0">
              <a:lnSpc>
                <a:spcPct val="100000"/>
              </a:lnSpc>
              <a:spcBef>
                <a:spcPts val="0"/>
              </a:spcBef>
              <a:spcAft>
                <a:spcPts val="0"/>
              </a:spcAft>
              <a:buSzPts val="600"/>
              <a:buNone/>
              <a:defRPr/>
            </a:lvl9pPr>
          </a:lstStyle>
          <a:p>
            <a:endParaRPr/>
          </a:p>
        </p:txBody>
      </p:sp>
      <p:sp>
        <p:nvSpPr>
          <p:cNvPr id="204" name="Google Shape;204;p42"/>
          <p:cNvSpPr txBox="1">
            <a:spLocks noGrp="1"/>
          </p:cNvSpPr>
          <p:nvPr>
            <p:ph type="body" idx="1"/>
          </p:nvPr>
        </p:nvSpPr>
        <p:spPr>
          <a:xfrm>
            <a:off x="507490" y="806330"/>
            <a:ext cx="7331100" cy="325200"/>
          </a:xfrm>
          <a:prstGeom prst="rect">
            <a:avLst/>
          </a:prstGeom>
          <a:noFill/>
          <a:ln>
            <a:noFill/>
          </a:ln>
        </p:spPr>
        <p:txBody>
          <a:bodyPr spcFirstLastPara="1" wrap="square" lIns="0" tIns="34275" rIns="68575" bIns="34275" anchor="t" anchorCtr="0">
            <a:normAutofit/>
          </a:bodyPr>
          <a:lstStyle>
            <a:lvl1pPr marL="457200" lvl="0" indent="-228600" algn="l" rtl="0">
              <a:lnSpc>
                <a:spcPct val="100000"/>
              </a:lnSpc>
              <a:spcBef>
                <a:spcPts val="0"/>
              </a:spcBef>
              <a:spcAft>
                <a:spcPts val="0"/>
              </a:spcAft>
              <a:buSzPts val="1200"/>
              <a:buNone/>
              <a:defRPr sz="1400">
                <a:solidFill>
                  <a:schemeClr val="lt2"/>
                </a:solidFill>
                <a:latin typeface="Arial"/>
                <a:ea typeface="Arial"/>
                <a:cs typeface="Arial"/>
                <a:sym typeface="Arial"/>
              </a:defRPr>
            </a:lvl1pPr>
            <a:lvl2pPr marL="914400" lvl="1" indent="-228600" algn="l" rtl="0">
              <a:lnSpc>
                <a:spcPct val="100000"/>
              </a:lnSpc>
              <a:spcBef>
                <a:spcPts val="0"/>
              </a:spcBef>
              <a:spcAft>
                <a:spcPts val="0"/>
              </a:spcAft>
              <a:buSzPts val="1100"/>
              <a:buNone/>
              <a:defRPr/>
            </a:lvl2pPr>
            <a:lvl3pPr marL="1371600" lvl="2" indent="-228600" algn="l" rtl="0">
              <a:lnSpc>
                <a:spcPct val="100000"/>
              </a:lnSpc>
              <a:spcBef>
                <a:spcPts val="0"/>
              </a:spcBef>
              <a:spcAft>
                <a:spcPts val="0"/>
              </a:spcAft>
              <a:buSzPts val="1100"/>
              <a:buNone/>
              <a:defRPr/>
            </a:lvl3pPr>
            <a:lvl4pPr marL="1828800" lvl="3" indent="-228600" algn="l" rtl="0">
              <a:lnSpc>
                <a:spcPct val="100000"/>
              </a:lnSpc>
              <a:spcBef>
                <a:spcPts val="0"/>
              </a:spcBef>
              <a:spcAft>
                <a:spcPts val="0"/>
              </a:spcAft>
              <a:buSzPts val="1100"/>
              <a:buNone/>
              <a:defRPr/>
            </a:lvl4pPr>
            <a:lvl5pPr marL="2286000" lvl="4" indent="-228600" algn="l" rtl="0">
              <a:lnSpc>
                <a:spcPct val="100000"/>
              </a:lnSpc>
              <a:spcBef>
                <a:spcPts val="0"/>
              </a:spcBef>
              <a:spcAft>
                <a:spcPts val="0"/>
              </a:spcAft>
              <a:buSzPts val="1100"/>
              <a:buNone/>
              <a:defRPr/>
            </a:lvl5pPr>
            <a:lvl6pPr marL="2743200" lvl="5" indent="-228600" algn="l" rtl="0">
              <a:lnSpc>
                <a:spcPct val="100000"/>
              </a:lnSpc>
              <a:spcBef>
                <a:spcPts val="0"/>
              </a:spcBef>
              <a:spcAft>
                <a:spcPts val="0"/>
              </a:spcAft>
              <a:buSzPts val="1100"/>
              <a:buNone/>
              <a:defRPr/>
            </a:lvl6pPr>
            <a:lvl7pPr marL="3200400" lvl="6" indent="-228600" algn="l" rtl="0">
              <a:lnSpc>
                <a:spcPct val="100000"/>
              </a:lnSpc>
              <a:spcBef>
                <a:spcPts val="0"/>
              </a:spcBef>
              <a:spcAft>
                <a:spcPts val="0"/>
              </a:spcAft>
              <a:buSzPts val="1100"/>
              <a:buNone/>
              <a:defRPr/>
            </a:lvl7pPr>
            <a:lvl8pPr marL="3657600" lvl="7" indent="-228600" algn="l" rtl="0">
              <a:lnSpc>
                <a:spcPct val="100000"/>
              </a:lnSpc>
              <a:spcBef>
                <a:spcPts val="0"/>
              </a:spcBef>
              <a:spcAft>
                <a:spcPts val="0"/>
              </a:spcAft>
              <a:buSzPts val="1100"/>
              <a:buNone/>
              <a:defRPr/>
            </a:lvl8pPr>
            <a:lvl9pPr marL="4114800" lvl="8" indent="-228600" algn="l" rtl="0">
              <a:lnSpc>
                <a:spcPct val="100000"/>
              </a:lnSpc>
              <a:spcBef>
                <a:spcPts val="0"/>
              </a:spcBef>
              <a:spcAft>
                <a:spcPts val="0"/>
              </a:spcAft>
              <a:buSzPts val="1100"/>
              <a:buNone/>
              <a:defRPr/>
            </a:lvl9pPr>
          </a:lstStyle>
          <a:p>
            <a:endParaRPr/>
          </a:p>
        </p:txBody>
      </p:sp>
      <p:sp>
        <p:nvSpPr>
          <p:cNvPr id="205" name="Google Shape;205;p42"/>
          <p:cNvSpPr txBox="1"/>
          <p:nvPr/>
        </p:nvSpPr>
        <p:spPr>
          <a:xfrm>
            <a:off x="7679750" y="4874100"/>
            <a:ext cx="1290000" cy="246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400" b="1">
                <a:solidFill>
                  <a:srgbClr val="0080FF"/>
                </a:solidFill>
                <a:latin typeface="Manrope"/>
                <a:ea typeface="Manrope"/>
                <a:cs typeface="Manrope"/>
                <a:sym typeface="Manrope"/>
              </a:rPr>
              <a:t>Copyright Orca Security 2022</a:t>
            </a:r>
            <a:endParaRPr sz="400" b="1">
              <a:solidFill>
                <a:srgbClr val="0080FF"/>
              </a:solidFill>
              <a:latin typeface="Manrope"/>
              <a:ea typeface="Manrope"/>
              <a:cs typeface="Manrope"/>
              <a:sym typeface="Manrope"/>
            </a:endParaRPr>
          </a:p>
        </p:txBody>
      </p:sp>
      <p:sp>
        <p:nvSpPr>
          <p:cNvPr id="206" name="Google Shape;206;p42"/>
          <p:cNvSpPr txBox="1">
            <a:spLocks noGrp="1"/>
          </p:cNvSpPr>
          <p:nvPr>
            <p:ph type="sldNum" idx="12"/>
          </p:nvPr>
        </p:nvSpPr>
        <p:spPr>
          <a:xfrm>
            <a:off x="8788140" y="4852351"/>
            <a:ext cx="411600" cy="138900"/>
          </a:xfrm>
          <a:prstGeom prst="rect">
            <a:avLst/>
          </a:prstGeom>
          <a:noFill/>
          <a:ln>
            <a:noFill/>
          </a:ln>
        </p:spPr>
        <p:txBody>
          <a:bodyPr spcFirstLastPara="1" wrap="square" lIns="91425" tIns="91425" rIns="91425" bIns="91425" anchor="t" anchorCtr="0">
            <a:noAutofit/>
          </a:bodyPr>
          <a:lstStyle>
            <a:lvl1pPr lvl="0" algn="ctr" rtl="0">
              <a:buNone/>
              <a:defRPr sz="600" b="1">
                <a:solidFill>
                  <a:srgbClr val="012376"/>
                </a:solidFill>
                <a:latin typeface="Manrope"/>
                <a:ea typeface="Manrope"/>
                <a:cs typeface="Manrope"/>
                <a:sym typeface="Manrope"/>
              </a:defRPr>
            </a:lvl1pPr>
            <a:lvl2pPr lvl="1" algn="ctr" rtl="0">
              <a:buNone/>
              <a:defRPr sz="600" b="1">
                <a:solidFill>
                  <a:srgbClr val="012376"/>
                </a:solidFill>
                <a:latin typeface="Manrope"/>
                <a:ea typeface="Manrope"/>
                <a:cs typeface="Manrope"/>
                <a:sym typeface="Manrope"/>
              </a:defRPr>
            </a:lvl2pPr>
            <a:lvl3pPr lvl="2" algn="ctr" rtl="0">
              <a:buNone/>
              <a:defRPr sz="600" b="1">
                <a:solidFill>
                  <a:srgbClr val="012376"/>
                </a:solidFill>
                <a:latin typeface="Manrope"/>
                <a:ea typeface="Manrope"/>
                <a:cs typeface="Manrope"/>
                <a:sym typeface="Manrope"/>
              </a:defRPr>
            </a:lvl3pPr>
            <a:lvl4pPr lvl="3" algn="ctr" rtl="0">
              <a:buNone/>
              <a:defRPr sz="600" b="1">
                <a:solidFill>
                  <a:srgbClr val="012376"/>
                </a:solidFill>
                <a:latin typeface="Manrope"/>
                <a:ea typeface="Manrope"/>
                <a:cs typeface="Manrope"/>
                <a:sym typeface="Manrope"/>
              </a:defRPr>
            </a:lvl4pPr>
            <a:lvl5pPr lvl="4" algn="ctr" rtl="0">
              <a:buNone/>
              <a:defRPr sz="600" b="1">
                <a:solidFill>
                  <a:srgbClr val="012376"/>
                </a:solidFill>
                <a:latin typeface="Manrope"/>
                <a:ea typeface="Manrope"/>
                <a:cs typeface="Manrope"/>
                <a:sym typeface="Manrope"/>
              </a:defRPr>
            </a:lvl5pPr>
            <a:lvl6pPr lvl="5" algn="ctr" rtl="0">
              <a:buNone/>
              <a:defRPr sz="600" b="1">
                <a:solidFill>
                  <a:srgbClr val="012376"/>
                </a:solidFill>
                <a:latin typeface="Manrope"/>
                <a:ea typeface="Manrope"/>
                <a:cs typeface="Manrope"/>
                <a:sym typeface="Manrope"/>
              </a:defRPr>
            </a:lvl6pPr>
            <a:lvl7pPr lvl="6" algn="ctr" rtl="0">
              <a:buNone/>
              <a:defRPr sz="600" b="1">
                <a:solidFill>
                  <a:srgbClr val="012376"/>
                </a:solidFill>
                <a:latin typeface="Manrope"/>
                <a:ea typeface="Manrope"/>
                <a:cs typeface="Manrope"/>
                <a:sym typeface="Manrope"/>
              </a:defRPr>
            </a:lvl7pPr>
            <a:lvl8pPr lvl="7" algn="ctr" rtl="0">
              <a:buNone/>
              <a:defRPr sz="600" b="1">
                <a:solidFill>
                  <a:srgbClr val="012376"/>
                </a:solidFill>
                <a:latin typeface="Manrope"/>
                <a:ea typeface="Manrope"/>
                <a:cs typeface="Manrope"/>
                <a:sym typeface="Manrope"/>
              </a:defRPr>
            </a:lvl8pPr>
            <a:lvl9pPr lvl="8" algn="ctr" rtl="0">
              <a:buNone/>
              <a:defRPr sz="600" b="1">
                <a:solidFill>
                  <a:srgbClr val="012376"/>
                </a:solidFill>
                <a:latin typeface="Manrope"/>
                <a:ea typeface="Manrope"/>
                <a:cs typeface="Manrope"/>
                <a:sym typeface="Manrope"/>
              </a:defRPr>
            </a:lvl9pPr>
          </a:lstStyle>
          <a:p>
            <a:pPr marL="0" lvl="0" indent="0" algn="ctr" rtl="0">
              <a:spcBef>
                <a:spcPts val="0"/>
              </a:spcBef>
              <a:spcAft>
                <a:spcPts val="0"/>
              </a:spcAft>
              <a:buNone/>
            </a:pPr>
            <a:fld id="{00000000-1234-1234-1234-123412341234}" type="slidenum">
              <a:rPr lang="en"/>
              <a:t>‹#›</a:t>
            </a:fld>
            <a:endParaRPr/>
          </a:p>
        </p:txBody>
      </p:sp>
      <p:pic>
        <p:nvPicPr>
          <p:cNvPr id="207" name="Google Shape;207;p42"/>
          <p:cNvPicPr preferRelativeResize="0"/>
          <p:nvPr/>
        </p:nvPicPr>
        <p:blipFill rotWithShape="1">
          <a:blip r:embed="rId2">
            <a:alphaModFix/>
          </a:blip>
          <a:srcRect/>
          <a:stretch/>
        </p:blipFill>
        <p:spPr>
          <a:xfrm>
            <a:off x="8732520" y="0"/>
            <a:ext cx="411480" cy="41148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8"/>
        <p:cNvGrpSpPr/>
        <p:nvPr/>
      </p:nvGrpSpPr>
      <p:grpSpPr>
        <a:xfrm>
          <a:off x="0" y="0"/>
          <a:ext cx="0" cy="0"/>
          <a:chOff x="0" y="0"/>
          <a:chExt cx="0" cy="0"/>
        </a:xfrm>
      </p:grpSpPr>
      <p:sp>
        <p:nvSpPr>
          <p:cNvPr id="209" name="Google Shape;209;p43"/>
          <p:cNvSpPr txBox="1">
            <a:spLocks noGrp="1"/>
          </p:cNvSpPr>
          <p:nvPr>
            <p:ph type="ctrTitle"/>
          </p:nvPr>
        </p:nvSpPr>
        <p:spPr>
          <a:xfrm>
            <a:off x="311708" y="744575"/>
            <a:ext cx="8520600" cy="2052600"/>
          </a:xfrm>
          <a:prstGeom prst="rect">
            <a:avLst/>
          </a:prstGeom>
        </p:spPr>
        <p:txBody>
          <a:bodyPr spcFirstLastPara="1" wrap="square" lIns="0" tIns="0" rIns="0" bIns="0"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10" name="Google Shape;210;p43"/>
          <p:cNvSpPr txBox="1">
            <a:spLocks noGrp="1"/>
          </p:cNvSpPr>
          <p:nvPr>
            <p:ph type="subTitle" idx="1"/>
          </p:nvPr>
        </p:nvSpPr>
        <p:spPr>
          <a:xfrm>
            <a:off x="311700" y="2834125"/>
            <a:ext cx="8520600" cy="792600"/>
          </a:xfrm>
          <a:prstGeom prst="rect">
            <a:avLst/>
          </a:prstGeom>
        </p:spPr>
        <p:txBody>
          <a:bodyPr spcFirstLastPara="1" wrap="square" lIns="0" tIns="0" rIns="0" bIns="0"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500"/>
              </a:spcBef>
              <a:spcAft>
                <a:spcPts val="0"/>
              </a:spcAft>
              <a:buSzPts val="2800"/>
              <a:buNone/>
              <a:defRPr sz="2800"/>
            </a:lvl3pPr>
            <a:lvl4pPr lvl="3" algn="ctr" rtl="0">
              <a:lnSpc>
                <a:spcPct val="100000"/>
              </a:lnSpc>
              <a:spcBef>
                <a:spcPts val="500"/>
              </a:spcBef>
              <a:spcAft>
                <a:spcPts val="0"/>
              </a:spcAft>
              <a:buSzPts val="2800"/>
              <a:buNone/>
              <a:defRPr sz="2800"/>
            </a:lvl4pPr>
            <a:lvl5pPr lvl="4" algn="ctr" rtl="0">
              <a:lnSpc>
                <a:spcPct val="100000"/>
              </a:lnSpc>
              <a:spcBef>
                <a:spcPts val="500"/>
              </a:spcBef>
              <a:spcAft>
                <a:spcPts val="0"/>
              </a:spcAft>
              <a:buSzPts val="2800"/>
              <a:buNone/>
              <a:defRPr sz="2800"/>
            </a:lvl5pPr>
            <a:lvl6pPr lvl="5" algn="ctr" rtl="0">
              <a:lnSpc>
                <a:spcPct val="100000"/>
              </a:lnSpc>
              <a:spcBef>
                <a:spcPts val="500"/>
              </a:spcBef>
              <a:spcAft>
                <a:spcPts val="0"/>
              </a:spcAft>
              <a:buSzPts val="2800"/>
              <a:buNone/>
              <a:defRPr sz="2800"/>
            </a:lvl6pPr>
            <a:lvl7pPr lvl="6" algn="ctr" rtl="0">
              <a:lnSpc>
                <a:spcPct val="100000"/>
              </a:lnSpc>
              <a:spcBef>
                <a:spcPts val="500"/>
              </a:spcBef>
              <a:spcAft>
                <a:spcPts val="0"/>
              </a:spcAft>
              <a:buSzPts val="2800"/>
              <a:buNone/>
              <a:defRPr sz="2800"/>
            </a:lvl7pPr>
            <a:lvl8pPr lvl="7" algn="ctr" rtl="0">
              <a:lnSpc>
                <a:spcPct val="100000"/>
              </a:lnSpc>
              <a:spcBef>
                <a:spcPts val="500"/>
              </a:spcBef>
              <a:spcAft>
                <a:spcPts val="0"/>
              </a:spcAft>
              <a:buSzPts val="2800"/>
              <a:buNone/>
              <a:defRPr sz="2800"/>
            </a:lvl8pPr>
            <a:lvl9pPr lvl="8" algn="ctr" rtl="0">
              <a:lnSpc>
                <a:spcPct val="100000"/>
              </a:lnSpc>
              <a:spcBef>
                <a:spcPts val="500"/>
              </a:spcBef>
              <a:spcAft>
                <a:spcPts val="0"/>
              </a:spcAft>
              <a:buSzPts val="2800"/>
              <a:buNone/>
              <a:defRPr sz="2800"/>
            </a:lvl9pPr>
          </a:lstStyle>
          <a:p>
            <a:endParaRPr/>
          </a:p>
        </p:txBody>
      </p:sp>
      <p:sp>
        <p:nvSpPr>
          <p:cNvPr id="211" name="Google Shape;211;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Content - Dark 1">
  <p:cSld name="Title and Content - Dark 1">
    <p:bg>
      <p:bgPr>
        <a:solidFill>
          <a:srgbClr val="E5EEFC"/>
        </a:solidFill>
        <a:effectLst/>
      </p:bgPr>
    </p:bg>
    <p:spTree>
      <p:nvGrpSpPr>
        <p:cNvPr id="1" name="Shape 212"/>
        <p:cNvGrpSpPr/>
        <p:nvPr/>
      </p:nvGrpSpPr>
      <p:grpSpPr>
        <a:xfrm>
          <a:off x="0" y="0"/>
          <a:ext cx="0" cy="0"/>
          <a:chOff x="0" y="0"/>
          <a:chExt cx="0" cy="0"/>
        </a:xfrm>
      </p:grpSpPr>
      <p:sp>
        <p:nvSpPr>
          <p:cNvPr id="213" name="Google Shape;213;p44"/>
          <p:cNvSpPr txBox="1">
            <a:spLocks noGrp="1"/>
          </p:cNvSpPr>
          <p:nvPr>
            <p:ph type="title"/>
          </p:nvPr>
        </p:nvSpPr>
        <p:spPr>
          <a:xfrm>
            <a:off x="507491" y="422858"/>
            <a:ext cx="7331100" cy="3693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rgbClr val="0080FF"/>
              </a:buClr>
              <a:buSzPts val="1400"/>
              <a:buFont typeface="Manrope"/>
              <a:buNone/>
              <a:defRPr sz="2700" b="1">
                <a:solidFill>
                  <a:srgbClr val="0080FF"/>
                </a:solidFill>
                <a:latin typeface="Manrope"/>
                <a:ea typeface="Manrope"/>
                <a:cs typeface="Manrope"/>
                <a:sym typeface="Manrope"/>
              </a:defRPr>
            </a:lvl1pPr>
            <a:lvl2pPr lvl="1" algn="l" rtl="0">
              <a:lnSpc>
                <a:spcPct val="100000"/>
              </a:lnSpc>
              <a:spcBef>
                <a:spcPts val="0"/>
              </a:spcBef>
              <a:spcAft>
                <a:spcPts val="0"/>
              </a:spcAft>
              <a:buSzPts val="600"/>
              <a:buNone/>
              <a:defRPr/>
            </a:lvl2pPr>
            <a:lvl3pPr lvl="2" algn="l" rtl="0">
              <a:lnSpc>
                <a:spcPct val="100000"/>
              </a:lnSpc>
              <a:spcBef>
                <a:spcPts val="0"/>
              </a:spcBef>
              <a:spcAft>
                <a:spcPts val="0"/>
              </a:spcAft>
              <a:buSzPts val="600"/>
              <a:buNone/>
              <a:defRPr/>
            </a:lvl3pPr>
            <a:lvl4pPr lvl="3" algn="l" rtl="0">
              <a:lnSpc>
                <a:spcPct val="100000"/>
              </a:lnSpc>
              <a:spcBef>
                <a:spcPts val="0"/>
              </a:spcBef>
              <a:spcAft>
                <a:spcPts val="0"/>
              </a:spcAft>
              <a:buSzPts val="600"/>
              <a:buNone/>
              <a:defRPr/>
            </a:lvl4pPr>
            <a:lvl5pPr lvl="4" algn="l" rtl="0">
              <a:lnSpc>
                <a:spcPct val="100000"/>
              </a:lnSpc>
              <a:spcBef>
                <a:spcPts val="0"/>
              </a:spcBef>
              <a:spcAft>
                <a:spcPts val="0"/>
              </a:spcAft>
              <a:buSzPts val="600"/>
              <a:buNone/>
              <a:defRPr/>
            </a:lvl5pPr>
            <a:lvl6pPr lvl="5" algn="l" rtl="0">
              <a:lnSpc>
                <a:spcPct val="100000"/>
              </a:lnSpc>
              <a:spcBef>
                <a:spcPts val="0"/>
              </a:spcBef>
              <a:spcAft>
                <a:spcPts val="0"/>
              </a:spcAft>
              <a:buSzPts val="600"/>
              <a:buNone/>
              <a:defRPr/>
            </a:lvl6pPr>
            <a:lvl7pPr lvl="6" algn="l" rtl="0">
              <a:lnSpc>
                <a:spcPct val="100000"/>
              </a:lnSpc>
              <a:spcBef>
                <a:spcPts val="0"/>
              </a:spcBef>
              <a:spcAft>
                <a:spcPts val="0"/>
              </a:spcAft>
              <a:buSzPts val="600"/>
              <a:buNone/>
              <a:defRPr/>
            </a:lvl7pPr>
            <a:lvl8pPr lvl="7" algn="l" rtl="0">
              <a:lnSpc>
                <a:spcPct val="100000"/>
              </a:lnSpc>
              <a:spcBef>
                <a:spcPts val="0"/>
              </a:spcBef>
              <a:spcAft>
                <a:spcPts val="0"/>
              </a:spcAft>
              <a:buSzPts val="600"/>
              <a:buNone/>
              <a:defRPr/>
            </a:lvl8pPr>
            <a:lvl9pPr lvl="8" algn="l" rtl="0">
              <a:lnSpc>
                <a:spcPct val="100000"/>
              </a:lnSpc>
              <a:spcBef>
                <a:spcPts val="0"/>
              </a:spcBef>
              <a:spcAft>
                <a:spcPts val="0"/>
              </a:spcAft>
              <a:buSzPts val="600"/>
              <a:buNone/>
              <a:defRPr/>
            </a:lvl9pPr>
          </a:lstStyle>
          <a:p>
            <a:endParaRPr/>
          </a:p>
        </p:txBody>
      </p:sp>
      <p:sp>
        <p:nvSpPr>
          <p:cNvPr id="214" name="Google Shape;214;p44"/>
          <p:cNvSpPr txBox="1">
            <a:spLocks noGrp="1"/>
          </p:cNvSpPr>
          <p:nvPr>
            <p:ph type="body" idx="1"/>
          </p:nvPr>
        </p:nvSpPr>
        <p:spPr>
          <a:xfrm>
            <a:off x="507490" y="806330"/>
            <a:ext cx="7331100" cy="325200"/>
          </a:xfrm>
          <a:prstGeom prst="rect">
            <a:avLst/>
          </a:prstGeom>
          <a:noFill/>
          <a:ln>
            <a:noFill/>
          </a:ln>
        </p:spPr>
        <p:txBody>
          <a:bodyPr spcFirstLastPara="1" wrap="square" lIns="0" tIns="34275" rIns="68575" bIns="34275" anchor="t" anchorCtr="0">
            <a:normAutofit/>
          </a:bodyPr>
          <a:lstStyle>
            <a:lvl1pPr marL="457200" lvl="0" indent="-228600" algn="l" rtl="0">
              <a:lnSpc>
                <a:spcPct val="100000"/>
              </a:lnSpc>
              <a:spcBef>
                <a:spcPts val="0"/>
              </a:spcBef>
              <a:spcAft>
                <a:spcPts val="0"/>
              </a:spcAft>
              <a:buClr>
                <a:srgbClr val="012376"/>
              </a:buClr>
              <a:buSzPts val="1200"/>
              <a:buFont typeface="Manrope Medium"/>
              <a:buNone/>
              <a:defRPr sz="1400">
                <a:solidFill>
                  <a:srgbClr val="012376"/>
                </a:solidFill>
                <a:latin typeface="Manrope Medium"/>
                <a:ea typeface="Manrope Medium"/>
                <a:cs typeface="Manrope Medium"/>
                <a:sym typeface="Manrope Medium"/>
              </a:defRPr>
            </a:lvl1pPr>
            <a:lvl2pPr marL="914400" lvl="1"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2pPr>
            <a:lvl3pPr marL="1371600" lvl="2"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3pPr>
            <a:lvl4pPr marL="1828800" lvl="3"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4pPr>
            <a:lvl5pPr marL="2286000" lvl="4"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5pPr>
            <a:lvl6pPr marL="2743200" lvl="5"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6pPr>
            <a:lvl7pPr marL="3200400" lvl="6"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7pPr>
            <a:lvl8pPr marL="3657600" lvl="7"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8pPr>
            <a:lvl9pPr marL="4114800" lvl="8" indent="-228600" algn="l" rtl="0">
              <a:lnSpc>
                <a:spcPct val="100000"/>
              </a:lnSpc>
              <a:spcBef>
                <a:spcPts val="0"/>
              </a:spcBef>
              <a:spcAft>
                <a:spcPts val="0"/>
              </a:spcAft>
              <a:buClr>
                <a:srgbClr val="012376"/>
              </a:buClr>
              <a:buSzPts val="1100"/>
              <a:buFont typeface="Manrope Medium"/>
              <a:buNone/>
              <a:defRPr>
                <a:solidFill>
                  <a:srgbClr val="012376"/>
                </a:solidFill>
                <a:latin typeface="Manrope Medium"/>
                <a:ea typeface="Manrope Medium"/>
                <a:cs typeface="Manrope Medium"/>
                <a:sym typeface="Manrope Medium"/>
              </a:defRPr>
            </a:lvl9pPr>
          </a:lstStyle>
          <a:p>
            <a:endParaRPr/>
          </a:p>
        </p:txBody>
      </p:sp>
      <p:pic>
        <p:nvPicPr>
          <p:cNvPr id="215" name="Google Shape;215;p44"/>
          <p:cNvPicPr preferRelativeResize="0"/>
          <p:nvPr/>
        </p:nvPicPr>
        <p:blipFill rotWithShape="1">
          <a:blip r:embed="rId2">
            <a:alphaModFix/>
          </a:blip>
          <a:srcRect/>
          <a:stretch/>
        </p:blipFill>
        <p:spPr>
          <a:xfrm>
            <a:off x="8732520" y="0"/>
            <a:ext cx="411480" cy="411480"/>
          </a:xfrm>
          <a:prstGeom prst="rect">
            <a:avLst/>
          </a:prstGeom>
          <a:noFill/>
          <a:ln>
            <a:noFill/>
          </a:ln>
        </p:spPr>
      </p:pic>
      <p:sp>
        <p:nvSpPr>
          <p:cNvPr id="216" name="Google Shape;216;p44"/>
          <p:cNvSpPr txBox="1"/>
          <p:nvPr/>
        </p:nvSpPr>
        <p:spPr>
          <a:xfrm>
            <a:off x="7679750" y="4874100"/>
            <a:ext cx="1290000" cy="246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400" b="1">
                <a:solidFill>
                  <a:srgbClr val="0080FF"/>
                </a:solidFill>
                <a:latin typeface="Manrope"/>
                <a:ea typeface="Manrope"/>
                <a:cs typeface="Manrope"/>
                <a:sym typeface="Manrope"/>
              </a:rPr>
              <a:t>Copyright Orca Security 2022</a:t>
            </a:r>
            <a:endParaRPr sz="400" b="1">
              <a:solidFill>
                <a:srgbClr val="0080FF"/>
              </a:solidFill>
              <a:latin typeface="Manrope"/>
              <a:ea typeface="Manrope"/>
              <a:cs typeface="Manrope"/>
              <a:sym typeface="Manrope"/>
            </a:endParaRPr>
          </a:p>
        </p:txBody>
      </p:sp>
      <p:sp>
        <p:nvSpPr>
          <p:cNvPr id="217" name="Google Shape;217;p44"/>
          <p:cNvSpPr txBox="1">
            <a:spLocks noGrp="1"/>
          </p:cNvSpPr>
          <p:nvPr>
            <p:ph type="sldNum" idx="12"/>
          </p:nvPr>
        </p:nvSpPr>
        <p:spPr>
          <a:xfrm>
            <a:off x="8788140" y="4852351"/>
            <a:ext cx="411600" cy="138900"/>
          </a:xfrm>
          <a:prstGeom prst="rect">
            <a:avLst/>
          </a:prstGeom>
          <a:noFill/>
          <a:ln>
            <a:noFill/>
          </a:ln>
        </p:spPr>
        <p:txBody>
          <a:bodyPr spcFirstLastPara="1" wrap="square" lIns="91425" tIns="91425" rIns="91425" bIns="91425" anchor="t" anchorCtr="0">
            <a:noAutofit/>
          </a:bodyPr>
          <a:lstStyle>
            <a:lvl1pPr lvl="0" algn="ctr" rtl="0">
              <a:buNone/>
              <a:defRPr sz="600" b="1">
                <a:solidFill>
                  <a:srgbClr val="012376"/>
                </a:solidFill>
                <a:latin typeface="Manrope"/>
                <a:ea typeface="Manrope"/>
                <a:cs typeface="Manrope"/>
                <a:sym typeface="Manrope"/>
              </a:defRPr>
            </a:lvl1pPr>
            <a:lvl2pPr lvl="1" algn="ctr" rtl="0">
              <a:buNone/>
              <a:defRPr sz="600" b="1">
                <a:solidFill>
                  <a:srgbClr val="012376"/>
                </a:solidFill>
                <a:latin typeface="Manrope"/>
                <a:ea typeface="Manrope"/>
                <a:cs typeface="Manrope"/>
                <a:sym typeface="Manrope"/>
              </a:defRPr>
            </a:lvl2pPr>
            <a:lvl3pPr lvl="2" algn="ctr" rtl="0">
              <a:buNone/>
              <a:defRPr sz="600" b="1">
                <a:solidFill>
                  <a:srgbClr val="012376"/>
                </a:solidFill>
                <a:latin typeface="Manrope"/>
                <a:ea typeface="Manrope"/>
                <a:cs typeface="Manrope"/>
                <a:sym typeface="Manrope"/>
              </a:defRPr>
            </a:lvl3pPr>
            <a:lvl4pPr lvl="3" algn="ctr" rtl="0">
              <a:buNone/>
              <a:defRPr sz="600" b="1">
                <a:solidFill>
                  <a:srgbClr val="012376"/>
                </a:solidFill>
                <a:latin typeface="Manrope"/>
                <a:ea typeface="Manrope"/>
                <a:cs typeface="Manrope"/>
                <a:sym typeface="Manrope"/>
              </a:defRPr>
            </a:lvl4pPr>
            <a:lvl5pPr lvl="4" algn="ctr" rtl="0">
              <a:buNone/>
              <a:defRPr sz="600" b="1">
                <a:solidFill>
                  <a:srgbClr val="012376"/>
                </a:solidFill>
                <a:latin typeface="Manrope"/>
                <a:ea typeface="Manrope"/>
                <a:cs typeface="Manrope"/>
                <a:sym typeface="Manrope"/>
              </a:defRPr>
            </a:lvl5pPr>
            <a:lvl6pPr lvl="5" algn="ctr" rtl="0">
              <a:buNone/>
              <a:defRPr sz="600" b="1">
                <a:solidFill>
                  <a:srgbClr val="012376"/>
                </a:solidFill>
                <a:latin typeface="Manrope"/>
                <a:ea typeface="Manrope"/>
                <a:cs typeface="Manrope"/>
                <a:sym typeface="Manrope"/>
              </a:defRPr>
            </a:lvl6pPr>
            <a:lvl7pPr lvl="6" algn="ctr" rtl="0">
              <a:buNone/>
              <a:defRPr sz="600" b="1">
                <a:solidFill>
                  <a:srgbClr val="012376"/>
                </a:solidFill>
                <a:latin typeface="Manrope"/>
                <a:ea typeface="Manrope"/>
                <a:cs typeface="Manrope"/>
                <a:sym typeface="Manrope"/>
              </a:defRPr>
            </a:lvl7pPr>
            <a:lvl8pPr lvl="7" algn="ctr" rtl="0">
              <a:buNone/>
              <a:defRPr sz="600" b="1">
                <a:solidFill>
                  <a:srgbClr val="012376"/>
                </a:solidFill>
                <a:latin typeface="Manrope"/>
                <a:ea typeface="Manrope"/>
                <a:cs typeface="Manrope"/>
                <a:sym typeface="Manrope"/>
              </a:defRPr>
            </a:lvl8pPr>
            <a:lvl9pPr lvl="8" algn="ctr" rtl="0">
              <a:buNone/>
              <a:defRPr sz="600" b="1">
                <a:solidFill>
                  <a:srgbClr val="012376"/>
                </a:solidFill>
                <a:latin typeface="Manrope"/>
                <a:ea typeface="Manrope"/>
                <a:cs typeface="Manrope"/>
                <a:sym typeface="Manrop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Content - Light 1">
  <p:cSld name="Title and Content - Light 1">
    <p:bg>
      <p:bgPr>
        <a:solidFill>
          <a:srgbClr val="E5EEFC"/>
        </a:solidFill>
        <a:effectLst/>
      </p:bgPr>
    </p:bg>
    <p:spTree>
      <p:nvGrpSpPr>
        <p:cNvPr id="1" name="Shape 218"/>
        <p:cNvGrpSpPr/>
        <p:nvPr/>
      </p:nvGrpSpPr>
      <p:grpSpPr>
        <a:xfrm>
          <a:off x="0" y="0"/>
          <a:ext cx="0" cy="0"/>
          <a:chOff x="0" y="0"/>
          <a:chExt cx="0" cy="0"/>
        </a:xfrm>
      </p:grpSpPr>
      <p:sp>
        <p:nvSpPr>
          <p:cNvPr id="219" name="Google Shape;219;p45"/>
          <p:cNvSpPr txBox="1">
            <a:spLocks noGrp="1"/>
          </p:cNvSpPr>
          <p:nvPr>
            <p:ph type="title"/>
          </p:nvPr>
        </p:nvSpPr>
        <p:spPr>
          <a:xfrm>
            <a:off x="507492" y="422858"/>
            <a:ext cx="7332600" cy="3693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accent5"/>
              </a:buClr>
              <a:buSzPts val="1400"/>
              <a:buFont typeface="Arial"/>
              <a:buNone/>
              <a:defRPr sz="2700" b="0">
                <a:solidFill>
                  <a:schemeClr val="accent3"/>
                </a:solidFill>
                <a:latin typeface="Arial"/>
                <a:ea typeface="Arial"/>
                <a:cs typeface="Arial"/>
                <a:sym typeface="Arial"/>
              </a:defRPr>
            </a:lvl1pPr>
            <a:lvl2pPr lvl="1" algn="l" rtl="0">
              <a:lnSpc>
                <a:spcPct val="100000"/>
              </a:lnSpc>
              <a:spcBef>
                <a:spcPts val="0"/>
              </a:spcBef>
              <a:spcAft>
                <a:spcPts val="0"/>
              </a:spcAft>
              <a:buSzPts val="600"/>
              <a:buNone/>
              <a:defRPr/>
            </a:lvl2pPr>
            <a:lvl3pPr lvl="2" algn="l" rtl="0">
              <a:lnSpc>
                <a:spcPct val="100000"/>
              </a:lnSpc>
              <a:spcBef>
                <a:spcPts val="0"/>
              </a:spcBef>
              <a:spcAft>
                <a:spcPts val="0"/>
              </a:spcAft>
              <a:buSzPts val="600"/>
              <a:buNone/>
              <a:defRPr/>
            </a:lvl3pPr>
            <a:lvl4pPr lvl="3" algn="l" rtl="0">
              <a:lnSpc>
                <a:spcPct val="100000"/>
              </a:lnSpc>
              <a:spcBef>
                <a:spcPts val="0"/>
              </a:spcBef>
              <a:spcAft>
                <a:spcPts val="0"/>
              </a:spcAft>
              <a:buSzPts val="600"/>
              <a:buNone/>
              <a:defRPr/>
            </a:lvl4pPr>
            <a:lvl5pPr lvl="4" algn="l" rtl="0">
              <a:lnSpc>
                <a:spcPct val="100000"/>
              </a:lnSpc>
              <a:spcBef>
                <a:spcPts val="0"/>
              </a:spcBef>
              <a:spcAft>
                <a:spcPts val="0"/>
              </a:spcAft>
              <a:buSzPts val="600"/>
              <a:buNone/>
              <a:defRPr/>
            </a:lvl5pPr>
            <a:lvl6pPr lvl="5" algn="l" rtl="0">
              <a:lnSpc>
                <a:spcPct val="100000"/>
              </a:lnSpc>
              <a:spcBef>
                <a:spcPts val="0"/>
              </a:spcBef>
              <a:spcAft>
                <a:spcPts val="0"/>
              </a:spcAft>
              <a:buSzPts val="600"/>
              <a:buNone/>
              <a:defRPr/>
            </a:lvl6pPr>
            <a:lvl7pPr lvl="6" algn="l" rtl="0">
              <a:lnSpc>
                <a:spcPct val="100000"/>
              </a:lnSpc>
              <a:spcBef>
                <a:spcPts val="0"/>
              </a:spcBef>
              <a:spcAft>
                <a:spcPts val="0"/>
              </a:spcAft>
              <a:buSzPts val="600"/>
              <a:buNone/>
              <a:defRPr/>
            </a:lvl7pPr>
            <a:lvl8pPr lvl="7" algn="l" rtl="0">
              <a:lnSpc>
                <a:spcPct val="100000"/>
              </a:lnSpc>
              <a:spcBef>
                <a:spcPts val="0"/>
              </a:spcBef>
              <a:spcAft>
                <a:spcPts val="0"/>
              </a:spcAft>
              <a:buSzPts val="600"/>
              <a:buNone/>
              <a:defRPr/>
            </a:lvl8pPr>
            <a:lvl9pPr lvl="8" algn="l" rtl="0">
              <a:lnSpc>
                <a:spcPct val="100000"/>
              </a:lnSpc>
              <a:spcBef>
                <a:spcPts val="0"/>
              </a:spcBef>
              <a:spcAft>
                <a:spcPts val="0"/>
              </a:spcAft>
              <a:buSzPts val="600"/>
              <a:buNone/>
              <a:defRPr/>
            </a:lvl9pPr>
          </a:lstStyle>
          <a:p>
            <a:endParaRPr/>
          </a:p>
        </p:txBody>
      </p:sp>
      <p:sp>
        <p:nvSpPr>
          <p:cNvPr id="220" name="Google Shape;220;p45"/>
          <p:cNvSpPr txBox="1">
            <a:spLocks noGrp="1"/>
          </p:cNvSpPr>
          <p:nvPr>
            <p:ph type="body" idx="1"/>
          </p:nvPr>
        </p:nvSpPr>
        <p:spPr>
          <a:xfrm>
            <a:off x="507491" y="806330"/>
            <a:ext cx="7332600" cy="325200"/>
          </a:xfrm>
          <a:prstGeom prst="rect">
            <a:avLst/>
          </a:prstGeom>
          <a:noFill/>
          <a:ln>
            <a:noFill/>
          </a:ln>
        </p:spPr>
        <p:txBody>
          <a:bodyPr spcFirstLastPara="1" wrap="square" lIns="0" tIns="34275" rIns="68575" bIns="34275" anchor="t" anchorCtr="0">
            <a:normAutofit/>
          </a:bodyPr>
          <a:lstStyle>
            <a:lvl1pPr marL="457200" lvl="0" indent="-228600" algn="l" rtl="0">
              <a:lnSpc>
                <a:spcPct val="100000"/>
              </a:lnSpc>
              <a:spcBef>
                <a:spcPts val="0"/>
              </a:spcBef>
              <a:spcAft>
                <a:spcPts val="0"/>
              </a:spcAft>
              <a:buSzPts val="1100"/>
              <a:buNone/>
              <a:defRPr sz="1400">
                <a:solidFill>
                  <a:schemeClr val="dk1"/>
                </a:solidFill>
                <a:latin typeface="Arial"/>
                <a:ea typeface="Arial"/>
                <a:cs typeface="Arial"/>
                <a:sym typeface="Arial"/>
              </a:defRPr>
            </a:lvl1pPr>
            <a:lvl2pPr marL="914400" lvl="1" indent="-228600" algn="l" rtl="0">
              <a:lnSpc>
                <a:spcPct val="100000"/>
              </a:lnSpc>
              <a:spcBef>
                <a:spcPts val="0"/>
              </a:spcBef>
              <a:spcAft>
                <a:spcPts val="0"/>
              </a:spcAft>
              <a:buSzPts val="1100"/>
              <a:buNone/>
              <a:defRPr/>
            </a:lvl2pPr>
            <a:lvl3pPr marL="1371600" lvl="2" indent="-228600" algn="l" rtl="0">
              <a:lnSpc>
                <a:spcPct val="100000"/>
              </a:lnSpc>
              <a:spcBef>
                <a:spcPts val="0"/>
              </a:spcBef>
              <a:spcAft>
                <a:spcPts val="0"/>
              </a:spcAft>
              <a:buSzPts val="1100"/>
              <a:buNone/>
              <a:defRPr/>
            </a:lvl3pPr>
            <a:lvl4pPr marL="1828800" lvl="3" indent="-228600" algn="l" rtl="0">
              <a:lnSpc>
                <a:spcPct val="100000"/>
              </a:lnSpc>
              <a:spcBef>
                <a:spcPts val="0"/>
              </a:spcBef>
              <a:spcAft>
                <a:spcPts val="0"/>
              </a:spcAft>
              <a:buSzPts val="1100"/>
              <a:buNone/>
              <a:defRPr/>
            </a:lvl4pPr>
            <a:lvl5pPr marL="2286000" lvl="4" indent="-228600" algn="l" rtl="0">
              <a:lnSpc>
                <a:spcPct val="100000"/>
              </a:lnSpc>
              <a:spcBef>
                <a:spcPts val="0"/>
              </a:spcBef>
              <a:spcAft>
                <a:spcPts val="0"/>
              </a:spcAft>
              <a:buSzPts val="1100"/>
              <a:buNone/>
              <a:defRPr/>
            </a:lvl5pPr>
            <a:lvl6pPr marL="2743200" lvl="5" indent="-228600" algn="l" rtl="0">
              <a:lnSpc>
                <a:spcPct val="100000"/>
              </a:lnSpc>
              <a:spcBef>
                <a:spcPts val="0"/>
              </a:spcBef>
              <a:spcAft>
                <a:spcPts val="0"/>
              </a:spcAft>
              <a:buSzPts val="1100"/>
              <a:buNone/>
              <a:defRPr/>
            </a:lvl6pPr>
            <a:lvl7pPr marL="3200400" lvl="6" indent="-228600" algn="l" rtl="0">
              <a:lnSpc>
                <a:spcPct val="100000"/>
              </a:lnSpc>
              <a:spcBef>
                <a:spcPts val="0"/>
              </a:spcBef>
              <a:spcAft>
                <a:spcPts val="0"/>
              </a:spcAft>
              <a:buSzPts val="1100"/>
              <a:buNone/>
              <a:defRPr/>
            </a:lvl7pPr>
            <a:lvl8pPr marL="3657600" lvl="7" indent="-228600" algn="l" rtl="0">
              <a:lnSpc>
                <a:spcPct val="100000"/>
              </a:lnSpc>
              <a:spcBef>
                <a:spcPts val="0"/>
              </a:spcBef>
              <a:spcAft>
                <a:spcPts val="0"/>
              </a:spcAft>
              <a:buSzPts val="1100"/>
              <a:buNone/>
              <a:defRPr/>
            </a:lvl8pPr>
            <a:lvl9pPr marL="4114800" lvl="8" indent="-228600" algn="l" rtl="0">
              <a:lnSpc>
                <a:spcPct val="100000"/>
              </a:lnSpc>
              <a:spcBef>
                <a:spcPts val="0"/>
              </a:spcBef>
              <a:spcAft>
                <a:spcPts val="0"/>
              </a:spcAft>
              <a:buSzPts val="1100"/>
              <a:buNone/>
              <a:defRPr/>
            </a:lvl9pPr>
          </a:lstStyle>
          <a:p>
            <a:endParaRPr/>
          </a:p>
        </p:txBody>
      </p:sp>
      <p:sp>
        <p:nvSpPr>
          <p:cNvPr id="221" name="Google Shape;221;p45"/>
          <p:cNvSpPr txBox="1"/>
          <p:nvPr/>
        </p:nvSpPr>
        <p:spPr>
          <a:xfrm>
            <a:off x="7679750" y="4874100"/>
            <a:ext cx="1290000" cy="246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400" b="1">
                <a:solidFill>
                  <a:srgbClr val="0080FF"/>
                </a:solidFill>
                <a:latin typeface="Manrope"/>
                <a:ea typeface="Manrope"/>
                <a:cs typeface="Manrope"/>
                <a:sym typeface="Manrope"/>
              </a:rPr>
              <a:t>Copyright Orca Security 2022</a:t>
            </a:r>
            <a:endParaRPr sz="400" b="1">
              <a:solidFill>
                <a:srgbClr val="0080FF"/>
              </a:solidFill>
              <a:latin typeface="Manrope"/>
              <a:ea typeface="Manrope"/>
              <a:cs typeface="Manrope"/>
              <a:sym typeface="Manrope"/>
            </a:endParaRPr>
          </a:p>
        </p:txBody>
      </p:sp>
      <p:sp>
        <p:nvSpPr>
          <p:cNvPr id="222" name="Google Shape;222;p45"/>
          <p:cNvSpPr txBox="1">
            <a:spLocks noGrp="1"/>
          </p:cNvSpPr>
          <p:nvPr>
            <p:ph type="sldNum" idx="12"/>
          </p:nvPr>
        </p:nvSpPr>
        <p:spPr>
          <a:xfrm>
            <a:off x="8788140" y="4852351"/>
            <a:ext cx="411600" cy="138900"/>
          </a:xfrm>
          <a:prstGeom prst="rect">
            <a:avLst/>
          </a:prstGeom>
          <a:noFill/>
          <a:ln>
            <a:noFill/>
          </a:ln>
        </p:spPr>
        <p:txBody>
          <a:bodyPr spcFirstLastPara="1" wrap="square" lIns="91425" tIns="91425" rIns="91425" bIns="91425" anchor="t" anchorCtr="0">
            <a:noAutofit/>
          </a:bodyPr>
          <a:lstStyle>
            <a:lvl1pPr lvl="0" algn="ctr" rtl="0">
              <a:buNone/>
              <a:defRPr sz="600" b="1">
                <a:solidFill>
                  <a:srgbClr val="012376"/>
                </a:solidFill>
                <a:latin typeface="Manrope"/>
                <a:ea typeface="Manrope"/>
                <a:cs typeface="Manrope"/>
                <a:sym typeface="Manrope"/>
              </a:defRPr>
            </a:lvl1pPr>
            <a:lvl2pPr lvl="1" algn="ctr" rtl="0">
              <a:buNone/>
              <a:defRPr sz="600" b="1">
                <a:solidFill>
                  <a:srgbClr val="012376"/>
                </a:solidFill>
                <a:latin typeface="Manrope"/>
                <a:ea typeface="Manrope"/>
                <a:cs typeface="Manrope"/>
                <a:sym typeface="Manrope"/>
              </a:defRPr>
            </a:lvl2pPr>
            <a:lvl3pPr lvl="2" algn="ctr" rtl="0">
              <a:buNone/>
              <a:defRPr sz="600" b="1">
                <a:solidFill>
                  <a:srgbClr val="012376"/>
                </a:solidFill>
                <a:latin typeface="Manrope"/>
                <a:ea typeface="Manrope"/>
                <a:cs typeface="Manrope"/>
                <a:sym typeface="Manrope"/>
              </a:defRPr>
            </a:lvl3pPr>
            <a:lvl4pPr lvl="3" algn="ctr" rtl="0">
              <a:buNone/>
              <a:defRPr sz="600" b="1">
                <a:solidFill>
                  <a:srgbClr val="012376"/>
                </a:solidFill>
                <a:latin typeface="Manrope"/>
                <a:ea typeface="Manrope"/>
                <a:cs typeface="Manrope"/>
                <a:sym typeface="Manrope"/>
              </a:defRPr>
            </a:lvl4pPr>
            <a:lvl5pPr lvl="4" algn="ctr" rtl="0">
              <a:buNone/>
              <a:defRPr sz="600" b="1">
                <a:solidFill>
                  <a:srgbClr val="012376"/>
                </a:solidFill>
                <a:latin typeface="Manrope"/>
                <a:ea typeface="Manrope"/>
                <a:cs typeface="Manrope"/>
                <a:sym typeface="Manrope"/>
              </a:defRPr>
            </a:lvl5pPr>
            <a:lvl6pPr lvl="5" algn="ctr" rtl="0">
              <a:buNone/>
              <a:defRPr sz="600" b="1">
                <a:solidFill>
                  <a:srgbClr val="012376"/>
                </a:solidFill>
                <a:latin typeface="Manrope"/>
                <a:ea typeface="Manrope"/>
                <a:cs typeface="Manrope"/>
                <a:sym typeface="Manrope"/>
              </a:defRPr>
            </a:lvl6pPr>
            <a:lvl7pPr lvl="6" algn="ctr" rtl="0">
              <a:buNone/>
              <a:defRPr sz="600" b="1">
                <a:solidFill>
                  <a:srgbClr val="012376"/>
                </a:solidFill>
                <a:latin typeface="Manrope"/>
                <a:ea typeface="Manrope"/>
                <a:cs typeface="Manrope"/>
                <a:sym typeface="Manrope"/>
              </a:defRPr>
            </a:lvl7pPr>
            <a:lvl8pPr lvl="7" algn="ctr" rtl="0">
              <a:buNone/>
              <a:defRPr sz="600" b="1">
                <a:solidFill>
                  <a:srgbClr val="012376"/>
                </a:solidFill>
                <a:latin typeface="Manrope"/>
                <a:ea typeface="Manrope"/>
                <a:cs typeface="Manrope"/>
                <a:sym typeface="Manrope"/>
              </a:defRPr>
            </a:lvl8pPr>
            <a:lvl9pPr lvl="8" algn="ctr" rtl="0">
              <a:buNone/>
              <a:defRPr sz="600" b="1">
                <a:solidFill>
                  <a:srgbClr val="012376"/>
                </a:solidFill>
                <a:latin typeface="Manrope"/>
                <a:ea typeface="Manrope"/>
                <a:cs typeface="Manrope"/>
                <a:sym typeface="Manrope"/>
              </a:defRPr>
            </a:lvl9pPr>
          </a:lstStyle>
          <a:p>
            <a:pPr marL="0" lvl="0" indent="0" algn="ctr" rtl="0">
              <a:spcBef>
                <a:spcPts val="0"/>
              </a:spcBef>
              <a:spcAft>
                <a:spcPts val="0"/>
              </a:spcAft>
              <a:buNone/>
            </a:pPr>
            <a:fld id="{00000000-1234-1234-1234-123412341234}" type="slidenum">
              <a:rPr lang="en"/>
              <a:t>‹#›</a:t>
            </a:fld>
            <a:endParaRPr/>
          </a:p>
        </p:txBody>
      </p:sp>
      <p:pic>
        <p:nvPicPr>
          <p:cNvPr id="223" name="Google Shape;223;p45"/>
          <p:cNvPicPr preferRelativeResize="0"/>
          <p:nvPr/>
        </p:nvPicPr>
        <p:blipFill rotWithShape="1">
          <a:blip r:embed="rId2">
            <a:alphaModFix/>
          </a:blip>
          <a:srcRect/>
          <a:stretch/>
        </p:blipFill>
        <p:spPr>
          <a:xfrm>
            <a:off x="8732520" y="0"/>
            <a:ext cx="411480" cy="41148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_Title and Content - Dark 1">
  <p:cSld name="1_Title and Content - Dark 1">
    <p:bg>
      <p:bgPr>
        <a:solidFill>
          <a:srgbClr val="E5EEFC"/>
        </a:solidFill>
        <a:effectLst/>
      </p:bgPr>
    </p:bg>
    <p:spTree>
      <p:nvGrpSpPr>
        <p:cNvPr id="1" name="Shape 224"/>
        <p:cNvGrpSpPr/>
        <p:nvPr/>
      </p:nvGrpSpPr>
      <p:grpSpPr>
        <a:xfrm>
          <a:off x="0" y="0"/>
          <a:ext cx="0" cy="0"/>
          <a:chOff x="0" y="0"/>
          <a:chExt cx="0" cy="0"/>
        </a:xfrm>
      </p:grpSpPr>
      <p:sp>
        <p:nvSpPr>
          <p:cNvPr id="225" name="Google Shape;225;p46"/>
          <p:cNvSpPr txBox="1">
            <a:spLocks noGrp="1"/>
          </p:cNvSpPr>
          <p:nvPr>
            <p:ph type="title"/>
          </p:nvPr>
        </p:nvSpPr>
        <p:spPr>
          <a:xfrm>
            <a:off x="507491" y="422858"/>
            <a:ext cx="7331100" cy="3693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accent5"/>
              </a:buClr>
              <a:buSzPts val="1800"/>
              <a:buFont typeface="Arial"/>
              <a:buNone/>
              <a:defRPr sz="2700" b="0">
                <a:solidFill>
                  <a:schemeClr val="lt1"/>
                </a:solidFill>
                <a:latin typeface="Arial"/>
                <a:ea typeface="Arial"/>
                <a:cs typeface="Arial"/>
                <a:sym typeface="Arial"/>
              </a:defRPr>
            </a:lvl1pPr>
            <a:lvl2pPr lvl="1" algn="l" rtl="0">
              <a:lnSpc>
                <a:spcPct val="100000"/>
              </a:lnSpc>
              <a:spcBef>
                <a:spcPts val="0"/>
              </a:spcBef>
              <a:spcAft>
                <a:spcPts val="0"/>
              </a:spcAft>
              <a:buSzPts val="800"/>
              <a:buNone/>
              <a:defRPr/>
            </a:lvl2pPr>
            <a:lvl3pPr lvl="2" algn="l" rtl="0">
              <a:lnSpc>
                <a:spcPct val="100000"/>
              </a:lnSpc>
              <a:spcBef>
                <a:spcPts val="0"/>
              </a:spcBef>
              <a:spcAft>
                <a:spcPts val="0"/>
              </a:spcAft>
              <a:buSzPts val="800"/>
              <a:buNone/>
              <a:defRPr/>
            </a:lvl3pPr>
            <a:lvl4pPr lvl="3" algn="l" rtl="0">
              <a:lnSpc>
                <a:spcPct val="100000"/>
              </a:lnSpc>
              <a:spcBef>
                <a:spcPts val="0"/>
              </a:spcBef>
              <a:spcAft>
                <a:spcPts val="0"/>
              </a:spcAft>
              <a:buSzPts val="800"/>
              <a:buNone/>
              <a:defRPr/>
            </a:lvl4pPr>
            <a:lvl5pPr lvl="4" algn="l" rtl="0">
              <a:lnSpc>
                <a:spcPct val="100000"/>
              </a:lnSpc>
              <a:spcBef>
                <a:spcPts val="0"/>
              </a:spcBef>
              <a:spcAft>
                <a:spcPts val="0"/>
              </a:spcAft>
              <a:buSzPts val="800"/>
              <a:buNone/>
              <a:defRPr/>
            </a:lvl5pPr>
            <a:lvl6pPr lvl="5" algn="l" rtl="0">
              <a:lnSpc>
                <a:spcPct val="100000"/>
              </a:lnSpc>
              <a:spcBef>
                <a:spcPts val="0"/>
              </a:spcBef>
              <a:spcAft>
                <a:spcPts val="0"/>
              </a:spcAft>
              <a:buSzPts val="800"/>
              <a:buNone/>
              <a:defRPr/>
            </a:lvl6pPr>
            <a:lvl7pPr lvl="6" algn="l" rtl="0">
              <a:lnSpc>
                <a:spcPct val="100000"/>
              </a:lnSpc>
              <a:spcBef>
                <a:spcPts val="0"/>
              </a:spcBef>
              <a:spcAft>
                <a:spcPts val="0"/>
              </a:spcAft>
              <a:buSzPts val="800"/>
              <a:buNone/>
              <a:defRPr/>
            </a:lvl7pPr>
            <a:lvl8pPr lvl="7" algn="l" rtl="0">
              <a:lnSpc>
                <a:spcPct val="100000"/>
              </a:lnSpc>
              <a:spcBef>
                <a:spcPts val="0"/>
              </a:spcBef>
              <a:spcAft>
                <a:spcPts val="0"/>
              </a:spcAft>
              <a:buSzPts val="800"/>
              <a:buNone/>
              <a:defRPr/>
            </a:lvl8pPr>
            <a:lvl9pPr lvl="8" algn="l" rtl="0">
              <a:lnSpc>
                <a:spcPct val="100000"/>
              </a:lnSpc>
              <a:spcBef>
                <a:spcPts val="0"/>
              </a:spcBef>
              <a:spcAft>
                <a:spcPts val="0"/>
              </a:spcAft>
              <a:buSzPts val="800"/>
              <a:buNone/>
              <a:defRPr/>
            </a:lvl9pPr>
          </a:lstStyle>
          <a:p>
            <a:endParaRPr/>
          </a:p>
        </p:txBody>
      </p:sp>
      <p:sp>
        <p:nvSpPr>
          <p:cNvPr id="226" name="Google Shape;226;p46"/>
          <p:cNvSpPr txBox="1">
            <a:spLocks noGrp="1"/>
          </p:cNvSpPr>
          <p:nvPr>
            <p:ph type="body" idx="1"/>
          </p:nvPr>
        </p:nvSpPr>
        <p:spPr>
          <a:xfrm>
            <a:off x="507491" y="806331"/>
            <a:ext cx="7331100" cy="324900"/>
          </a:xfrm>
          <a:prstGeom prst="rect">
            <a:avLst/>
          </a:prstGeom>
          <a:noFill/>
          <a:ln>
            <a:noFill/>
          </a:ln>
        </p:spPr>
        <p:txBody>
          <a:bodyPr spcFirstLastPara="1" wrap="square" lIns="0" tIns="34275" rIns="68575" bIns="34275" anchor="t" anchorCtr="0">
            <a:normAutofit/>
          </a:bodyPr>
          <a:lstStyle>
            <a:lvl1pPr marL="457200" lvl="0" indent="-298450" algn="l" rtl="0">
              <a:lnSpc>
                <a:spcPct val="100000"/>
              </a:lnSpc>
              <a:spcBef>
                <a:spcPts val="0"/>
              </a:spcBef>
              <a:spcAft>
                <a:spcPts val="0"/>
              </a:spcAft>
              <a:buSzPts val="1100"/>
              <a:buChar char="•"/>
              <a:defRPr sz="1350">
                <a:solidFill>
                  <a:schemeClr val="lt2"/>
                </a:solidFill>
                <a:latin typeface="Arial"/>
                <a:ea typeface="Arial"/>
                <a:cs typeface="Arial"/>
                <a:sym typeface="Arial"/>
              </a:defRPr>
            </a:lvl1pPr>
            <a:lvl2pPr marL="914400" lvl="1" indent="-298450" algn="l" rtl="0">
              <a:lnSpc>
                <a:spcPct val="100000"/>
              </a:lnSpc>
              <a:spcBef>
                <a:spcPts val="0"/>
              </a:spcBef>
              <a:spcAft>
                <a:spcPts val="0"/>
              </a:spcAft>
              <a:buSzPts val="1100"/>
              <a:buChar char="•"/>
              <a:defRPr/>
            </a:lvl2pPr>
            <a:lvl3pPr marL="1371600" lvl="2" indent="-298450" algn="l" rtl="0">
              <a:lnSpc>
                <a:spcPct val="100000"/>
              </a:lnSpc>
              <a:spcBef>
                <a:spcPts val="0"/>
              </a:spcBef>
              <a:spcAft>
                <a:spcPts val="0"/>
              </a:spcAft>
              <a:buSzPts val="1100"/>
              <a:buChar char="•"/>
              <a:defRPr/>
            </a:lvl3pPr>
            <a:lvl4pPr marL="1828800" lvl="3" indent="-298450" algn="l" rtl="0">
              <a:lnSpc>
                <a:spcPct val="100000"/>
              </a:lnSpc>
              <a:spcBef>
                <a:spcPts val="0"/>
              </a:spcBef>
              <a:spcAft>
                <a:spcPts val="0"/>
              </a:spcAft>
              <a:buSzPts val="1100"/>
              <a:buChar char="•"/>
              <a:defRPr/>
            </a:lvl4pPr>
            <a:lvl5pPr marL="2286000" lvl="4" indent="-298450" algn="l" rtl="0">
              <a:lnSpc>
                <a:spcPct val="100000"/>
              </a:lnSpc>
              <a:spcBef>
                <a:spcPts val="0"/>
              </a:spcBef>
              <a:spcAft>
                <a:spcPts val="0"/>
              </a:spcAft>
              <a:buSzPts val="1100"/>
              <a:buChar char="•"/>
              <a:defRPr/>
            </a:lvl5pPr>
            <a:lvl6pPr marL="2743200" lvl="5" indent="-298450" algn="l" rtl="0">
              <a:lnSpc>
                <a:spcPct val="100000"/>
              </a:lnSpc>
              <a:spcBef>
                <a:spcPts val="0"/>
              </a:spcBef>
              <a:spcAft>
                <a:spcPts val="0"/>
              </a:spcAft>
              <a:buSzPts val="1100"/>
              <a:buChar char="•"/>
              <a:defRPr/>
            </a:lvl6pPr>
            <a:lvl7pPr marL="3200400" lvl="6" indent="-298450" algn="l" rtl="0">
              <a:lnSpc>
                <a:spcPct val="100000"/>
              </a:lnSpc>
              <a:spcBef>
                <a:spcPts val="0"/>
              </a:spcBef>
              <a:spcAft>
                <a:spcPts val="0"/>
              </a:spcAft>
              <a:buSzPts val="1100"/>
              <a:buChar char="•"/>
              <a:defRPr/>
            </a:lvl7pPr>
            <a:lvl8pPr marL="3657600" lvl="7" indent="-298450" algn="l" rtl="0">
              <a:lnSpc>
                <a:spcPct val="100000"/>
              </a:lnSpc>
              <a:spcBef>
                <a:spcPts val="0"/>
              </a:spcBef>
              <a:spcAft>
                <a:spcPts val="0"/>
              </a:spcAft>
              <a:buSzPts val="1100"/>
              <a:buChar char="•"/>
              <a:defRPr/>
            </a:lvl8pPr>
            <a:lvl9pPr marL="4114800" lvl="8" indent="-298450" algn="l" rtl="0">
              <a:lnSpc>
                <a:spcPct val="100000"/>
              </a:lnSpc>
              <a:spcBef>
                <a:spcPts val="0"/>
              </a:spcBef>
              <a:spcAft>
                <a:spcPts val="0"/>
              </a:spcAft>
              <a:buSzPts val="1100"/>
              <a:buChar char="•"/>
              <a:defRPr/>
            </a:lvl9pPr>
          </a:lstStyle>
          <a:p>
            <a:endParaRPr/>
          </a:p>
        </p:txBody>
      </p:sp>
      <p:sp>
        <p:nvSpPr>
          <p:cNvPr id="227" name="Google Shape;227;p46"/>
          <p:cNvSpPr txBox="1"/>
          <p:nvPr/>
        </p:nvSpPr>
        <p:spPr>
          <a:xfrm>
            <a:off x="7679750" y="4874100"/>
            <a:ext cx="1290000" cy="2463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400" b="1">
                <a:solidFill>
                  <a:srgbClr val="0080FF"/>
                </a:solidFill>
                <a:latin typeface="Manrope"/>
                <a:ea typeface="Manrope"/>
                <a:cs typeface="Manrope"/>
                <a:sym typeface="Manrope"/>
              </a:rPr>
              <a:t>Copyright Orca Security 2022</a:t>
            </a:r>
            <a:endParaRPr sz="400" b="1">
              <a:solidFill>
                <a:srgbClr val="0080FF"/>
              </a:solidFill>
              <a:latin typeface="Manrope"/>
              <a:ea typeface="Manrope"/>
              <a:cs typeface="Manrope"/>
              <a:sym typeface="Manrope"/>
            </a:endParaRPr>
          </a:p>
        </p:txBody>
      </p:sp>
      <p:sp>
        <p:nvSpPr>
          <p:cNvPr id="228" name="Google Shape;228;p46"/>
          <p:cNvSpPr txBox="1">
            <a:spLocks noGrp="1"/>
          </p:cNvSpPr>
          <p:nvPr>
            <p:ph type="sldNum" idx="12"/>
          </p:nvPr>
        </p:nvSpPr>
        <p:spPr>
          <a:xfrm>
            <a:off x="8788140" y="4852351"/>
            <a:ext cx="411600" cy="138900"/>
          </a:xfrm>
          <a:prstGeom prst="rect">
            <a:avLst/>
          </a:prstGeom>
          <a:noFill/>
          <a:ln>
            <a:noFill/>
          </a:ln>
        </p:spPr>
        <p:txBody>
          <a:bodyPr spcFirstLastPara="1" wrap="square" lIns="91425" tIns="91425" rIns="91425" bIns="91425" anchor="t" anchorCtr="0">
            <a:noAutofit/>
          </a:bodyPr>
          <a:lstStyle>
            <a:lvl1pPr lvl="0" algn="ctr" rtl="0">
              <a:buNone/>
              <a:defRPr sz="600" b="1">
                <a:solidFill>
                  <a:srgbClr val="012376"/>
                </a:solidFill>
                <a:latin typeface="Manrope"/>
                <a:ea typeface="Manrope"/>
                <a:cs typeface="Manrope"/>
                <a:sym typeface="Manrope"/>
              </a:defRPr>
            </a:lvl1pPr>
            <a:lvl2pPr lvl="1" algn="ctr" rtl="0">
              <a:buNone/>
              <a:defRPr sz="600" b="1">
                <a:solidFill>
                  <a:srgbClr val="012376"/>
                </a:solidFill>
                <a:latin typeface="Manrope"/>
                <a:ea typeface="Manrope"/>
                <a:cs typeface="Manrope"/>
                <a:sym typeface="Manrope"/>
              </a:defRPr>
            </a:lvl2pPr>
            <a:lvl3pPr lvl="2" algn="ctr" rtl="0">
              <a:buNone/>
              <a:defRPr sz="600" b="1">
                <a:solidFill>
                  <a:srgbClr val="012376"/>
                </a:solidFill>
                <a:latin typeface="Manrope"/>
                <a:ea typeface="Manrope"/>
                <a:cs typeface="Manrope"/>
                <a:sym typeface="Manrope"/>
              </a:defRPr>
            </a:lvl3pPr>
            <a:lvl4pPr lvl="3" algn="ctr" rtl="0">
              <a:buNone/>
              <a:defRPr sz="600" b="1">
                <a:solidFill>
                  <a:srgbClr val="012376"/>
                </a:solidFill>
                <a:latin typeface="Manrope"/>
                <a:ea typeface="Manrope"/>
                <a:cs typeface="Manrope"/>
                <a:sym typeface="Manrope"/>
              </a:defRPr>
            </a:lvl4pPr>
            <a:lvl5pPr lvl="4" algn="ctr" rtl="0">
              <a:buNone/>
              <a:defRPr sz="600" b="1">
                <a:solidFill>
                  <a:srgbClr val="012376"/>
                </a:solidFill>
                <a:latin typeface="Manrope"/>
                <a:ea typeface="Manrope"/>
                <a:cs typeface="Manrope"/>
                <a:sym typeface="Manrope"/>
              </a:defRPr>
            </a:lvl5pPr>
            <a:lvl6pPr lvl="5" algn="ctr" rtl="0">
              <a:buNone/>
              <a:defRPr sz="600" b="1">
                <a:solidFill>
                  <a:srgbClr val="012376"/>
                </a:solidFill>
                <a:latin typeface="Manrope"/>
                <a:ea typeface="Manrope"/>
                <a:cs typeface="Manrope"/>
                <a:sym typeface="Manrope"/>
              </a:defRPr>
            </a:lvl6pPr>
            <a:lvl7pPr lvl="6" algn="ctr" rtl="0">
              <a:buNone/>
              <a:defRPr sz="600" b="1">
                <a:solidFill>
                  <a:srgbClr val="012376"/>
                </a:solidFill>
                <a:latin typeface="Manrope"/>
                <a:ea typeface="Manrope"/>
                <a:cs typeface="Manrope"/>
                <a:sym typeface="Manrope"/>
              </a:defRPr>
            </a:lvl7pPr>
            <a:lvl8pPr lvl="7" algn="ctr" rtl="0">
              <a:buNone/>
              <a:defRPr sz="600" b="1">
                <a:solidFill>
                  <a:srgbClr val="012376"/>
                </a:solidFill>
                <a:latin typeface="Manrope"/>
                <a:ea typeface="Manrope"/>
                <a:cs typeface="Manrope"/>
                <a:sym typeface="Manrope"/>
              </a:defRPr>
            </a:lvl8pPr>
            <a:lvl9pPr lvl="8" algn="ctr" rtl="0">
              <a:buNone/>
              <a:defRPr sz="600" b="1">
                <a:solidFill>
                  <a:srgbClr val="012376"/>
                </a:solidFill>
                <a:latin typeface="Manrope"/>
                <a:ea typeface="Manrope"/>
                <a:cs typeface="Manrope"/>
                <a:sym typeface="Manrope"/>
              </a:defRPr>
            </a:lvl9pPr>
          </a:lstStyle>
          <a:p>
            <a:pPr marL="0" lvl="0" indent="0" algn="ctr" rtl="0">
              <a:spcBef>
                <a:spcPts val="0"/>
              </a:spcBef>
              <a:spcAft>
                <a:spcPts val="0"/>
              </a:spcAft>
              <a:buNone/>
            </a:pPr>
            <a:fld id="{00000000-1234-1234-1234-123412341234}" type="slidenum">
              <a:rPr lang="en"/>
              <a:t>‹#›</a:t>
            </a:fld>
            <a:endParaRPr/>
          </a:p>
        </p:txBody>
      </p:sp>
      <p:pic>
        <p:nvPicPr>
          <p:cNvPr id="229" name="Google Shape;229;p46"/>
          <p:cNvPicPr preferRelativeResize="0"/>
          <p:nvPr/>
        </p:nvPicPr>
        <p:blipFill rotWithShape="1">
          <a:blip r:embed="rId2">
            <a:alphaModFix/>
          </a:blip>
          <a:srcRect/>
          <a:stretch/>
        </p:blipFill>
        <p:spPr>
          <a:xfrm>
            <a:off x="8732520" y="0"/>
            <a:ext cx="411480" cy="41148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Keynote - Darkmode">
  <p:cSld name="Title Slide_11_3">
    <p:bg>
      <p:bgPr>
        <a:solidFill>
          <a:schemeClr val="dk1"/>
        </a:solidFill>
        <a:effectLst/>
      </p:bgPr>
    </p:bg>
    <p:spTree>
      <p:nvGrpSpPr>
        <p:cNvPr id="1" name="Shape 230"/>
        <p:cNvGrpSpPr/>
        <p:nvPr/>
      </p:nvGrpSpPr>
      <p:grpSpPr>
        <a:xfrm>
          <a:off x="0" y="0"/>
          <a:ext cx="0" cy="0"/>
          <a:chOff x="0" y="0"/>
          <a:chExt cx="0" cy="0"/>
        </a:xfrm>
      </p:grpSpPr>
      <p:pic>
        <p:nvPicPr>
          <p:cNvPr id="231" name="Google Shape;231;p47"/>
          <p:cNvPicPr preferRelativeResize="0"/>
          <p:nvPr/>
        </p:nvPicPr>
        <p:blipFill>
          <a:blip r:embed="rId2">
            <a:alphaModFix/>
          </a:blip>
          <a:stretch>
            <a:fillRect/>
          </a:stretch>
        </p:blipFill>
        <p:spPr>
          <a:xfrm>
            <a:off x="8646750" y="120175"/>
            <a:ext cx="377073" cy="377073"/>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5"/>
        <p:cNvGrpSpPr/>
        <p:nvPr/>
      </p:nvGrpSpPr>
      <p:grpSpPr>
        <a:xfrm>
          <a:off x="0" y="0"/>
          <a:ext cx="0" cy="0"/>
          <a:chOff x="0" y="0"/>
          <a:chExt cx="0" cy="0"/>
        </a:xfrm>
      </p:grpSpPr>
      <p:pic>
        <p:nvPicPr>
          <p:cNvPr id="236" name="Google Shape;236;p49"/>
          <p:cNvPicPr preferRelativeResize="0"/>
          <p:nvPr/>
        </p:nvPicPr>
        <p:blipFill>
          <a:blip r:embed="rId2">
            <a:alphaModFix/>
          </a:blip>
          <a:stretch>
            <a:fillRect/>
          </a:stretch>
        </p:blipFill>
        <p:spPr>
          <a:xfrm>
            <a:off x="0" y="-15025"/>
            <a:ext cx="9144003" cy="5209826"/>
          </a:xfrm>
          <a:prstGeom prst="rect">
            <a:avLst/>
          </a:prstGeom>
          <a:noFill/>
          <a:ln>
            <a:noFill/>
          </a:ln>
        </p:spPr>
      </p:pic>
      <p:pic>
        <p:nvPicPr>
          <p:cNvPr id="237" name="Google Shape;237;p49" descr="A picture containing text, clipart, wheel, vector graphics&#10;&#10;Description automatically generated"/>
          <p:cNvPicPr preferRelativeResize="0"/>
          <p:nvPr/>
        </p:nvPicPr>
        <p:blipFill rotWithShape="1">
          <a:blip r:embed="rId3">
            <a:alphaModFix/>
          </a:blip>
          <a:srcRect/>
          <a:stretch/>
        </p:blipFill>
        <p:spPr>
          <a:xfrm>
            <a:off x="7745194" y="4437350"/>
            <a:ext cx="854906" cy="392400"/>
          </a:xfrm>
          <a:prstGeom prst="rect">
            <a:avLst/>
          </a:prstGeom>
          <a:noFill/>
          <a:ln>
            <a:noFill/>
          </a:ln>
        </p:spPr>
      </p:pic>
      <p:sp>
        <p:nvSpPr>
          <p:cNvPr id="238" name="Google Shape;238;p49"/>
          <p:cNvSpPr txBox="1"/>
          <p:nvPr/>
        </p:nvSpPr>
        <p:spPr>
          <a:xfrm>
            <a:off x="514350" y="2189024"/>
            <a:ext cx="8115300" cy="610500"/>
          </a:xfrm>
          <a:prstGeom prst="rect">
            <a:avLst/>
          </a:prstGeom>
          <a:noFill/>
          <a:ln>
            <a:noFill/>
          </a:ln>
        </p:spPr>
        <p:txBody>
          <a:bodyPr spcFirstLastPara="1" wrap="square" lIns="91425" tIns="91425" rIns="91425" bIns="91425" anchor="ctr" anchorCtr="0">
            <a:normAutofit lnSpcReduction="10000"/>
          </a:bodyPr>
          <a:lstStyle/>
          <a:p>
            <a:pPr marL="0" lvl="0" indent="0" algn="l" rtl="0">
              <a:lnSpc>
                <a:spcPct val="90000"/>
              </a:lnSpc>
              <a:spcBef>
                <a:spcPts val="0"/>
              </a:spcBef>
              <a:spcAft>
                <a:spcPts val="0"/>
              </a:spcAft>
              <a:buNone/>
            </a:pPr>
            <a:endParaRPr sz="3200">
              <a:solidFill>
                <a:srgbClr val="FFFFFF"/>
              </a:solidFill>
              <a:latin typeface="Manrope"/>
              <a:ea typeface="Manrope"/>
              <a:cs typeface="Manrope"/>
              <a:sym typeface="Manrope"/>
            </a:endParaRPr>
          </a:p>
        </p:txBody>
      </p:sp>
      <p:sp>
        <p:nvSpPr>
          <p:cNvPr id="239" name="Google Shape;239;p49"/>
          <p:cNvSpPr txBox="1"/>
          <p:nvPr/>
        </p:nvSpPr>
        <p:spPr>
          <a:xfrm>
            <a:off x="543900" y="4695950"/>
            <a:ext cx="3657600" cy="13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600">
                <a:solidFill>
                  <a:schemeClr val="lt1"/>
                </a:solidFill>
                <a:latin typeface="Mulish Light"/>
                <a:ea typeface="Mulish Light"/>
                <a:cs typeface="Mulish Light"/>
                <a:sym typeface="Mulish Light"/>
              </a:rPr>
              <a:t>© Orca Security. All rights reserved.</a:t>
            </a:r>
            <a:endParaRPr sz="1000">
              <a:solidFill>
                <a:schemeClr val="lt1"/>
              </a:solidFill>
              <a:latin typeface="Mulish Light"/>
              <a:ea typeface="Mulish Light"/>
              <a:cs typeface="Mulish Light"/>
              <a:sym typeface="Mulish Light"/>
            </a:endParaRPr>
          </a:p>
          <a:p>
            <a:pPr marL="0" lvl="0" indent="0" algn="l" rtl="0">
              <a:spcBef>
                <a:spcPts val="0"/>
              </a:spcBef>
              <a:spcAft>
                <a:spcPts val="0"/>
              </a:spcAft>
              <a:buNone/>
            </a:pPr>
            <a:endParaRPr>
              <a:latin typeface="Mulish Light"/>
              <a:ea typeface="Mulish Light"/>
              <a:cs typeface="Mulish Light"/>
              <a:sym typeface="Mulish Light"/>
            </a:endParaRPr>
          </a:p>
        </p:txBody>
      </p:sp>
      <p:sp>
        <p:nvSpPr>
          <p:cNvPr id="240" name="Google Shape;240;p49"/>
          <p:cNvSpPr txBox="1">
            <a:spLocks noGrp="1"/>
          </p:cNvSpPr>
          <p:nvPr>
            <p:ph type="title"/>
          </p:nvPr>
        </p:nvSpPr>
        <p:spPr>
          <a:xfrm>
            <a:off x="1207008" y="2060600"/>
            <a:ext cx="7152900" cy="5448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4200"/>
              <a:buFont typeface="Manrope"/>
              <a:buNone/>
              <a:defRPr sz="4200">
                <a:solidFill>
                  <a:schemeClr val="lt1"/>
                </a:solidFill>
                <a:latin typeface="Manrope"/>
                <a:ea typeface="Manrope"/>
                <a:cs typeface="Manrope"/>
                <a:sym typeface="Manrope"/>
              </a:defRPr>
            </a:lvl1pPr>
            <a:lvl2pPr lvl="1" rtl="0">
              <a:spcBef>
                <a:spcPts val="0"/>
              </a:spcBef>
              <a:spcAft>
                <a:spcPts val="0"/>
              </a:spcAft>
              <a:buSzPts val="1400"/>
              <a:buNone/>
              <a:defRPr>
                <a:latin typeface="Mulish Light"/>
                <a:ea typeface="Mulish Light"/>
                <a:cs typeface="Mulish Light"/>
                <a:sym typeface="Mulish Light"/>
              </a:defRPr>
            </a:lvl2pPr>
            <a:lvl3pPr lvl="2" rtl="0">
              <a:spcBef>
                <a:spcPts val="0"/>
              </a:spcBef>
              <a:spcAft>
                <a:spcPts val="0"/>
              </a:spcAft>
              <a:buSzPts val="1400"/>
              <a:buNone/>
              <a:defRPr>
                <a:latin typeface="Mulish Light"/>
                <a:ea typeface="Mulish Light"/>
                <a:cs typeface="Mulish Light"/>
                <a:sym typeface="Mulish Light"/>
              </a:defRPr>
            </a:lvl3pPr>
            <a:lvl4pPr lvl="3" rtl="0">
              <a:spcBef>
                <a:spcPts val="0"/>
              </a:spcBef>
              <a:spcAft>
                <a:spcPts val="0"/>
              </a:spcAft>
              <a:buSzPts val="1400"/>
              <a:buNone/>
              <a:defRPr>
                <a:latin typeface="Mulish Light"/>
                <a:ea typeface="Mulish Light"/>
                <a:cs typeface="Mulish Light"/>
                <a:sym typeface="Mulish Light"/>
              </a:defRPr>
            </a:lvl4pPr>
            <a:lvl5pPr lvl="4" rtl="0">
              <a:spcBef>
                <a:spcPts val="0"/>
              </a:spcBef>
              <a:spcAft>
                <a:spcPts val="0"/>
              </a:spcAft>
              <a:buSzPts val="1400"/>
              <a:buNone/>
              <a:defRPr>
                <a:latin typeface="Mulish Light"/>
                <a:ea typeface="Mulish Light"/>
                <a:cs typeface="Mulish Light"/>
                <a:sym typeface="Mulish Light"/>
              </a:defRPr>
            </a:lvl5pPr>
            <a:lvl6pPr lvl="5" rtl="0">
              <a:spcBef>
                <a:spcPts val="0"/>
              </a:spcBef>
              <a:spcAft>
                <a:spcPts val="0"/>
              </a:spcAft>
              <a:buSzPts val="1400"/>
              <a:buNone/>
              <a:defRPr>
                <a:latin typeface="Mulish Light"/>
                <a:ea typeface="Mulish Light"/>
                <a:cs typeface="Mulish Light"/>
                <a:sym typeface="Mulish Light"/>
              </a:defRPr>
            </a:lvl6pPr>
            <a:lvl7pPr lvl="6" rtl="0">
              <a:spcBef>
                <a:spcPts val="0"/>
              </a:spcBef>
              <a:spcAft>
                <a:spcPts val="0"/>
              </a:spcAft>
              <a:buSzPts val="1400"/>
              <a:buNone/>
              <a:defRPr>
                <a:latin typeface="Mulish Light"/>
                <a:ea typeface="Mulish Light"/>
                <a:cs typeface="Mulish Light"/>
                <a:sym typeface="Mulish Light"/>
              </a:defRPr>
            </a:lvl7pPr>
            <a:lvl8pPr lvl="7" rtl="0">
              <a:spcBef>
                <a:spcPts val="0"/>
              </a:spcBef>
              <a:spcAft>
                <a:spcPts val="0"/>
              </a:spcAft>
              <a:buSzPts val="1400"/>
              <a:buNone/>
              <a:defRPr>
                <a:latin typeface="Mulish Light"/>
                <a:ea typeface="Mulish Light"/>
                <a:cs typeface="Mulish Light"/>
                <a:sym typeface="Mulish Light"/>
              </a:defRPr>
            </a:lvl8pPr>
            <a:lvl9pPr lvl="8" rtl="0">
              <a:spcBef>
                <a:spcPts val="0"/>
              </a:spcBef>
              <a:spcAft>
                <a:spcPts val="0"/>
              </a:spcAft>
              <a:buSzPts val="1400"/>
              <a:buNone/>
              <a:defRPr>
                <a:latin typeface="Mulish Light"/>
                <a:ea typeface="Mulish Light"/>
                <a:cs typeface="Mulish Light"/>
                <a:sym typeface="Mulish Light"/>
              </a:defRPr>
            </a:lvl9pPr>
          </a:lstStyle>
          <a:p>
            <a:endParaRPr/>
          </a:p>
        </p:txBody>
      </p:sp>
      <p:pic>
        <p:nvPicPr>
          <p:cNvPr id="241" name="Google Shape;241;p49"/>
          <p:cNvPicPr preferRelativeResize="0"/>
          <p:nvPr/>
        </p:nvPicPr>
        <p:blipFill rotWithShape="1">
          <a:blip r:embed="rId4">
            <a:alphaModFix/>
          </a:blip>
          <a:srcRect l="18225" t="16162" r="19447" b="19446"/>
          <a:stretch/>
        </p:blipFill>
        <p:spPr>
          <a:xfrm>
            <a:off x="543900" y="2130293"/>
            <a:ext cx="392400" cy="405406"/>
          </a:xfrm>
          <a:prstGeom prst="rect">
            <a:avLst/>
          </a:prstGeom>
          <a:noFill/>
          <a:ln>
            <a:noFill/>
          </a:ln>
        </p:spPr>
      </p:pic>
      <p:pic>
        <p:nvPicPr>
          <p:cNvPr id="242" name="Google Shape;242;p49"/>
          <p:cNvPicPr preferRelativeResize="0"/>
          <p:nvPr/>
        </p:nvPicPr>
        <p:blipFill>
          <a:blip r:embed="rId5">
            <a:alphaModFix/>
          </a:blip>
          <a:stretch>
            <a:fillRect/>
          </a:stretch>
        </p:blipFill>
        <p:spPr>
          <a:xfrm>
            <a:off x="7797800" y="4394713"/>
            <a:ext cx="1038450" cy="47767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Default">
  <p:cSld name="Title Slide_11">
    <p:spTree>
      <p:nvGrpSpPr>
        <p:cNvPr id="1" name="Shape 243"/>
        <p:cNvGrpSpPr/>
        <p:nvPr/>
      </p:nvGrpSpPr>
      <p:grpSpPr>
        <a:xfrm>
          <a:off x="0" y="0"/>
          <a:ext cx="0" cy="0"/>
          <a:chOff x="0" y="0"/>
          <a:chExt cx="0" cy="0"/>
        </a:xfrm>
      </p:grpSpPr>
      <p:pic>
        <p:nvPicPr>
          <p:cNvPr id="244" name="Google Shape;244;p50"/>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lide - Screenshot Right">
  <p:cSld name="Title Slide_11_2">
    <p:spTree>
      <p:nvGrpSpPr>
        <p:cNvPr id="1" name="Shape 245"/>
        <p:cNvGrpSpPr/>
        <p:nvPr/>
      </p:nvGrpSpPr>
      <p:grpSpPr>
        <a:xfrm>
          <a:off x="0" y="0"/>
          <a:ext cx="0" cy="0"/>
          <a:chOff x="0" y="0"/>
          <a:chExt cx="0" cy="0"/>
        </a:xfrm>
      </p:grpSpPr>
      <p:pic>
        <p:nvPicPr>
          <p:cNvPr id="246" name="Google Shape;246;p51"/>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47" name="Google Shape;247;p51"/>
          <p:cNvSpPr/>
          <p:nvPr/>
        </p:nvSpPr>
        <p:spPr>
          <a:xfrm>
            <a:off x="5908325"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8" name="Google Shape;248;p51"/>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lide - Screenshot Left">
  <p:cSld name="Title Slide_11_2_1">
    <p:spTree>
      <p:nvGrpSpPr>
        <p:cNvPr id="1" name="Shape 249"/>
        <p:cNvGrpSpPr/>
        <p:nvPr/>
      </p:nvGrpSpPr>
      <p:grpSpPr>
        <a:xfrm>
          <a:off x="0" y="0"/>
          <a:ext cx="0" cy="0"/>
          <a:chOff x="0" y="0"/>
          <a:chExt cx="0" cy="0"/>
        </a:xfrm>
      </p:grpSpPr>
      <p:sp>
        <p:nvSpPr>
          <p:cNvPr id="250" name="Google Shape;250;p52"/>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1" name="Google Shape;251;p52"/>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lide - Blue Bar Right">
  <p:cSld name="Title Slide_11_2_1_1">
    <p:spTree>
      <p:nvGrpSpPr>
        <p:cNvPr id="1" name="Shape 252"/>
        <p:cNvGrpSpPr/>
        <p:nvPr/>
      </p:nvGrpSpPr>
      <p:grpSpPr>
        <a:xfrm>
          <a:off x="0" y="0"/>
          <a:ext cx="0" cy="0"/>
          <a:chOff x="0" y="0"/>
          <a:chExt cx="0" cy="0"/>
        </a:xfrm>
      </p:grpSpPr>
      <p:pic>
        <p:nvPicPr>
          <p:cNvPr id="253" name="Google Shape;253;p53"/>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54" name="Google Shape;254;p53"/>
          <p:cNvSpPr/>
          <p:nvPr/>
        </p:nvSpPr>
        <p:spPr>
          <a:xfrm>
            <a:off x="590850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5" name="Google Shape;255;p53"/>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lide - Blue Bar Left">
  <p:cSld name="Title Slide_11_2_1_1_1">
    <p:spTree>
      <p:nvGrpSpPr>
        <p:cNvPr id="1" name="Shape 256"/>
        <p:cNvGrpSpPr/>
        <p:nvPr/>
      </p:nvGrpSpPr>
      <p:grpSpPr>
        <a:xfrm>
          <a:off x="0" y="0"/>
          <a:ext cx="0" cy="0"/>
          <a:chOff x="0" y="0"/>
          <a:chExt cx="0" cy="0"/>
        </a:xfrm>
      </p:grpSpPr>
      <p:sp>
        <p:nvSpPr>
          <p:cNvPr id="257" name="Google Shape;257;p54"/>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8" name="Google Shape;258;p54"/>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ransition: Blue ">
  <p:cSld name="Title Slide_11_1">
    <p:spTree>
      <p:nvGrpSpPr>
        <p:cNvPr id="1" name="Shape 259"/>
        <p:cNvGrpSpPr/>
        <p:nvPr/>
      </p:nvGrpSpPr>
      <p:grpSpPr>
        <a:xfrm>
          <a:off x="0" y="0"/>
          <a:ext cx="0" cy="0"/>
          <a:chOff x="0" y="0"/>
          <a:chExt cx="0" cy="0"/>
        </a:xfrm>
      </p:grpSpPr>
      <p:pic>
        <p:nvPicPr>
          <p:cNvPr id="260" name="Google Shape;260;p55"/>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61" name="Google Shape;261;p55"/>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55"/>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63" name="Google Shape;263;p55"/>
          <p:cNvPicPr preferRelativeResize="0"/>
          <p:nvPr/>
        </p:nvPicPr>
        <p:blipFill rotWithShape="1">
          <a:blip r:embed="rId3">
            <a:alphaModFix/>
          </a:blip>
          <a:srcRect l="13198" t="12349" r="12739" b="13257"/>
          <a:stretch/>
        </p:blipFill>
        <p:spPr>
          <a:xfrm>
            <a:off x="594360" y="2374667"/>
            <a:ext cx="392400" cy="394158"/>
          </a:xfrm>
          <a:prstGeom prst="rect">
            <a:avLst/>
          </a:prstGeom>
          <a:noFill/>
          <a:ln>
            <a:noFill/>
          </a:ln>
        </p:spPr>
      </p:pic>
      <p:pic>
        <p:nvPicPr>
          <p:cNvPr id="264" name="Google Shape;264;p55"/>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ransition: Blue Subtitle">
  <p:cSld name="Title Slide_11_1_3">
    <p:spTree>
      <p:nvGrpSpPr>
        <p:cNvPr id="1" name="Shape 265"/>
        <p:cNvGrpSpPr/>
        <p:nvPr/>
      </p:nvGrpSpPr>
      <p:grpSpPr>
        <a:xfrm>
          <a:off x="0" y="0"/>
          <a:ext cx="0" cy="0"/>
          <a:chOff x="0" y="0"/>
          <a:chExt cx="0" cy="0"/>
        </a:xfrm>
      </p:grpSpPr>
      <p:pic>
        <p:nvPicPr>
          <p:cNvPr id="266" name="Google Shape;266;p56"/>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67" name="Google Shape;267;p56"/>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6"/>
          <p:cNvSpPr txBox="1">
            <a:spLocks noGrp="1"/>
          </p:cNvSpPr>
          <p:nvPr>
            <p:ph type="title"/>
          </p:nvPr>
        </p:nvSpPr>
        <p:spPr>
          <a:xfrm>
            <a:off x="1280160" y="1980838"/>
            <a:ext cx="7159200" cy="6624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69" name="Google Shape;269;p56"/>
          <p:cNvPicPr preferRelativeResize="0"/>
          <p:nvPr/>
        </p:nvPicPr>
        <p:blipFill rotWithShape="1">
          <a:blip r:embed="rId3">
            <a:alphaModFix/>
          </a:blip>
          <a:srcRect l="13198" t="12349" r="12739" b="13257"/>
          <a:stretch/>
        </p:blipFill>
        <p:spPr>
          <a:xfrm>
            <a:off x="594360" y="2114954"/>
            <a:ext cx="392400" cy="394158"/>
          </a:xfrm>
          <a:prstGeom prst="rect">
            <a:avLst/>
          </a:prstGeom>
          <a:noFill/>
          <a:ln>
            <a:noFill/>
          </a:ln>
        </p:spPr>
      </p:pic>
      <p:sp>
        <p:nvSpPr>
          <p:cNvPr id="270" name="Google Shape;270;p56"/>
          <p:cNvSpPr/>
          <p:nvPr/>
        </p:nvSpPr>
        <p:spPr>
          <a:xfrm>
            <a:off x="558425" y="2752200"/>
            <a:ext cx="79095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6"/>
          <p:cNvSpPr txBox="1">
            <a:spLocks noGrp="1"/>
          </p:cNvSpPr>
          <p:nvPr>
            <p:ph type="subTitle" idx="1"/>
          </p:nvPr>
        </p:nvSpPr>
        <p:spPr>
          <a:xfrm>
            <a:off x="788075" y="2886363"/>
            <a:ext cx="7269900" cy="300000"/>
          </a:xfrm>
          <a:prstGeom prst="rect">
            <a:avLst/>
          </a:prstGeom>
        </p:spPr>
        <p:txBody>
          <a:bodyPr spcFirstLastPara="1" wrap="square" lIns="0" tIns="0" rIns="0" bIns="0" anchor="ctr" anchorCtr="0">
            <a:noAutofit/>
          </a:bodyPr>
          <a:lstStyle>
            <a:lvl1pPr lvl="0" rtl="0">
              <a:spcBef>
                <a:spcPts val="0"/>
              </a:spcBef>
              <a:spcAft>
                <a:spcPts val="0"/>
              </a:spcAft>
              <a:buClr>
                <a:schemeClr val="lt1"/>
              </a:buClr>
              <a:buSzPts val="1500"/>
              <a:buFont typeface="Manrope Light"/>
              <a:buNone/>
              <a:defRPr sz="1500">
                <a:solidFill>
                  <a:schemeClr val="lt1"/>
                </a:solidFill>
                <a:latin typeface="Manrope Light"/>
                <a:ea typeface="Manrope Light"/>
                <a:cs typeface="Manrope Light"/>
                <a:sym typeface="Manrope Light"/>
              </a:defRPr>
            </a:lvl1pPr>
            <a:lvl2pPr lvl="1" rtl="0">
              <a:spcBef>
                <a:spcPts val="900"/>
              </a:spcBef>
              <a:spcAft>
                <a:spcPts val="0"/>
              </a:spcAft>
              <a:buSzPts val="1100"/>
              <a:buNone/>
              <a:defRPr/>
            </a:lvl2pPr>
            <a:lvl3pPr lvl="2" rtl="0">
              <a:spcBef>
                <a:spcPts val="900"/>
              </a:spcBef>
              <a:spcAft>
                <a:spcPts val="0"/>
              </a:spcAft>
              <a:buSzPts val="1100"/>
              <a:buNone/>
              <a:defRPr/>
            </a:lvl3pPr>
            <a:lvl4pPr lvl="3" rtl="0">
              <a:spcBef>
                <a:spcPts val="500"/>
              </a:spcBef>
              <a:spcAft>
                <a:spcPts val="0"/>
              </a:spcAft>
              <a:buSzPts val="1100"/>
              <a:buNone/>
              <a:defRPr/>
            </a:lvl4pPr>
            <a:lvl5pPr lvl="4" rtl="0">
              <a:spcBef>
                <a:spcPts val="500"/>
              </a:spcBef>
              <a:spcAft>
                <a:spcPts val="0"/>
              </a:spcAft>
              <a:buSzPts val="1100"/>
              <a:buNone/>
              <a:defRPr/>
            </a:lvl5pPr>
            <a:lvl6pPr lvl="5" rtl="0">
              <a:spcBef>
                <a:spcPts val="500"/>
              </a:spcBef>
              <a:spcAft>
                <a:spcPts val="0"/>
              </a:spcAft>
              <a:buSzPts val="1100"/>
              <a:buNone/>
              <a:defRPr/>
            </a:lvl6pPr>
            <a:lvl7pPr lvl="6" rtl="0">
              <a:spcBef>
                <a:spcPts val="500"/>
              </a:spcBef>
              <a:spcAft>
                <a:spcPts val="0"/>
              </a:spcAft>
              <a:buSzPts val="1100"/>
              <a:buNone/>
              <a:defRPr/>
            </a:lvl7pPr>
            <a:lvl8pPr lvl="7" rtl="0">
              <a:spcBef>
                <a:spcPts val="500"/>
              </a:spcBef>
              <a:spcAft>
                <a:spcPts val="0"/>
              </a:spcAft>
              <a:buSzPts val="1100"/>
              <a:buNone/>
              <a:defRPr/>
            </a:lvl8pPr>
            <a:lvl9pPr lvl="8" rtl="0">
              <a:spcBef>
                <a:spcPts val="500"/>
              </a:spcBef>
              <a:spcAft>
                <a:spcPts val="0"/>
              </a:spcAft>
              <a:buSzPts val="1100"/>
              <a:buNone/>
              <a:defRPr/>
            </a:lvl9pPr>
          </a:lstStyle>
          <a:p>
            <a:endParaRPr/>
          </a:p>
        </p:txBody>
      </p:sp>
      <p:pic>
        <p:nvPicPr>
          <p:cNvPr id="272" name="Google Shape;272;p56"/>
          <p:cNvPicPr preferRelativeResize="0"/>
          <p:nvPr/>
        </p:nvPicPr>
        <p:blipFill>
          <a:blip r:embed="rId4">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ransition: Blue Blank">
  <p:cSld name="Title Slide_11_1_2">
    <p:spTree>
      <p:nvGrpSpPr>
        <p:cNvPr id="1" name="Shape 273"/>
        <p:cNvGrpSpPr/>
        <p:nvPr/>
      </p:nvGrpSpPr>
      <p:grpSpPr>
        <a:xfrm>
          <a:off x="0" y="0"/>
          <a:ext cx="0" cy="0"/>
          <a:chOff x="0" y="0"/>
          <a:chExt cx="0" cy="0"/>
        </a:xfrm>
      </p:grpSpPr>
      <p:pic>
        <p:nvPicPr>
          <p:cNvPr id="274" name="Google Shape;274;p57"/>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75" name="Google Shape;275;p57"/>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7"/>
          <p:cNvSpPr txBox="1">
            <a:spLocks noGrp="1"/>
          </p:cNvSpPr>
          <p:nvPr>
            <p:ph type="title"/>
          </p:nvPr>
        </p:nvSpPr>
        <p:spPr>
          <a:xfrm>
            <a:off x="594360" y="2252388"/>
            <a:ext cx="7159200" cy="6624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77" name="Google Shape;277;p57"/>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ransition: Black">
  <p:cSld name="Title Slide_11_1_1">
    <p:spTree>
      <p:nvGrpSpPr>
        <p:cNvPr id="1" name="Shape 278"/>
        <p:cNvGrpSpPr/>
        <p:nvPr/>
      </p:nvGrpSpPr>
      <p:grpSpPr>
        <a:xfrm>
          <a:off x="0" y="0"/>
          <a:ext cx="0" cy="0"/>
          <a:chOff x="0" y="0"/>
          <a:chExt cx="0" cy="0"/>
        </a:xfrm>
      </p:grpSpPr>
      <p:pic>
        <p:nvPicPr>
          <p:cNvPr id="279" name="Google Shape;279;p58"/>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280" name="Google Shape;280;p58"/>
          <p:cNvSpPr/>
          <p:nvPr/>
        </p:nvSpPr>
        <p:spPr>
          <a:xfrm>
            <a:off x="-37775" y="-18900"/>
            <a:ext cx="9255600" cy="5205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1" name="Google Shape;281;p58"/>
          <p:cNvPicPr preferRelativeResize="0"/>
          <p:nvPr/>
        </p:nvPicPr>
        <p:blipFill>
          <a:blip r:embed="rId3">
            <a:alphaModFix/>
          </a:blip>
          <a:stretch>
            <a:fillRect/>
          </a:stretch>
        </p:blipFill>
        <p:spPr>
          <a:xfrm>
            <a:off x="8650224" y="164592"/>
            <a:ext cx="329183" cy="32918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ransition: Black 1">
  <p:cSld name="Title Slide_11_1_1_1">
    <p:spTree>
      <p:nvGrpSpPr>
        <p:cNvPr id="1" name="Shape 282"/>
        <p:cNvGrpSpPr/>
        <p:nvPr/>
      </p:nvGrpSpPr>
      <p:grpSpPr>
        <a:xfrm>
          <a:off x="0" y="0"/>
          <a:ext cx="0" cy="0"/>
          <a:chOff x="0" y="0"/>
          <a:chExt cx="0" cy="0"/>
        </a:xfrm>
      </p:grpSpPr>
      <p:pic>
        <p:nvPicPr>
          <p:cNvPr id="283" name="Google Shape;283;p59"/>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Slide - Columns (3)">
  <p:cSld name="Title Slide_11_1_1_1_2">
    <p:spTree>
      <p:nvGrpSpPr>
        <p:cNvPr id="1" name="Shape 284"/>
        <p:cNvGrpSpPr/>
        <p:nvPr/>
      </p:nvGrpSpPr>
      <p:grpSpPr>
        <a:xfrm>
          <a:off x="0" y="0"/>
          <a:ext cx="0" cy="0"/>
          <a:chOff x="0" y="0"/>
          <a:chExt cx="0" cy="0"/>
        </a:xfrm>
      </p:grpSpPr>
      <p:sp>
        <p:nvSpPr>
          <p:cNvPr id="285" name="Google Shape;285;p60"/>
          <p:cNvSpPr/>
          <p:nvPr/>
        </p:nvSpPr>
        <p:spPr>
          <a:xfrm rot="5400000" flipH="1">
            <a:off x="183055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86" name="Google Shape;286;p60"/>
          <p:cNvSpPr/>
          <p:nvPr/>
        </p:nvSpPr>
        <p:spPr>
          <a:xfrm rot="5400000" flipH="1">
            <a:off x="450405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287" name="Google Shape;287;p60"/>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lide - Columns (3) - Long Title">
  <p:cSld name="Title Slide_11_1_1_1_2_1">
    <p:spTree>
      <p:nvGrpSpPr>
        <p:cNvPr id="1" name="Shape 288"/>
        <p:cNvGrpSpPr/>
        <p:nvPr/>
      </p:nvGrpSpPr>
      <p:grpSpPr>
        <a:xfrm>
          <a:off x="0" y="0"/>
          <a:ext cx="0" cy="0"/>
          <a:chOff x="0" y="0"/>
          <a:chExt cx="0" cy="0"/>
        </a:xfrm>
      </p:grpSpPr>
      <p:sp>
        <p:nvSpPr>
          <p:cNvPr id="289" name="Google Shape;289;p61"/>
          <p:cNvSpPr/>
          <p:nvPr/>
        </p:nvSpPr>
        <p:spPr>
          <a:xfrm rot="5400000" flipH="1">
            <a:off x="1967050" y="3015200"/>
            <a:ext cx="2552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0" name="Google Shape;290;p61"/>
          <p:cNvSpPr/>
          <p:nvPr/>
        </p:nvSpPr>
        <p:spPr>
          <a:xfrm rot="5400000" flipH="1">
            <a:off x="4640550" y="3015200"/>
            <a:ext cx="2552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291" name="Google Shape;291;p61"/>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lide - Columns (4)">
  <p:cSld name="Title Slide_11_1_1_1_1">
    <p:spTree>
      <p:nvGrpSpPr>
        <p:cNvPr id="1" name="Shape 292"/>
        <p:cNvGrpSpPr/>
        <p:nvPr/>
      </p:nvGrpSpPr>
      <p:grpSpPr>
        <a:xfrm>
          <a:off x="0" y="0"/>
          <a:ext cx="0" cy="0"/>
          <a:chOff x="0" y="0"/>
          <a:chExt cx="0" cy="0"/>
        </a:xfrm>
      </p:grpSpPr>
      <p:sp>
        <p:nvSpPr>
          <p:cNvPr id="293" name="Google Shape;293;p62"/>
          <p:cNvSpPr/>
          <p:nvPr/>
        </p:nvSpPr>
        <p:spPr>
          <a:xfrm rot="5400000" flipH="1">
            <a:off x="1173519"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4" name="Google Shape;294;p62"/>
          <p:cNvSpPr/>
          <p:nvPr/>
        </p:nvSpPr>
        <p:spPr>
          <a:xfrm rot="5400000" flipH="1">
            <a:off x="5186706"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5" name="Google Shape;295;p62"/>
          <p:cNvSpPr/>
          <p:nvPr/>
        </p:nvSpPr>
        <p:spPr>
          <a:xfrm rot="5400000" flipH="1">
            <a:off x="3180094"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296" name="Google Shape;296;p62"/>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Slide - Columns (4) - Long Title">
  <p:cSld name="Title Slide_11_1_1_1_1_2">
    <p:spTree>
      <p:nvGrpSpPr>
        <p:cNvPr id="1" name="Shape 297"/>
        <p:cNvGrpSpPr/>
        <p:nvPr/>
      </p:nvGrpSpPr>
      <p:grpSpPr>
        <a:xfrm>
          <a:off x="0" y="0"/>
          <a:ext cx="0" cy="0"/>
          <a:chOff x="0" y="0"/>
          <a:chExt cx="0" cy="0"/>
        </a:xfrm>
      </p:grpSpPr>
      <p:sp>
        <p:nvSpPr>
          <p:cNvPr id="298" name="Google Shape;298;p63"/>
          <p:cNvSpPr/>
          <p:nvPr/>
        </p:nvSpPr>
        <p:spPr>
          <a:xfrm rot="5400000" flipH="1">
            <a:off x="1307775"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99" name="Google Shape;299;p63"/>
          <p:cNvSpPr/>
          <p:nvPr/>
        </p:nvSpPr>
        <p:spPr>
          <a:xfrm rot="5400000" flipH="1">
            <a:off x="5320950"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00" name="Google Shape;300;p63"/>
          <p:cNvSpPr/>
          <p:nvPr/>
        </p:nvSpPr>
        <p:spPr>
          <a:xfrm rot="5400000" flipH="1">
            <a:off x="3314344" y="3012950"/>
            <a:ext cx="25569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01" name="Google Shape;301;p63"/>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Slide - Columns (2)">
  <p:cSld name="Title Slide_11_1_1_1_1_1">
    <p:spTree>
      <p:nvGrpSpPr>
        <p:cNvPr id="1" name="Shape 302"/>
        <p:cNvGrpSpPr/>
        <p:nvPr/>
      </p:nvGrpSpPr>
      <p:grpSpPr>
        <a:xfrm>
          <a:off x="0" y="0"/>
          <a:ext cx="0" cy="0"/>
          <a:chOff x="0" y="0"/>
          <a:chExt cx="0" cy="0"/>
        </a:xfrm>
      </p:grpSpPr>
      <p:sp>
        <p:nvSpPr>
          <p:cNvPr id="303" name="Google Shape;303;p64"/>
          <p:cNvSpPr/>
          <p:nvPr/>
        </p:nvSpPr>
        <p:spPr>
          <a:xfrm rot="5400000" flipH="1">
            <a:off x="3180094" y="2878688"/>
            <a:ext cx="28254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04" name="Google Shape;304;p64"/>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lide - Columns (2) - Long Title">
  <p:cSld name="Title Slide_11_1_1_1_1_1_3">
    <p:spTree>
      <p:nvGrpSpPr>
        <p:cNvPr id="1" name="Shape 305"/>
        <p:cNvGrpSpPr/>
        <p:nvPr/>
      </p:nvGrpSpPr>
      <p:grpSpPr>
        <a:xfrm>
          <a:off x="0" y="0"/>
          <a:ext cx="0" cy="0"/>
          <a:chOff x="0" y="0"/>
          <a:chExt cx="0" cy="0"/>
        </a:xfrm>
      </p:grpSpPr>
      <p:sp>
        <p:nvSpPr>
          <p:cNvPr id="306" name="Google Shape;306;p65"/>
          <p:cNvSpPr/>
          <p:nvPr/>
        </p:nvSpPr>
        <p:spPr>
          <a:xfrm rot="5400000" flipH="1">
            <a:off x="3317194" y="3015788"/>
            <a:ext cx="25512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07" name="Google Shape;307;p65"/>
          <p:cNvSpPr/>
          <p:nvPr/>
        </p:nvSpPr>
        <p:spPr>
          <a:xfrm flipH="1">
            <a:off x="566444" y="1506688"/>
            <a:ext cx="80376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08" name="Google Shape;308;p65"/>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lide - Image (Left)">
  <p:cSld name="Title Slide_11_1_1_1_1_1_2">
    <p:spTree>
      <p:nvGrpSpPr>
        <p:cNvPr id="1" name="Shape 309"/>
        <p:cNvGrpSpPr/>
        <p:nvPr/>
      </p:nvGrpSpPr>
      <p:grpSpPr>
        <a:xfrm>
          <a:off x="0" y="0"/>
          <a:ext cx="0" cy="0"/>
          <a:chOff x="0" y="0"/>
          <a:chExt cx="0" cy="0"/>
        </a:xfrm>
      </p:grpSpPr>
      <p:pic>
        <p:nvPicPr>
          <p:cNvPr id="310" name="Google Shape;310;p66"/>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Slide - Image (Right)">
  <p:cSld name="Title Slide_11_1_1_1_1_1_2_1">
    <p:spTree>
      <p:nvGrpSpPr>
        <p:cNvPr id="1" name="Shape 311"/>
        <p:cNvGrpSpPr/>
        <p:nvPr/>
      </p:nvGrpSpPr>
      <p:grpSpPr>
        <a:xfrm>
          <a:off x="0" y="0"/>
          <a:ext cx="0" cy="0"/>
          <a:chOff x="0" y="0"/>
          <a:chExt cx="0" cy="0"/>
        </a:xfrm>
      </p:grpSpPr>
      <p:pic>
        <p:nvPicPr>
          <p:cNvPr id="312" name="Google Shape;312;p67"/>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Slide - Gartner (Left)">
  <p:cSld name="Title Slide_11_1_1_1_1_1_1_2">
    <p:spTree>
      <p:nvGrpSpPr>
        <p:cNvPr id="1" name="Shape 313"/>
        <p:cNvGrpSpPr/>
        <p:nvPr/>
      </p:nvGrpSpPr>
      <p:grpSpPr>
        <a:xfrm>
          <a:off x="0" y="0"/>
          <a:ext cx="0" cy="0"/>
          <a:chOff x="0" y="0"/>
          <a:chExt cx="0" cy="0"/>
        </a:xfrm>
      </p:grpSpPr>
      <p:sp>
        <p:nvSpPr>
          <p:cNvPr id="314" name="Google Shape;314;p68"/>
          <p:cNvSpPr/>
          <p:nvPr/>
        </p:nvSpPr>
        <p:spPr>
          <a:xfrm flipH="1">
            <a:off x="561851" y="2554663"/>
            <a:ext cx="5364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5" name="Google Shape;315;p68"/>
          <p:cNvSpPr/>
          <p:nvPr/>
        </p:nvSpPr>
        <p:spPr>
          <a:xfrm rot="5400000" flipH="1">
            <a:off x="1206992"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16" name="Google Shape;316;p68"/>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Slide - Gartner (Right">
  <p:cSld name="Title Slide_11_1_1_1_1_1_1_2_1">
    <p:spTree>
      <p:nvGrpSpPr>
        <p:cNvPr id="1" name="Shape 317"/>
        <p:cNvGrpSpPr/>
        <p:nvPr/>
      </p:nvGrpSpPr>
      <p:grpSpPr>
        <a:xfrm>
          <a:off x="0" y="0"/>
          <a:ext cx="0" cy="0"/>
          <a:chOff x="0" y="0"/>
          <a:chExt cx="0" cy="0"/>
        </a:xfrm>
      </p:grpSpPr>
      <p:sp>
        <p:nvSpPr>
          <p:cNvPr id="318" name="Google Shape;318;p69"/>
          <p:cNvSpPr/>
          <p:nvPr/>
        </p:nvSpPr>
        <p:spPr>
          <a:xfrm flipH="1">
            <a:off x="4146550" y="2554663"/>
            <a:ext cx="44613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9" name="Google Shape;319;p69"/>
          <p:cNvSpPr/>
          <p:nvPr/>
        </p:nvSpPr>
        <p:spPr>
          <a:xfrm rot="5400000" flipH="1">
            <a:off x="4340450" y="2564225"/>
            <a:ext cx="4073700" cy="150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20" name="Google Shape;320;p69"/>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Slide - Logos (9)">
  <p:cSld name="Title Slide_11_1_1_1_1_1_1_1_1">
    <p:spTree>
      <p:nvGrpSpPr>
        <p:cNvPr id="1" name="Shape 321"/>
        <p:cNvGrpSpPr/>
        <p:nvPr/>
      </p:nvGrpSpPr>
      <p:grpSpPr>
        <a:xfrm>
          <a:off x="0" y="0"/>
          <a:ext cx="0" cy="0"/>
          <a:chOff x="0" y="0"/>
          <a:chExt cx="0" cy="0"/>
        </a:xfrm>
      </p:grpSpPr>
      <p:sp>
        <p:nvSpPr>
          <p:cNvPr id="322" name="Google Shape;322;p70"/>
          <p:cNvSpPr/>
          <p:nvPr/>
        </p:nvSpPr>
        <p:spPr>
          <a:xfrm flipH="1">
            <a:off x="562037" y="1894456"/>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3" name="Google Shape;323;p70"/>
          <p:cNvSpPr/>
          <p:nvPr/>
        </p:nvSpPr>
        <p:spPr>
          <a:xfrm flipH="1">
            <a:off x="588848" y="3251525"/>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4" name="Google Shape;324;p70"/>
          <p:cNvSpPr/>
          <p:nvPr/>
        </p:nvSpPr>
        <p:spPr>
          <a:xfrm rot="5400000" flipH="1">
            <a:off x="1131135"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5" name="Google Shape;325;p70"/>
          <p:cNvSpPr/>
          <p:nvPr/>
        </p:nvSpPr>
        <p:spPr>
          <a:xfrm rot="5400000" flipH="1">
            <a:off x="-167278"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26" name="Google Shape;326;p70"/>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lide - Logos (12)">
  <p:cSld name="Title Slide_11_1_1_1_1_1_1_1_1_1_1">
    <p:spTree>
      <p:nvGrpSpPr>
        <p:cNvPr id="1" name="Shape 327"/>
        <p:cNvGrpSpPr/>
        <p:nvPr/>
      </p:nvGrpSpPr>
      <p:grpSpPr>
        <a:xfrm>
          <a:off x="0" y="0"/>
          <a:ext cx="0" cy="0"/>
          <a:chOff x="0" y="0"/>
          <a:chExt cx="0" cy="0"/>
        </a:xfrm>
      </p:grpSpPr>
      <p:sp>
        <p:nvSpPr>
          <p:cNvPr id="328" name="Google Shape;328;p71"/>
          <p:cNvSpPr/>
          <p:nvPr/>
        </p:nvSpPr>
        <p:spPr>
          <a:xfrm flipH="1">
            <a:off x="562037" y="1536981"/>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29" name="Google Shape;329;p71"/>
          <p:cNvSpPr/>
          <p:nvPr/>
        </p:nvSpPr>
        <p:spPr>
          <a:xfrm flipH="1">
            <a:off x="588848" y="2554638"/>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0" name="Google Shape;330;p71"/>
          <p:cNvSpPr/>
          <p:nvPr/>
        </p:nvSpPr>
        <p:spPr>
          <a:xfrm flipH="1">
            <a:off x="575098" y="3572300"/>
            <a:ext cx="39960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1" name="Google Shape;331;p71"/>
          <p:cNvSpPr/>
          <p:nvPr/>
        </p:nvSpPr>
        <p:spPr>
          <a:xfrm rot="5400000" flipH="1">
            <a:off x="1131135"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2" name="Google Shape;332;p71"/>
          <p:cNvSpPr/>
          <p:nvPr/>
        </p:nvSpPr>
        <p:spPr>
          <a:xfrm rot="5400000" flipH="1">
            <a:off x="-167278" y="2562575"/>
            <a:ext cx="40737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333" name="Google Shape;333;p71"/>
          <p:cNvPicPr preferRelativeResize="0"/>
          <p:nvPr/>
        </p:nvPicPr>
        <p:blipFill>
          <a:blip r:embed="rId2">
            <a:alphaModFix/>
          </a:blip>
          <a:stretch>
            <a:fillRect/>
          </a:stretch>
        </p:blipFill>
        <p:spPr>
          <a:xfrm>
            <a:off x="8650175" y="162075"/>
            <a:ext cx="329184" cy="329184"/>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lide - Calendar">
  <p:cSld name="Title Slide_11_1_1_1_1_1_1_1_1_1_2">
    <p:spTree>
      <p:nvGrpSpPr>
        <p:cNvPr id="1" name="Shape 334"/>
        <p:cNvGrpSpPr/>
        <p:nvPr/>
      </p:nvGrpSpPr>
      <p:grpSpPr>
        <a:xfrm>
          <a:off x="0" y="0"/>
          <a:ext cx="0" cy="0"/>
          <a:chOff x="0" y="0"/>
          <a:chExt cx="0" cy="0"/>
        </a:xfrm>
      </p:grpSpPr>
      <p:sp>
        <p:nvSpPr>
          <p:cNvPr id="335" name="Google Shape;335;p72"/>
          <p:cNvSpPr/>
          <p:nvPr/>
        </p:nvSpPr>
        <p:spPr>
          <a:xfrm rot="5400000" flipH="1">
            <a:off x="2795004"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6" name="Google Shape;336;p72"/>
          <p:cNvSpPr/>
          <p:nvPr/>
        </p:nvSpPr>
        <p:spPr>
          <a:xfrm rot="5400000" flipH="1">
            <a:off x="4102551"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7" name="Google Shape;337;p72"/>
          <p:cNvSpPr/>
          <p:nvPr/>
        </p:nvSpPr>
        <p:spPr>
          <a:xfrm rot="5400000" flipH="1">
            <a:off x="5410108" y="269341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8" name="Google Shape;338;p72"/>
          <p:cNvSpPr/>
          <p:nvPr/>
        </p:nvSpPr>
        <p:spPr>
          <a:xfrm rot="5400000" flipH="1">
            <a:off x="1486167" y="269340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39" name="Google Shape;339;p72"/>
          <p:cNvSpPr/>
          <p:nvPr/>
        </p:nvSpPr>
        <p:spPr>
          <a:xfrm rot="5400000" flipH="1">
            <a:off x="175343" y="2693406"/>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0" name="Google Shape;340;p72"/>
          <p:cNvSpPr/>
          <p:nvPr/>
        </p:nvSpPr>
        <p:spPr>
          <a:xfrm rot="5400000" flipH="1">
            <a:off x="-1110847" y="2693425"/>
            <a:ext cx="4869300" cy="141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1" name="Google Shape;341;p72"/>
          <p:cNvSpPr/>
          <p:nvPr/>
        </p:nvSpPr>
        <p:spPr>
          <a:xfrm flipH="1">
            <a:off x="11095" y="257500"/>
            <a:ext cx="91275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2" name="Google Shape;342;p72"/>
          <p:cNvSpPr/>
          <p:nvPr/>
        </p:nvSpPr>
        <p:spPr>
          <a:xfrm flipH="1">
            <a:off x="2952" y="1237275"/>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43" name="Google Shape;343;p72"/>
          <p:cNvSpPr/>
          <p:nvPr/>
        </p:nvSpPr>
        <p:spPr>
          <a:xfrm flipH="1">
            <a:off x="25655" y="2202842"/>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4" name="Google Shape;344;p72"/>
          <p:cNvSpPr/>
          <p:nvPr/>
        </p:nvSpPr>
        <p:spPr>
          <a:xfrm flipH="1">
            <a:off x="109" y="3184608"/>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5" name="Google Shape;345;p72"/>
          <p:cNvSpPr/>
          <p:nvPr/>
        </p:nvSpPr>
        <p:spPr>
          <a:xfrm flipH="1">
            <a:off x="2950" y="4166125"/>
            <a:ext cx="91356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lide - Gant Chart">
  <p:cSld name="Title Slide_11_1_1_1_1_1_1_1_1_1_2_1">
    <p:spTree>
      <p:nvGrpSpPr>
        <p:cNvPr id="1" name="Shape 346"/>
        <p:cNvGrpSpPr/>
        <p:nvPr/>
      </p:nvGrpSpPr>
      <p:grpSpPr>
        <a:xfrm>
          <a:off x="0" y="0"/>
          <a:ext cx="0" cy="0"/>
          <a:chOff x="0" y="0"/>
          <a:chExt cx="0" cy="0"/>
        </a:xfrm>
      </p:grpSpPr>
      <p:sp>
        <p:nvSpPr>
          <p:cNvPr id="347" name="Google Shape;347;p73"/>
          <p:cNvSpPr/>
          <p:nvPr/>
        </p:nvSpPr>
        <p:spPr>
          <a:xfrm rot="5400000" flipH="1">
            <a:off x="-1824281"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48" name="Google Shape;348;p73"/>
          <p:cNvSpPr/>
          <p:nvPr/>
        </p:nvSpPr>
        <p:spPr>
          <a:xfrm rot="5400000" flipH="1">
            <a:off x="-1225998"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49" name="Google Shape;349;p73"/>
          <p:cNvSpPr/>
          <p:nvPr/>
        </p:nvSpPr>
        <p:spPr>
          <a:xfrm rot="5400000" flipH="1">
            <a:off x="-627716"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0" name="Google Shape;350;p73"/>
          <p:cNvSpPr/>
          <p:nvPr/>
        </p:nvSpPr>
        <p:spPr>
          <a:xfrm rot="5400000" flipH="1">
            <a:off x="-29433"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1" name="Google Shape;351;p73"/>
          <p:cNvSpPr/>
          <p:nvPr/>
        </p:nvSpPr>
        <p:spPr>
          <a:xfrm rot="5400000" flipH="1">
            <a:off x="568850"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2" name="Google Shape;352;p73"/>
          <p:cNvSpPr/>
          <p:nvPr/>
        </p:nvSpPr>
        <p:spPr>
          <a:xfrm rot="5400000" flipH="1">
            <a:off x="1167133"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3" name="Google Shape;353;p73"/>
          <p:cNvSpPr/>
          <p:nvPr/>
        </p:nvSpPr>
        <p:spPr>
          <a:xfrm rot="5400000" flipH="1">
            <a:off x="1765416"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4" name="Google Shape;354;p73"/>
          <p:cNvSpPr/>
          <p:nvPr/>
        </p:nvSpPr>
        <p:spPr>
          <a:xfrm rot="5400000" flipH="1">
            <a:off x="2363698"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5" name="Google Shape;355;p73"/>
          <p:cNvSpPr/>
          <p:nvPr/>
        </p:nvSpPr>
        <p:spPr>
          <a:xfrm rot="5400000" flipH="1">
            <a:off x="2961981"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6" name="Google Shape;356;p73"/>
          <p:cNvSpPr/>
          <p:nvPr/>
        </p:nvSpPr>
        <p:spPr>
          <a:xfrm rot="5400000" flipH="1">
            <a:off x="3560264"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7" name="Google Shape;357;p73"/>
          <p:cNvSpPr/>
          <p:nvPr/>
        </p:nvSpPr>
        <p:spPr>
          <a:xfrm rot="5400000" flipH="1">
            <a:off x="4158547" y="2684250"/>
            <a:ext cx="49047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58" name="Google Shape;358;p73"/>
          <p:cNvSpPr txBox="1"/>
          <p:nvPr/>
        </p:nvSpPr>
        <p:spPr>
          <a:xfrm>
            <a:off x="70406" y="114754"/>
            <a:ext cx="3216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JANUARY</a:t>
            </a:r>
            <a:endParaRPr sz="500">
              <a:solidFill>
                <a:srgbClr val="000000"/>
              </a:solidFill>
              <a:latin typeface="Mulish"/>
              <a:ea typeface="Mulish"/>
              <a:cs typeface="Mulish"/>
              <a:sym typeface="Mulish"/>
            </a:endParaRPr>
          </a:p>
        </p:txBody>
      </p:sp>
      <p:sp>
        <p:nvSpPr>
          <p:cNvPr id="359" name="Google Shape;359;p73"/>
          <p:cNvSpPr txBox="1"/>
          <p:nvPr/>
        </p:nvSpPr>
        <p:spPr>
          <a:xfrm>
            <a:off x="634950" y="114754"/>
            <a:ext cx="341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FEBRUARY</a:t>
            </a:r>
            <a:endParaRPr sz="500">
              <a:solidFill>
                <a:srgbClr val="000000"/>
              </a:solidFill>
              <a:latin typeface="Mulish"/>
              <a:ea typeface="Mulish"/>
              <a:cs typeface="Mulish"/>
              <a:sym typeface="Mulish"/>
            </a:endParaRPr>
          </a:p>
        </p:txBody>
      </p:sp>
      <p:sp>
        <p:nvSpPr>
          <p:cNvPr id="360" name="Google Shape;360;p73"/>
          <p:cNvSpPr txBox="1"/>
          <p:nvPr/>
        </p:nvSpPr>
        <p:spPr>
          <a:xfrm>
            <a:off x="1219519" y="114754"/>
            <a:ext cx="4620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MARCH</a:t>
            </a:r>
            <a:endParaRPr sz="500">
              <a:solidFill>
                <a:srgbClr val="000000"/>
              </a:solidFill>
              <a:latin typeface="Mulish"/>
              <a:ea typeface="Mulish"/>
              <a:cs typeface="Mulish"/>
              <a:sym typeface="Mulish"/>
            </a:endParaRPr>
          </a:p>
        </p:txBody>
      </p:sp>
      <p:sp>
        <p:nvSpPr>
          <p:cNvPr id="361" name="Google Shape;361;p73"/>
          <p:cNvSpPr txBox="1"/>
          <p:nvPr/>
        </p:nvSpPr>
        <p:spPr>
          <a:xfrm>
            <a:off x="1817794" y="114754"/>
            <a:ext cx="230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APRIL</a:t>
            </a:r>
            <a:endParaRPr sz="500">
              <a:solidFill>
                <a:srgbClr val="000000"/>
              </a:solidFill>
              <a:latin typeface="Mulish"/>
              <a:ea typeface="Mulish"/>
              <a:cs typeface="Mulish"/>
              <a:sym typeface="Mulish"/>
            </a:endParaRPr>
          </a:p>
        </p:txBody>
      </p:sp>
      <p:sp>
        <p:nvSpPr>
          <p:cNvPr id="362" name="Google Shape;362;p73"/>
          <p:cNvSpPr txBox="1"/>
          <p:nvPr/>
        </p:nvSpPr>
        <p:spPr>
          <a:xfrm>
            <a:off x="242630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MAY</a:t>
            </a:r>
            <a:endParaRPr sz="500">
              <a:solidFill>
                <a:srgbClr val="000000"/>
              </a:solidFill>
              <a:latin typeface="Mulish"/>
              <a:ea typeface="Mulish"/>
              <a:cs typeface="Mulish"/>
              <a:sym typeface="Mulish"/>
            </a:endParaRPr>
          </a:p>
        </p:txBody>
      </p:sp>
      <p:sp>
        <p:nvSpPr>
          <p:cNvPr id="363" name="Google Shape;363;p73"/>
          <p:cNvSpPr txBox="1"/>
          <p:nvPr/>
        </p:nvSpPr>
        <p:spPr>
          <a:xfrm>
            <a:off x="3014353"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JUNE</a:t>
            </a:r>
            <a:endParaRPr sz="500">
              <a:solidFill>
                <a:srgbClr val="000000"/>
              </a:solidFill>
              <a:latin typeface="Mulish"/>
              <a:ea typeface="Mulish"/>
              <a:cs typeface="Mulish"/>
              <a:sym typeface="Mulish"/>
            </a:endParaRPr>
          </a:p>
        </p:txBody>
      </p:sp>
      <p:sp>
        <p:nvSpPr>
          <p:cNvPr id="364" name="Google Shape;364;p73"/>
          <p:cNvSpPr txBox="1"/>
          <p:nvPr/>
        </p:nvSpPr>
        <p:spPr>
          <a:xfrm>
            <a:off x="3612638"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JULY</a:t>
            </a:r>
            <a:endParaRPr sz="500">
              <a:solidFill>
                <a:srgbClr val="000000"/>
              </a:solidFill>
              <a:latin typeface="Mulish"/>
              <a:ea typeface="Mulish"/>
              <a:cs typeface="Mulish"/>
              <a:sym typeface="Mulish"/>
            </a:endParaRPr>
          </a:p>
        </p:txBody>
      </p:sp>
      <p:sp>
        <p:nvSpPr>
          <p:cNvPr id="365" name="Google Shape;365;p73"/>
          <p:cNvSpPr txBox="1"/>
          <p:nvPr/>
        </p:nvSpPr>
        <p:spPr>
          <a:xfrm>
            <a:off x="4210922"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AUGUST</a:t>
            </a:r>
            <a:endParaRPr sz="500">
              <a:solidFill>
                <a:srgbClr val="000000"/>
              </a:solidFill>
              <a:latin typeface="Mulish"/>
              <a:ea typeface="Mulish"/>
              <a:cs typeface="Mulish"/>
              <a:sym typeface="Mulish"/>
            </a:endParaRPr>
          </a:p>
        </p:txBody>
      </p:sp>
      <p:sp>
        <p:nvSpPr>
          <p:cNvPr id="366" name="Google Shape;366;p73"/>
          <p:cNvSpPr txBox="1"/>
          <p:nvPr/>
        </p:nvSpPr>
        <p:spPr>
          <a:xfrm>
            <a:off x="4809197"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SEPTEMBER</a:t>
            </a:r>
            <a:endParaRPr sz="500">
              <a:solidFill>
                <a:srgbClr val="000000"/>
              </a:solidFill>
              <a:latin typeface="Mulish"/>
              <a:ea typeface="Mulish"/>
              <a:cs typeface="Mulish"/>
              <a:sym typeface="Mulish"/>
            </a:endParaRPr>
          </a:p>
        </p:txBody>
      </p:sp>
      <p:sp>
        <p:nvSpPr>
          <p:cNvPr id="367" name="Google Shape;367;p73"/>
          <p:cNvSpPr txBox="1"/>
          <p:nvPr/>
        </p:nvSpPr>
        <p:spPr>
          <a:xfrm>
            <a:off x="539189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OCTOBER</a:t>
            </a:r>
            <a:endParaRPr sz="500">
              <a:solidFill>
                <a:srgbClr val="000000"/>
              </a:solidFill>
              <a:latin typeface="Mulish"/>
              <a:ea typeface="Mulish"/>
              <a:cs typeface="Mulish"/>
              <a:sym typeface="Mulish"/>
            </a:endParaRPr>
          </a:p>
        </p:txBody>
      </p:sp>
      <p:sp>
        <p:nvSpPr>
          <p:cNvPr id="368" name="Google Shape;368;p73"/>
          <p:cNvSpPr txBox="1"/>
          <p:nvPr/>
        </p:nvSpPr>
        <p:spPr>
          <a:xfrm>
            <a:off x="600576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NOVEMBER</a:t>
            </a:r>
            <a:endParaRPr sz="500">
              <a:solidFill>
                <a:srgbClr val="000000"/>
              </a:solidFill>
              <a:latin typeface="Mulish"/>
              <a:ea typeface="Mulish"/>
              <a:cs typeface="Mulish"/>
              <a:sym typeface="Mulish"/>
            </a:endParaRPr>
          </a:p>
        </p:txBody>
      </p:sp>
      <p:sp>
        <p:nvSpPr>
          <p:cNvPr id="369" name="Google Shape;369;p73"/>
          <p:cNvSpPr txBox="1"/>
          <p:nvPr/>
        </p:nvSpPr>
        <p:spPr>
          <a:xfrm>
            <a:off x="660404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rgbClr val="000000"/>
                </a:solidFill>
                <a:latin typeface="Mulish"/>
                <a:ea typeface="Mulish"/>
                <a:cs typeface="Mulish"/>
                <a:sym typeface="Mulish"/>
              </a:rPr>
              <a:t>DECEMBER</a:t>
            </a:r>
            <a:endParaRPr sz="500">
              <a:solidFill>
                <a:srgbClr val="000000"/>
              </a:solidFill>
              <a:latin typeface="Mulish"/>
              <a:ea typeface="Mulish"/>
              <a:cs typeface="Mulish"/>
              <a:sym typeface="Mulish"/>
            </a:endParaRPr>
          </a:p>
        </p:txBody>
      </p:sp>
      <p:sp>
        <p:nvSpPr>
          <p:cNvPr id="370" name="Google Shape;370;p73"/>
          <p:cNvSpPr/>
          <p:nvPr/>
        </p:nvSpPr>
        <p:spPr>
          <a:xfrm flipH="1">
            <a:off x="7" y="239147"/>
            <a:ext cx="7200900" cy="138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1" name="Google Shape;371;p73"/>
          <p:cNvSpPr/>
          <p:nvPr/>
        </p:nvSpPr>
        <p:spPr>
          <a:xfrm rot="5400000" flipH="1">
            <a:off x="4633950" y="2561400"/>
            <a:ext cx="51504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2" name="Google Shape;372;p73"/>
          <p:cNvSpPr/>
          <p:nvPr/>
        </p:nvSpPr>
        <p:spPr>
          <a:xfrm>
            <a:off x="7216050" y="-100"/>
            <a:ext cx="1928100" cy="5143500"/>
          </a:xfrm>
          <a:prstGeom prst="rect">
            <a:avLst/>
          </a:prstGeom>
          <a:solidFill>
            <a:schemeClr val="l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
    <p:spTree>
      <p:nvGrpSpPr>
        <p:cNvPr id="1" name="Shape 373"/>
        <p:cNvGrpSpPr/>
        <p:nvPr/>
      </p:nvGrpSpPr>
      <p:grpSpPr>
        <a:xfrm>
          <a:off x="0" y="0"/>
          <a:ext cx="0" cy="0"/>
          <a:chOff x="0" y="0"/>
          <a:chExt cx="0" cy="0"/>
        </a:xfrm>
      </p:grpSpPr>
      <p:sp>
        <p:nvSpPr>
          <p:cNvPr id="374" name="Google Shape;374;p74"/>
          <p:cNvSpPr/>
          <p:nvPr/>
        </p:nvSpPr>
        <p:spPr>
          <a:xfrm rot="5400000" flipH="1">
            <a:off x="-166919" y="2545774"/>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5" name="Google Shape;375;p74"/>
          <p:cNvSpPr/>
          <p:nvPr/>
        </p:nvSpPr>
        <p:spPr>
          <a:xfrm rot="5400000" flipH="1">
            <a:off x="2235139" y="2564700"/>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6" name="Google Shape;376;p74"/>
          <p:cNvSpPr/>
          <p:nvPr/>
        </p:nvSpPr>
        <p:spPr>
          <a:xfrm rot="5400000" flipH="1">
            <a:off x="4637231" y="2545774"/>
            <a:ext cx="5143800" cy="13800"/>
          </a:xfrm>
          <a:prstGeom prst="roundRect">
            <a:avLst>
              <a:gd name="adj" fmla="val 50000"/>
            </a:avLst>
          </a:prstGeom>
          <a:solidFill>
            <a:srgbClr val="EAECED"/>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7" name="Google Shape;377;p74"/>
          <p:cNvSpPr/>
          <p:nvPr/>
        </p:nvSpPr>
        <p:spPr>
          <a:xfrm flipH="1">
            <a:off x="5813" y="223031"/>
            <a:ext cx="91209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
        <p:nvSpPr>
          <p:cNvPr id="378" name="Google Shape;378;p74"/>
          <p:cNvSpPr/>
          <p:nvPr/>
        </p:nvSpPr>
        <p:spPr>
          <a:xfrm>
            <a:off x="7216050" y="-100"/>
            <a:ext cx="1928100" cy="5143500"/>
          </a:xfrm>
          <a:prstGeom prst="rect">
            <a:avLst/>
          </a:prstGeom>
          <a:solidFill>
            <a:schemeClr val="l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_1">
    <p:spTree>
      <p:nvGrpSpPr>
        <p:cNvPr id="1" name="Shape 379"/>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lide - Month Gant Chart">
  <p:cSld name="Title Slide_11_1_1_1_1_1_1_1_1_1_2_1_1_2">
    <p:spTree>
      <p:nvGrpSpPr>
        <p:cNvPr id="1" name="Shape 380"/>
        <p:cNvGrpSpPr/>
        <p:nvPr/>
      </p:nvGrpSpPr>
      <p:grpSpPr>
        <a:xfrm>
          <a:off x="0" y="0"/>
          <a:ext cx="0" cy="0"/>
          <a:chOff x="0" y="0"/>
          <a:chExt cx="0" cy="0"/>
        </a:xfrm>
      </p:grpSpPr>
      <p:sp>
        <p:nvSpPr>
          <p:cNvPr id="381" name="Google Shape;381;p76"/>
          <p:cNvSpPr/>
          <p:nvPr/>
        </p:nvSpPr>
        <p:spPr>
          <a:xfrm rot="5400000" flipH="1">
            <a:off x="-1025140" y="2556469"/>
            <a:ext cx="51435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82" name="Google Shape;382;p76"/>
          <p:cNvSpPr/>
          <p:nvPr/>
        </p:nvSpPr>
        <p:spPr>
          <a:xfrm flipH="1">
            <a:off x="11625" y="223031"/>
            <a:ext cx="9120900" cy="13800"/>
          </a:xfrm>
          <a:prstGeom prst="roundRect">
            <a:avLst>
              <a:gd name="adj" fmla="val 50000"/>
            </a:avLst>
          </a:prstGeom>
          <a:solidFill>
            <a:srgbClr val="EFEFEF"/>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lide_19">
  <p:cSld name="Slide_19">
    <p:bg>
      <p:bgPr>
        <a:solidFill>
          <a:schemeClr val="lt1"/>
        </a:solidFill>
        <a:effectLst/>
      </p:bgPr>
    </p:bg>
    <p:spTree>
      <p:nvGrpSpPr>
        <p:cNvPr id="1" name="Shape 383"/>
        <p:cNvGrpSpPr/>
        <p:nvPr/>
      </p:nvGrpSpPr>
      <p:grpSpPr>
        <a:xfrm>
          <a:off x="0" y="0"/>
          <a:ext cx="0" cy="0"/>
          <a:chOff x="0" y="0"/>
          <a:chExt cx="0" cy="0"/>
        </a:xfrm>
      </p:grpSpPr>
      <p:grpSp>
        <p:nvGrpSpPr>
          <p:cNvPr id="384" name="Google Shape;384;p77"/>
          <p:cNvGrpSpPr/>
          <p:nvPr/>
        </p:nvGrpSpPr>
        <p:grpSpPr>
          <a:xfrm>
            <a:off x="8531945" y="67089"/>
            <a:ext cx="521100" cy="517950"/>
            <a:chOff x="10290147" y="241852"/>
            <a:chExt cx="694800" cy="690600"/>
          </a:xfrm>
        </p:grpSpPr>
        <p:sp>
          <p:nvSpPr>
            <p:cNvPr id="385" name="Google Shape;385;p77"/>
            <p:cNvSpPr/>
            <p:nvPr/>
          </p:nvSpPr>
          <p:spPr>
            <a:xfrm>
              <a:off x="10290147" y="241852"/>
              <a:ext cx="694800" cy="690600"/>
            </a:xfrm>
            <a:prstGeom prst="ellipse">
              <a:avLst/>
            </a:prstGeom>
            <a:solidFill>
              <a:srgbClr val="02024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386" name="Google Shape;386;p77" descr="Icon&#10;&#10;Description automatically generated"/>
            <p:cNvPicPr preferRelativeResize="0"/>
            <p:nvPr/>
          </p:nvPicPr>
          <p:blipFill rotWithShape="1">
            <a:blip r:embed="rId2">
              <a:alphaModFix/>
            </a:blip>
            <a:srcRect/>
            <a:stretch/>
          </p:blipFill>
          <p:spPr>
            <a:xfrm>
              <a:off x="10459612" y="409155"/>
              <a:ext cx="356014" cy="356014"/>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ransition: Blue  1">
  <p:cSld name="Transition: Blue ">
    <p:spTree>
      <p:nvGrpSpPr>
        <p:cNvPr id="1" name="Shape 387"/>
        <p:cNvGrpSpPr/>
        <p:nvPr/>
      </p:nvGrpSpPr>
      <p:grpSpPr>
        <a:xfrm>
          <a:off x="0" y="0"/>
          <a:ext cx="0" cy="0"/>
          <a:chOff x="0" y="0"/>
          <a:chExt cx="0" cy="0"/>
        </a:xfrm>
      </p:grpSpPr>
      <p:pic>
        <p:nvPicPr>
          <p:cNvPr id="388" name="Google Shape;388;p78"/>
          <p:cNvPicPr preferRelativeResize="0"/>
          <p:nvPr/>
        </p:nvPicPr>
        <p:blipFill rotWithShape="1">
          <a:blip r:embed="rId2">
            <a:alphaModFix/>
          </a:blip>
          <a:srcRect/>
          <a:stretch/>
        </p:blipFill>
        <p:spPr>
          <a:xfrm>
            <a:off x="8539450" y="170025"/>
            <a:ext cx="425075" cy="425075"/>
          </a:xfrm>
          <a:prstGeom prst="rect">
            <a:avLst/>
          </a:prstGeom>
          <a:noFill/>
          <a:ln>
            <a:noFill/>
          </a:ln>
        </p:spPr>
      </p:pic>
      <p:sp>
        <p:nvSpPr>
          <p:cNvPr id="389" name="Google Shape;389;p78"/>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78"/>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lvl1pPr marR="0" lvl="0" algn="l">
              <a:lnSpc>
                <a:spcPct val="90000"/>
              </a:lnSpc>
              <a:spcBef>
                <a:spcPts val="0"/>
              </a:spcBef>
              <a:spcAft>
                <a:spcPts val="0"/>
              </a:spcAft>
              <a:buClr>
                <a:schemeClr val="lt1"/>
              </a:buClr>
              <a:buSzPts val="4200"/>
              <a:buFont typeface="Manrope"/>
              <a:buNone/>
              <a:defRPr sz="4200" i="0" u="none" strike="noStrike" cap="none">
                <a:solidFill>
                  <a:schemeClr val="lt1"/>
                </a:solidFill>
                <a:latin typeface="Manrope"/>
                <a:ea typeface="Manrope"/>
                <a:cs typeface="Manrope"/>
                <a:sym typeface="Manrope"/>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391" name="Google Shape;391;p78"/>
          <p:cNvPicPr preferRelativeResize="0"/>
          <p:nvPr/>
        </p:nvPicPr>
        <p:blipFill rotWithShape="1">
          <a:blip r:embed="rId3">
            <a:alphaModFix/>
          </a:blip>
          <a:srcRect l="13198" t="12349" r="12739" b="13257"/>
          <a:stretch/>
        </p:blipFill>
        <p:spPr>
          <a:xfrm>
            <a:off x="594360" y="2374667"/>
            <a:ext cx="392400" cy="394158"/>
          </a:xfrm>
          <a:prstGeom prst="rect">
            <a:avLst/>
          </a:prstGeom>
          <a:noFill/>
          <a:ln>
            <a:noFill/>
          </a:ln>
        </p:spPr>
      </p:pic>
      <p:pic>
        <p:nvPicPr>
          <p:cNvPr id="392" name="Google Shape;392;p78"/>
          <p:cNvPicPr preferRelativeResize="0"/>
          <p:nvPr/>
        </p:nvPicPr>
        <p:blipFill rotWithShape="1">
          <a:blip r:embed="rId4">
            <a:alphaModFix/>
          </a:blip>
          <a:srcRect/>
          <a:stretch/>
        </p:blipFill>
        <p:spPr>
          <a:xfrm>
            <a:off x="8650224" y="164592"/>
            <a:ext cx="329183" cy="329185"/>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96"/>
        <p:cNvGrpSpPr/>
        <p:nvPr/>
      </p:nvGrpSpPr>
      <p:grpSpPr>
        <a:xfrm>
          <a:off x="0" y="0"/>
          <a:ext cx="0" cy="0"/>
          <a:chOff x="0" y="0"/>
          <a:chExt cx="0" cy="0"/>
        </a:xfrm>
      </p:grpSpPr>
      <p:pic>
        <p:nvPicPr>
          <p:cNvPr id="397" name="Google Shape;397;p80"/>
          <p:cNvPicPr preferRelativeResize="0"/>
          <p:nvPr/>
        </p:nvPicPr>
        <p:blipFill rotWithShape="1">
          <a:blip r:embed="rId2">
            <a:alphaModFix/>
          </a:blip>
          <a:srcRect b="15605"/>
          <a:stretch/>
        </p:blipFill>
        <p:spPr>
          <a:xfrm>
            <a:off x="25" y="0"/>
            <a:ext cx="9144003" cy="5143501"/>
          </a:xfrm>
          <a:prstGeom prst="rect">
            <a:avLst/>
          </a:prstGeom>
          <a:noFill/>
          <a:ln>
            <a:noFill/>
          </a:ln>
        </p:spPr>
      </p:pic>
      <p:sp>
        <p:nvSpPr>
          <p:cNvPr id="398" name="Google Shape;398;p80"/>
          <p:cNvSpPr txBox="1"/>
          <p:nvPr/>
        </p:nvSpPr>
        <p:spPr>
          <a:xfrm>
            <a:off x="514350" y="2189024"/>
            <a:ext cx="8115300" cy="610500"/>
          </a:xfrm>
          <a:prstGeom prst="rect">
            <a:avLst/>
          </a:prstGeom>
          <a:noFill/>
          <a:ln>
            <a:noFill/>
          </a:ln>
        </p:spPr>
        <p:txBody>
          <a:bodyPr spcFirstLastPara="1" wrap="square" lIns="91425" tIns="91425" rIns="91425" bIns="91425" anchor="ctr" anchorCtr="0">
            <a:normAutofit lnSpcReduction="10000"/>
          </a:bodyPr>
          <a:lstStyle/>
          <a:p>
            <a:pPr marL="0" lvl="0" indent="0" algn="l" rtl="0">
              <a:lnSpc>
                <a:spcPct val="90000"/>
              </a:lnSpc>
              <a:spcBef>
                <a:spcPts val="0"/>
              </a:spcBef>
              <a:spcAft>
                <a:spcPts val="0"/>
              </a:spcAft>
              <a:buNone/>
            </a:pPr>
            <a:endParaRPr sz="3200">
              <a:solidFill>
                <a:srgbClr val="FFFFFF"/>
              </a:solidFill>
              <a:latin typeface="Manrope"/>
              <a:ea typeface="Manrope"/>
              <a:cs typeface="Manrope"/>
              <a:sym typeface="Manrope"/>
            </a:endParaRPr>
          </a:p>
        </p:txBody>
      </p:sp>
      <p:sp>
        <p:nvSpPr>
          <p:cNvPr id="399" name="Google Shape;399;p80"/>
          <p:cNvSpPr txBox="1"/>
          <p:nvPr/>
        </p:nvSpPr>
        <p:spPr>
          <a:xfrm>
            <a:off x="5064050" y="4695950"/>
            <a:ext cx="3657600" cy="1338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600">
                <a:solidFill>
                  <a:schemeClr val="lt1"/>
                </a:solidFill>
                <a:latin typeface="Mulish Light"/>
                <a:ea typeface="Mulish Light"/>
                <a:cs typeface="Mulish Light"/>
                <a:sym typeface="Mulish Light"/>
              </a:rPr>
              <a:t>© Orca Security. All rights reserved.</a:t>
            </a:r>
            <a:endParaRPr sz="1000">
              <a:solidFill>
                <a:schemeClr val="lt1"/>
              </a:solidFill>
              <a:latin typeface="Mulish Light"/>
              <a:ea typeface="Mulish Light"/>
              <a:cs typeface="Mulish Light"/>
              <a:sym typeface="Mulish Light"/>
            </a:endParaRPr>
          </a:p>
          <a:p>
            <a:pPr marL="0" lvl="0" indent="0" algn="r" rtl="0">
              <a:spcBef>
                <a:spcPts val="0"/>
              </a:spcBef>
              <a:spcAft>
                <a:spcPts val="0"/>
              </a:spcAft>
              <a:buNone/>
            </a:pPr>
            <a:endParaRPr>
              <a:latin typeface="Mulish Light"/>
              <a:ea typeface="Mulish Light"/>
              <a:cs typeface="Mulish Light"/>
              <a:sym typeface="Mulish Light"/>
            </a:endParaRPr>
          </a:p>
        </p:txBody>
      </p:sp>
      <p:sp>
        <p:nvSpPr>
          <p:cNvPr id="400" name="Google Shape;400;p80"/>
          <p:cNvSpPr txBox="1">
            <a:spLocks noGrp="1"/>
          </p:cNvSpPr>
          <p:nvPr>
            <p:ph type="title"/>
          </p:nvPr>
        </p:nvSpPr>
        <p:spPr>
          <a:xfrm>
            <a:off x="1119783" y="2060600"/>
            <a:ext cx="7152900" cy="5448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3700"/>
              <a:buFont typeface="Montserrat Medium"/>
              <a:buNone/>
              <a:defRPr sz="3700">
                <a:solidFill>
                  <a:schemeClr val="lt1"/>
                </a:solidFill>
                <a:latin typeface="Montserrat Medium"/>
                <a:ea typeface="Montserrat Medium"/>
                <a:cs typeface="Montserrat Medium"/>
                <a:sym typeface="Montserrat Medium"/>
              </a:defRPr>
            </a:lvl1pPr>
            <a:lvl2pPr lvl="1">
              <a:spcBef>
                <a:spcPts val="0"/>
              </a:spcBef>
              <a:spcAft>
                <a:spcPts val="0"/>
              </a:spcAft>
              <a:buSzPts val="1400"/>
              <a:buNone/>
              <a:defRPr>
                <a:latin typeface="Mulish Light"/>
                <a:ea typeface="Mulish Light"/>
                <a:cs typeface="Mulish Light"/>
                <a:sym typeface="Mulish Light"/>
              </a:defRPr>
            </a:lvl2pPr>
            <a:lvl3pPr lvl="2">
              <a:spcBef>
                <a:spcPts val="0"/>
              </a:spcBef>
              <a:spcAft>
                <a:spcPts val="0"/>
              </a:spcAft>
              <a:buSzPts val="1400"/>
              <a:buNone/>
              <a:defRPr>
                <a:latin typeface="Mulish Light"/>
                <a:ea typeface="Mulish Light"/>
                <a:cs typeface="Mulish Light"/>
                <a:sym typeface="Mulish Light"/>
              </a:defRPr>
            </a:lvl3pPr>
            <a:lvl4pPr lvl="3">
              <a:spcBef>
                <a:spcPts val="0"/>
              </a:spcBef>
              <a:spcAft>
                <a:spcPts val="0"/>
              </a:spcAft>
              <a:buSzPts val="1400"/>
              <a:buNone/>
              <a:defRPr>
                <a:latin typeface="Mulish Light"/>
                <a:ea typeface="Mulish Light"/>
                <a:cs typeface="Mulish Light"/>
                <a:sym typeface="Mulish Light"/>
              </a:defRPr>
            </a:lvl4pPr>
            <a:lvl5pPr lvl="4">
              <a:spcBef>
                <a:spcPts val="0"/>
              </a:spcBef>
              <a:spcAft>
                <a:spcPts val="0"/>
              </a:spcAft>
              <a:buSzPts val="1400"/>
              <a:buNone/>
              <a:defRPr>
                <a:latin typeface="Mulish Light"/>
                <a:ea typeface="Mulish Light"/>
                <a:cs typeface="Mulish Light"/>
                <a:sym typeface="Mulish Light"/>
              </a:defRPr>
            </a:lvl5pPr>
            <a:lvl6pPr lvl="5">
              <a:spcBef>
                <a:spcPts val="0"/>
              </a:spcBef>
              <a:spcAft>
                <a:spcPts val="0"/>
              </a:spcAft>
              <a:buSzPts val="1400"/>
              <a:buNone/>
              <a:defRPr>
                <a:latin typeface="Mulish Light"/>
                <a:ea typeface="Mulish Light"/>
                <a:cs typeface="Mulish Light"/>
                <a:sym typeface="Mulish Light"/>
              </a:defRPr>
            </a:lvl6pPr>
            <a:lvl7pPr lvl="6">
              <a:spcBef>
                <a:spcPts val="0"/>
              </a:spcBef>
              <a:spcAft>
                <a:spcPts val="0"/>
              </a:spcAft>
              <a:buSzPts val="1400"/>
              <a:buNone/>
              <a:defRPr>
                <a:latin typeface="Mulish Light"/>
                <a:ea typeface="Mulish Light"/>
                <a:cs typeface="Mulish Light"/>
                <a:sym typeface="Mulish Light"/>
              </a:defRPr>
            </a:lvl7pPr>
            <a:lvl8pPr lvl="7">
              <a:spcBef>
                <a:spcPts val="0"/>
              </a:spcBef>
              <a:spcAft>
                <a:spcPts val="0"/>
              </a:spcAft>
              <a:buSzPts val="1400"/>
              <a:buNone/>
              <a:defRPr>
                <a:latin typeface="Mulish Light"/>
                <a:ea typeface="Mulish Light"/>
                <a:cs typeface="Mulish Light"/>
                <a:sym typeface="Mulish Light"/>
              </a:defRPr>
            </a:lvl8pPr>
            <a:lvl9pPr lvl="8">
              <a:spcBef>
                <a:spcPts val="0"/>
              </a:spcBef>
              <a:spcAft>
                <a:spcPts val="0"/>
              </a:spcAft>
              <a:buSzPts val="1400"/>
              <a:buNone/>
              <a:defRPr>
                <a:latin typeface="Mulish Light"/>
                <a:ea typeface="Mulish Light"/>
                <a:cs typeface="Mulish Light"/>
                <a:sym typeface="Mulish Light"/>
              </a:defRPr>
            </a:lvl9pPr>
          </a:lstStyle>
          <a:p>
            <a:endParaRPr/>
          </a:p>
        </p:txBody>
      </p:sp>
      <p:pic>
        <p:nvPicPr>
          <p:cNvPr id="401" name="Google Shape;401;p80"/>
          <p:cNvPicPr preferRelativeResize="0"/>
          <p:nvPr/>
        </p:nvPicPr>
        <p:blipFill rotWithShape="1">
          <a:blip r:embed="rId3">
            <a:alphaModFix/>
          </a:blip>
          <a:srcRect l="18225" t="16162" r="19447" b="19446"/>
          <a:stretch/>
        </p:blipFill>
        <p:spPr>
          <a:xfrm>
            <a:off x="543900" y="2130293"/>
            <a:ext cx="392400" cy="405406"/>
          </a:xfrm>
          <a:prstGeom prst="rect">
            <a:avLst/>
          </a:prstGeom>
          <a:noFill/>
          <a:ln>
            <a:noFill/>
          </a:ln>
        </p:spPr>
      </p:pic>
      <p:pic>
        <p:nvPicPr>
          <p:cNvPr id="402" name="Google Shape;402;p80"/>
          <p:cNvPicPr preferRelativeResize="0"/>
          <p:nvPr/>
        </p:nvPicPr>
        <p:blipFill>
          <a:blip r:embed="rId4">
            <a:alphaModFix/>
          </a:blip>
          <a:stretch>
            <a:fillRect/>
          </a:stretch>
        </p:blipFill>
        <p:spPr>
          <a:xfrm>
            <a:off x="220575" y="249525"/>
            <a:ext cx="1416775" cy="813250"/>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Slide 1">
  <p:cSld name="Title Slide_12">
    <p:spTree>
      <p:nvGrpSpPr>
        <p:cNvPr id="1" name="Shape 403"/>
        <p:cNvGrpSpPr/>
        <p:nvPr/>
      </p:nvGrpSpPr>
      <p:grpSpPr>
        <a:xfrm>
          <a:off x="0" y="0"/>
          <a:ext cx="0" cy="0"/>
          <a:chOff x="0" y="0"/>
          <a:chExt cx="0" cy="0"/>
        </a:xfrm>
      </p:grpSpPr>
      <p:pic>
        <p:nvPicPr>
          <p:cNvPr id="404" name="Google Shape;404;p81"/>
          <p:cNvPicPr preferRelativeResize="0"/>
          <p:nvPr/>
        </p:nvPicPr>
        <p:blipFill rotWithShape="1">
          <a:blip r:embed="rId2">
            <a:alphaModFix/>
          </a:blip>
          <a:srcRect b="15605"/>
          <a:stretch/>
        </p:blipFill>
        <p:spPr>
          <a:xfrm>
            <a:off x="25" y="0"/>
            <a:ext cx="9144003" cy="5143501"/>
          </a:xfrm>
          <a:prstGeom prst="rect">
            <a:avLst/>
          </a:prstGeom>
          <a:noFill/>
          <a:ln>
            <a:noFill/>
          </a:ln>
        </p:spPr>
      </p:pic>
      <p:sp>
        <p:nvSpPr>
          <p:cNvPr id="405" name="Google Shape;405;p81"/>
          <p:cNvSpPr txBox="1"/>
          <p:nvPr/>
        </p:nvSpPr>
        <p:spPr>
          <a:xfrm>
            <a:off x="514350" y="2189024"/>
            <a:ext cx="8115300" cy="610500"/>
          </a:xfrm>
          <a:prstGeom prst="rect">
            <a:avLst/>
          </a:prstGeom>
          <a:noFill/>
          <a:ln>
            <a:noFill/>
          </a:ln>
        </p:spPr>
        <p:txBody>
          <a:bodyPr spcFirstLastPara="1" wrap="square" lIns="91425" tIns="91425" rIns="91425" bIns="91425" anchor="ctr" anchorCtr="0">
            <a:normAutofit lnSpcReduction="10000"/>
          </a:bodyPr>
          <a:lstStyle/>
          <a:p>
            <a:pPr marL="0" lvl="0" indent="0" algn="l" rtl="0">
              <a:lnSpc>
                <a:spcPct val="90000"/>
              </a:lnSpc>
              <a:spcBef>
                <a:spcPts val="0"/>
              </a:spcBef>
              <a:spcAft>
                <a:spcPts val="0"/>
              </a:spcAft>
              <a:buNone/>
            </a:pPr>
            <a:endParaRPr sz="3200">
              <a:solidFill>
                <a:srgbClr val="FFFFFF"/>
              </a:solidFill>
              <a:latin typeface="Manrope"/>
              <a:ea typeface="Manrope"/>
              <a:cs typeface="Manrope"/>
              <a:sym typeface="Manrope"/>
            </a:endParaRPr>
          </a:p>
        </p:txBody>
      </p:sp>
      <p:sp>
        <p:nvSpPr>
          <p:cNvPr id="406" name="Google Shape;406;p81"/>
          <p:cNvSpPr txBox="1"/>
          <p:nvPr/>
        </p:nvSpPr>
        <p:spPr>
          <a:xfrm>
            <a:off x="5064050" y="4695950"/>
            <a:ext cx="3657600" cy="1338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600">
                <a:solidFill>
                  <a:schemeClr val="lt1"/>
                </a:solidFill>
                <a:latin typeface="Mulish Light"/>
                <a:ea typeface="Mulish Light"/>
                <a:cs typeface="Mulish Light"/>
                <a:sym typeface="Mulish Light"/>
              </a:rPr>
              <a:t>© Orca Security. All rights reserved.</a:t>
            </a:r>
            <a:endParaRPr sz="1000">
              <a:solidFill>
                <a:schemeClr val="lt1"/>
              </a:solidFill>
              <a:latin typeface="Mulish Light"/>
              <a:ea typeface="Mulish Light"/>
              <a:cs typeface="Mulish Light"/>
              <a:sym typeface="Mulish Light"/>
            </a:endParaRPr>
          </a:p>
          <a:p>
            <a:pPr marL="0" lvl="0" indent="0" algn="r" rtl="0">
              <a:spcBef>
                <a:spcPts val="0"/>
              </a:spcBef>
              <a:spcAft>
                <a:spcPts val="0"/>
              </a:spcAft>
              <a:buNone/>
            </a:pPr>
            <a:endParaRPr>
              <a:latin typeface="Mulish Light"/>
              <a:ea typeface="Mulish Light"/>
              <a:cs typeface="Mulish Light"/>
              <a:sym typeface="Mulish Light"/>
            </a:endParaRPr>
          </a:p>
        </p:txBody>
      </p:sp>
      <p:pic>
        <p:nvPicPr>
          <p:cNvPr id="407" name="Google Shape;407;p81"/>
          <p:cNvPicPr preferRelativeResize="0"/>
          <p:nvPr/>
        </p:nvPicPr>
        <p:blipFill>
          <a:blip r:embed="rId3">
            <a:alphaModFix/>
          </a:blip>
          <a:stretch>
            <a:fillRect/>
          </a:stretch>
        </p:blipFill>
        <p:spPr>
          <a:xfrm>
            <a:off x="220575" y="249525"/>
            <a:ext cx="1416775" cy="813250"/>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Default">
  <p:cSld name="Title Slide_11">
    <p:bg>
      <p:bgPr>
        <a:solidFill>
          <a:schemeClr val="dk1"/>
        </a:solidFill>
        <a:effectLst/>
      </p:bgPr>
    </p:bg>
    <p:spTree>
      <p:nvGrpSpPr>
        <p:cNvPr id="1" name="Shape 408"/>
        <p:cNvGrpSpPr/>
        <p:nvPr/>
      </p:nvGrpSpPr>
      <p:grpSpPr>
        <a:xfrm>
          <a:off x="0" y="0"/>
          <a:ext cx="0" cy="0"/>
          <a:chOff x="0" y="0"/>
          <a:chExt cx="0" cy="0"/>
        </a:xfrm>
      </p:grpSpPr>
      <p:pic>
        <p:nvPicPr>
          <p:cNvPr id="409" name="Google Shape;409;p82"/>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lide - Screenshot Right">
  <p:cSld name="Title Slide_11_2">
    <p:spTree>
      <p:nvGrpSpPr>
        <p:cNvPr id="1" name="Shape 410"/>
        <p:cNvGrpSpPr/>
        <p:nvPr/>
      </p:nvGrpSpPr>
      <p:grpSpPr>
        <a:xfrm>
          <a:off x="0" y="0"/>
          <a:ext cx="0" cy="0"/>
          <a:chOff x="0" y="0"/>
          <a:chExt cx="0" cy="0"/>
        </a:xfrm>
      </p:grpSpPr>
      <p:sp>
        <p:nvSpPr>
          <p:cNvPr id="411" name="Google Shape;411;p83"/>
          <p:cNvSpPr/>
          <p:nvPr/>
        </p:nvSpPr>
        <p:spPr>
          <a:xfrm>
            <a:off x="5025175" y="-25"/>
            <a:ext cx="4118700" cy="5143500"/>
          </a:xfrm>
          <a:prstGeom prst="rect">
            <a:avLst/>
          </a:prstGeom>
          <a:solidFill>
            <a:srgbClr val="222A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12" name="Google Shape;412;p83"/>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lide - Screenshot Left">
  <p:cSld name="Title Slide_11_2_1">
    <p:spTree>
      <p:nvGrpSpPr>
        <p:cNvPr id="1" name="Shape 413"/>
        <p:cNvGrpSpPr/>
        <p:nvPr/>
      </p:nvGrpSpPr>
      <p:grpSpPr>
        <a:xfrm>
          <a:off x="0" y="0"/>
          <a:ext cx="0" cy="0"/>
          <a:chOff x="0" y="0"/>
          <a:chExt cx="0" cy="0"/>
        </a:xfrm>
      </p:grpSpPr>
      <p:sp>
        <p:nvSpPr>
          <p:cNvPr id="414" name="Google Shape;414;p84"/>
          <p:cNvSpPr/>
          <p:nvPr/>
        </p:nvSpPr>
        <p:spPr>
          <a:xfrm>
            <a:off x="0" y="-25"/>
            <a:ext cx="4118700" cy="5143500"/>
          </a:xfrm>
          <a:prstGeom prst="rect">
            <a:avLst/>
          </a:prstGeom>
          <a:solidFill>
            <a:srgbClr val="222A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15" name="Google Shape;415;p84"/>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Slide - Blue Bar Right">
  <p:cSld name="Title Slide_11_2_1_1">
    <p:spTree>
      <p:nvGrpSpPr>
        <p:cNvPr id="1" name="Shape 416"/>
        <p:cNvGrpSpPr/>
        <p:nvPr/>
      </p:nvGrpSpPr>
      <p:grpSpPr>
        <a:xfrm>
          <a:off x="0" y="0"/>
          <a:ext cx="0" cy="0"/>
          <a:chOff x="0" y="0"/>
          <a:chExt cx="0" cy="0"/>
        </a:xfrm>
      </p:grpSpPr>
      <p:pic>
        <p:nvPicPr>
          <p:cNvPr id="417" name="Google Shape;417;p85"/>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418" name="Google Shape;418;p85"/>
          <p:cNvSpPr/>
          <p:nvPr/>
        </p:nvSpPr>
        <p:spPr>
          <a:xfrm>
            <a:off x="590850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19" name="Google Shape;419;p85"/>
          <p:cNvPicPr preferRelativeResize="0"/>
          <p:nvPr/>
        </p:nvPicPr>
        <p:blipFill>
          <a:blip r:embed="rId3">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Slide - Blue Bar Left">
  <p:cSld name="Title Slide_11_2_1_1_1">
    <p:spTree>
      <p:nvGrpSpPr>
        <p:cNvPr id="1" name="Shape 420"/>
        <p:cNvGrpSpPr/>
        <p:nvPr/>
      </p:nvGrpSpPr>
      <p:grpSpPr>
        <a:xfrm>
          <a:off x="0" y="0"/>
          <a:ext cx="0" cy="0"/>
          <a:chOff x="0" y="0"/>
          <a:chExt cx="0" cy="0"/>
        </a:xfrm>
      </p:grpSpPr>
      <p:sp>
        <p:nvSpPr>
          <p:cNvPr id="421" name="Google Shape;421;p86"/>
          <p:cNvSpPr/>
          <p:nvPr/>
        </p:nvSpPr>
        <p:spPr>
          <a:xfrm>
            <a:off x="0" y="-25"/>
            <a:ext cx="3235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22" name="Google Shape;422;p86"/>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ransition: Blue ">
  <p:cSld name="Title Slide_11_1">
    <p:bg>
      <p:bgPr>
        <a:solidFill>
          <a:schemeClr val="accent1"/>
        </a:solidFill>
        <a:effectLst/>
      </p:bgPr>
    </p:bg>
    <p:spTree>
      <p:nvGrpSpPr>
        <p:cNvPr id="1" name="Shape 423"/>
        <p:cNvGrpSpPr/>
        <p:nvPr/>
      </p:nvGrpSpPr>
      <p:grpSpPr>
        <a:xfrm>
          <a:off x="0" y="0"/>
          <a:ext cx="0" cy="0"/>
          <a:chOff x="0" y="0"/>
          <a:chExt cx="0" cy="0"/>
        </a:xfrm>
      </p:grpSpPr>
      <p:sp>
        <p:nvSpPr>
          <p:cNvPr id="424" name="Google Shape;424;p87"/>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lvl1pPr marR="0" lvl="0" algn="l">
              <a:lnSpc>
                <a:spcPct val="90000"/>
              </a:lnSpc>
              <a:spcBef>
                <a:spcPts val="0"/>
              </a:spcBef>
              <a:spcAft>
                <a:spcPts val="0"/>
              </a:spcAft>
              <a:buClr>
                <a:schemeClr val="lt1"/>
              </a:buClr>
              <a:buSzPts val="3800"/>
              <a:buFont typeface="Montserrat Medium"/>
              <a:buNone/>
              <a:defRPr sz="3800" i="0" u="none" strike="noStrike" cap="none">
                <a:solidFill>
                  <a:schemeClr val="lt1"/>
                </a:solidFill>
                <a:latin typeface="Montserrat Medium"/>
                <a:ea typeface="Montserrat Medium"/>
                <a:cs typeface="Montserrat Medium"/>
                <a:sym typeface="Montserrat Medium"/>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25" name="Google Shape;425;p87"/>
          <p:cNvPicPr preferRelativeResize="0"/>
          <p:nvPr/>
        </p:nvPicPr>
        <p:blipFill rotWithShape="1">
          <a:blip r:embed="rId2">
            <a:alphaModFix/>
          </a:blip>
          <a:srcRect l="13198" t="12349" r="12739" b="13257"/>
          <a:stretch/>
        </p:blipFill>
        <p:spPr>
          <a:xfrm>
            <a:off x="594360" y="2374667"/>
            <a:ext cx="392400" cy="394158"/>
          </a:xfrm>
          <a:prstGeom prst="rect">
            <a:avLst/>
          </a:prstGeom>
          <a:noFill/>
          <a:ln>
            <a:noFill/>
          </a:ln>
        </p:spPr>
      </p:pic>
      <p:pic>
        <p:nvPicPr>
          <p:cNvPr id="426" name="Google Shape;426;p87"/>
          <p:cNvPicPr preferRelativeResize="0"/>
          <p:nvPr/>
        </p:nvPicPr>
        <p:blipFill>
          <a:blip r:embed="rId3">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ransition: Blue Subtitle">
  <p:cSld name="Title Slide_11_1_3">
    <p:bg>
      <p:bgPr>
        <a:solidFill>
          <a:schemeClr val="accent1"/>
        </a:solidFill>
        <a:effectLst/>
      </p:bgPr>
    </p:bg>
    <p:spTree>
      <p:nvGrpSpPr>
        <p:cNvPr id="1" name="Shape 427"/>
        <p:cNvGrpSpPr/>
        <p:nvPr/>
      </p:nvGrpSpPr>
      <p:grpSpPr>
        <a:xfrm>
          <a:off x="0" y="0"/>
          <a:ext cx="0" cy="0"/>
          <a:chOff x="0" y="0"/>
          <a:chExt cx="0" cy="0"/>
        </a:xfrm>
      </p:grpSpPr>
      <p:sp>
        <p:nvSpPr>
          <p:cNvPr id="428" name="Google Shape;428;p88"/>
          <p:cNvSpPr txBox="1">
            <a:spLocks noGrp="1"/>
          </p:cNvSpPr>
          <p:nvPr>
            <p:ph type="title"/>
          </p:nvPr>
        </p:nvSpPr>
        <p:spPr>
          <a:xfrm>
            <a:off x="1223960" y="1980838"/>
            <a:ext cx="7159200" cy="662400"/>
          </a:xfrm>
          <a:prstGeom prst="rect">
            <a:avLst/>
          </a:prstGeom>
          <a:noFill/>
          <a:ln>
            <a:noFill/>
          </a:ln>
        </p:spPr>
        <p:txBody>
          <a:bodyPr spcFirstLastPara="1" wrap="square" lIns="0" tIns="0" rIns="0" bIns="0" anchor="ctr" anchorCtr="0">
            <a:noAutofit/>
          </a:bodyPr>
          <a:lstStyle>
            <a:lvl1pPr marR="0" lvl="0" algn="l">
              <a:lnSpc>
                <a:spcPct val="90000"/>
              </a:lnSpc>
              <a:spcBef>
                <a:spcPts val="0"/>
              </a:spcBef>
              <a:spcAft>
                <a:spcPts val="0"/>
              </a:spcAft>
              <a:buClr>
                <a:schemeClr val="lt1"/>
              </a:buClr>
              <a:buSzPts val="3800"/>
              <a:buFont typeface="Montserrat Medium"/>
              <a:buNone/>
              <a:defRPr sz="3800" i="0" u="none" strike="noStrike" cap="none">
                <a:solidFill>
                  <a:schemeClr val="lt1"/>
                </a:solidFill>
                <a:latin typeface="Montserrat Medium"/>
                <a:ea typeface="Montserrat Medium"/>
                <a:cs typeface="Montserrat Medium"/>
                <a:sym typeface="Montserrat Medium"/>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29" name="Google Shape;429;p88"/>
          <p:cNvPicPr preferRelativeResize="0"/>
          <p:nvPr/>
        </p:nvPicPr>
        <p:blipFill rotWithShape="1">
          <a:blip r:embed="rId2">
            <a:alphaModFix/>
          </a:blip>
          <a:srcRect l="13198" t="12349" r="12739" b="13257"/>
          <a:stretch/>
        </p:blipFill>
        <p:spPr>
          <a:xfrm>
            <a:off x="594360" y="2114954"/>
            <a:ext cx="392400" cy="394158"/>
          </a:xfrm>
          <a:prstGeom prst="rect">
            <a:avLst/>
          </a:prstGeom>
          <a:noFill/>
          <a:ln>
            <a:noFill/>
          </a:ln>
        </p:spPr>
      </p:pic>
      <p:sp>
        <p:nvSpPr>
          <p:cNvPr id="430" name="Google Shape;430;p88"/>
          <p:cNvSpPr/>
          <p:nvPr/>
        </p:nvSpPr>
        <p:spPr>
          <a:xfrm>
            <a:off x="558425" y="2752200"/>
            <a:ext cx="79095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31" name="Google Shape;431;p88"/>
          <p:cNvSpPr txBox="1">
            <a:spLocks noGrp="1"/>
          </p:cNvSpPr>
          <p:nvPr>
            <p:ph type="subTitle" idx="1"/>
          </p:nvPr>
        </p:nvSpPr>
        <p:spPr>
          <a:xfrm>
            <a:off x="594350" y="2886363"/>
            <a:ext cx="7269900" cy="3000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1500"/>
              <a:buFont typeface="Mulish"/>
              <a:buNone/>
              <a:defRPr sz="1500">
                <a:solidFill>
                  <a:schemeClr val="lt1"/>
                </a:solidFill>
                <a:latin typeface="Mulish"/>
                <a:ea typeface="Mulish"/>
                <a:cs typeface="Mulish"/>
                <a:sym typeface="Mulish"/>
              </a:defRPr>
            </a:lvl1pPr>
            <a:lvl2pPr lvl="1">
              <a:spcBef>
                <a:spcPts val="900"/>
              </a:spcBef>
              <a:spcAft>
                <a:spcPts val="0"/>
              </a:spcAft>
              <a:buSzPts val="1100"/>
              <a:buNone/>
              <a:defRPr/>
            </a:lvl2pPr>
            <a:lvl3pPr lvl="2">
              <a:spcBef>
                <a:spcPts val="900"/>
              </a:spcBef>
              <a:spcAft>
                <a:spcPts val="0"/>
              </a:spcAft>
              <a:buSzPts val="1100"/>
              <a:buNone/>
              <a:defRPr/>
            </a:lvl3pPr>
            <a:lvl4pPr lvl="3">
              <a:spcBef>
                <a:spcPts val="500"/>
              </a:spcBef>
              <a:spcAft>
                <a:spcPts val="0"/>
              </a:spcAft>
              <a:buSzPts val="1100"/>
              <a:buNone/>
              <a:defRPr/>
            </a:lvl4pPr>
            <a:lvl5pPr lvl="4">
              <a:spcBef>
                <a:spcPts val="500"/>
              </a:spcBef>
              <a:spcAft>
                <a:spcPts val="0"/>
              </a:spcAft>
              <a:buSzPts val="1100"/>
              <a:buNone/>
              <a:defRPr/>
            </a:lvl5pPr>
            <a:lvl6pPr lvl="5">
              <a:spcBef>
                <a:spcPts val="500"/>
              </a:spcBef>
              <a:spcAft>
                <a:spcPts val="0"/>
              </a:spcAft>
              <a:buSzPts val="1100"/>
              <a:buNone/>
              <a:defRPr/>
            </a:lvl6pPr>
            <a:lvl7pPr lvl="6">
              <a:spcBef>
                <a:spcPts val="500"/>
              </a:spcBef>
              <a:spcAft>
                <a:spcPts val="0"/>
              </a:spcAft>
              <a:buSzPts val="1100"/>
              <a:buNone/>
              <a:defRPr/>
            </a:lvl7pPr>
            <a:lvl8pPr lvl="7">
              <a:spcBef>
                <a:spcPts val="500"/>
              </a:spcBef>
              <a:spcAft>
                <a:spcPts val="0"/>
              </a:spcAft>
              <a:buSzPts val="1100"/>
              <a:buNone/>
              <a:defRPr/>
            </a:lvl8pPr>
            <a:lvl9pPr lvl="8">
              <a:spcBef>
                <a:spcPts val="500"/>
              </a:spcBef>
              <a:spcAft>
                <a:spcPts val="0"/>
              </a:spcAft>
              <a:buSzPts val="1100"/>
              <a:buNone/>
              <a:defRPr/>
            </a:lvl9pPr>
          </a:lstStyle>
          <a:p>
            <a:endParaRPr/>
          </a:p>
        </p:txBody>
      </p:sp>
      <p:pic>
        <p:nvPicPr>
          <p:cNvPr id="432" name="Google Shape;432;p88"/>
          <p:cNvPicPr preferRelativeResize="0"/>
          <p:nvPr/>
        </p:nvPicPr>
        <p:blipFill>
          <a:blip r:embed="rId3">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ransition: Blue Blank">
  <p:cSld name="Title Slide_11_1_2">
    <p:spTree>
      <p:nvGrpSpPr>
        <p:cNvPr id="1" name="Shape 433"/>
        <p:cNvGrpSpPr/>
        <p:nvPr/>
      </p:nvGrpSpPr>
      <p:grpSpPr>
        <a:xfrm>
          <a:off x="0" y="0"/>
          <a:ext cx="0" cy="0"/>
          <a:chOff x="0" y="0"/>
          <a:chExt cx="0" cy="0"/>
        </a:xfrm>
      </p:grpSpPr>
      <p:pic>
        <p:nvPicPr>
          <p:cNvPr id="434" name="Google Shape;434;p89"/>
          <p:cNvPicPr preferRelativeResize="0"/>
          <p:nvPr/>
        </p:nvPicPr>
        <p:blipFill>
          <a:blip r:embed="rId2">
            <a:alphaModFix/>
          </a:blip>
          <a:stretch>
            <a:fillRect/>
          </a:stretch>
        </p:blipFill>
        <p:spPr>
          <a:xfrm>
            <a:off x="8539450" y="170025"/>
            <a:ext cx="425075" cy="425075"/>
          </a:xfrm>
          <a:prstGeom prst="rect">
            <a:avLst/>
          </a:prstGeom>
          <a:noFill/>
          <a:ln>
            <a:noFill/>
          </a:ln>
        </p:spPr>
      </p:pic>
      <p:sp>
        <p:nvSpPr>
          <p:cNvPr id="435" name="Google Shape;435;p89"/>
          <p:cNvSpPr/>
          <p:nvPr/>
        </p:nvSpPr>
        <p:spPr>
          <a:xfrm>
            <a:off x="-37775" y="-18900"/>
            <a:ext cx="9255600" cy="5205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9"/>
          <p:cNvSpPr txBox="1">
            <a:spLocks noGrp="1"/>
          </p:cNvSpPr>
          <p:nvPr>
            <p:ph type="title"/>
          </p:nvPr>
        </p:nvSpPr>
        <p:spPr>
          <a:xfrm>
            <a:off x="556873" y="2252400"/>
            <a:ext cx="8250000" cy="662400"/>
          </a:xfrm>
          <a:prstGeom prst="rect">
            <a:avLst/>
          </a:prstGeom>
          <a:noFill/>
          <a:ln>
            <a:noFill/>
          </a:ln>
        </p:spPr>
        <p:txBody>
          <a:bodyPr spcFirstLastPara="1" wrap="square" lIns="0" tIns="0" rIns="0" bIns="0" anchor="ctr" anchorCtr="0">
            <a:noAutofit/>
          </a:bodyPr>
          <a:lstStyle>
            <a:lvl1pPr marR="0" lvl="0" algn="l">
              <a:lnSpc>
                <a:spcPct val="90000"/>
              </a:lnSpc>
              <a:spcBef>
                <a:spcPts val="0"/>
              </a:spcBef>
              <a:spcAft>
                <a:spcPts val="0"/>
              </a:spcAft>
              <a:buClr>
                <a:schemeClr val="lt1"/>
              </a:buClr>
              <a:buSzPts val="3800"/>
              <a:buFont typeface="Montserrat Medium"/>
              <a:buNone/>
              <a:defRPr sz="3800" i="0" u="none" strike="noStrike" cap="none">
                <a:solidFill>
                  <a:schemeClr val="lt1"/>
                </a:solidFill>
                <a:latin typeface="Montserrat Medium"/>
                <a:ea typeface="Montserrat Medium"/>
                <a:cs typeface="Montserrat Medium"/>
                <a:sym typeface="Montserrat Medium"/>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37" name="Google Shape;437;p89"/>
          <p:cNvPicPr preferRelativeResize="0"/>
          <p:nvPr/>
        </p:nvPicPr>
        <p:blipFill>
          <a:blip r:embed="rId3">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Slide - Columns (3)">
  <p:cSld name="Title Slide_11_1_1_1_2">
    <p:spTree>
      <p:nvGrpSpPr>
        <p:cNvPr id="1" name="Shape 438"/>
        <p:cNvGrpSpPr/>
        <p:nvPr/>
      </p:nvGrpSpPr>
      <p:grpSpPr>
        <a:xfrm>
          <a:off x="0" y="0"/>
          <a:ext cx="0" cy="0"/>
          <a:chOff x="0" y="0"/>
          <a:chExt cx="0" cy="0"/>
        </a:xfrm>
      </p:grpSpPr>
      <p:sp>
        <p:nvSpPr>
          <p:cNvPr id="439" name="Google Shape;439;p90"/>
          <p:cNvSpPr/>
          <p:nvPr/>
        </p:nvSpPr>
        <p:spPr>
          <a:xfrm rot="5400000" flipH="1">
            <a:off x="1860300" y="2915000"/>
            <a:ext cx="28191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40" name="Google Shape;440;p90"/>
          <p:cNvSpPr/>
          <p:nvPr/>
        </p:nvSpPr>
        <p:spPr>
          <a:xfrm rot="5400000" flipH="1">
            <a:off x="4508100" y="2915000"/>
            <a:ext cx="28191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41" name="Google Shape;441;p90"/>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Slide - Columns (3) - Long Title">
  <p:cSld name="Title Slide_11_1_1_1_2_1">
    <p:spTree>
      <p:nvGrpSpPr>
        <p:cNvPr id="1" name="Shape 442"/>
        <p:cNvGrpSpPr/>
        <p:nvPr/>
      </p:nvGrpSpPr>
      <p:grpSpPr>
        <a:xfrm>
          <a:off x="0" y="0"/>
          <a:ext cx="0" cy="0"/>
          <a:chOff x="0" y="0"/>
          <a:chExt cx="0" cy="0"/>
        </a:xfrm>
      </p:grpSpPr>
      <p:sp>
        <p:nvSpPr>
          <p:cNvPr id="443" name="Google Shape;443;p91"/>
          <p:cNvSpPr/>
          <p:nvPr/>
        </p:nvSpPr>
        <p:spPr>
          <a:xfrm rot="5400000" flipH="1">
            <a:off x="4689600" y="3097400"/>
            <a:ext cx="24543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44" name="Google Shape;444;p91"/>
          <p:cNvPicPr preferRelativeResize="0"/>
          <p:nvPr/>
        </p:nvPicPr>
        <p:blipFill>
          <a:blip r:embed="rId2">
            <a:alphaModFix/>
          </a:blip>
          <a:stretch>
            <a:fillRect/>
          </a:stretch>
        </p:blipFill>
        <p:spPr>
          <a:xfrm>
            <a:off x="8672025" y="162475"/>
            <a:ext cx="320041" cy="320041"/>
          </a:xfrm>
          <a:prstGeom prst="rect">
            <a:avLst/>
          </a:prstGeom>
          <a:noFill/>
          <a:ln>
            <a:noFill/>
          </a:ln>
        </p:spPr>
      </p:pic>
      <p:sp>
        <p:nvSpPr>
          <p:cNvPr id="445" name="Google Shape;445;p91"/>
          <p:cNvSpPr/>
          <p:nvPr/>
        </p:nvSpPr>
        <p:spPr>
          <a:xfrm rot="5400000" flipH="1">
            <a:off x="4610900" y="2990943"/>
            <a:ext cx="2586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46" name="Google Shape;446;p91"/>
          <p:cNvSpPr/>
          <p:nvPr/>
        </p:nvSpPr>
        <p:spPr>
          <a:xfrm rot="5400000" flipH="1">
            <a:off x="1974600" y="2932061"/>
            <a:ext cx="2586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lide - Columns (4)">
  <p:cSld name="Title Slide_11_1_1_1_1">
    <p:spTree>
      <p:nvGrpSpPr>
        <p:cNvPr id="1" name="Shape 447"/>
        <p:cNvGrpSpPr/>
        <p:nvPr/>
      </p:nvGrpSpPr>
      <p:grpSpPr>
        <a:xfrm>
          <a:off x="0" y="0"/>
          <a:ext cx="0" cy="0"/>
          <a:chOff x="0" y="0"/>
          <a:chExt cx="0" cy="0"/>
        </a:xfrm>
      </p:grpSpPr>
      <p:sp>
        <p:nvSpPr>
          <p:cNvPr id="448" name="Google Shape;448;p92"/>
          <p:cNvSpPr/>
          <p:nvPr/>
        </p:nvSpPr>
        <p:spPr>
          <a:xfrm rot="5400000" flipH="1">
            <a:off x="1074500" y="3003975"/>
            <a:ext cx="30234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49" name="Google Shape;449;p92"/>
          <p:cNvSpPr/>
          <p:nvPr/>
        </p:nvSpPr>
        <p:spPr>
          <a:xfrm rot="5400000" flipH="1">
            <a:off x="3076450" y="3003975"/>
            <a:ext cx="30234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50" name="Google Shape;450;p92"/>
          <p:cNvSpPr/>
          <p:nvPr/>
        </p:nvSpPr>
        <p:spPr>
          <a:xfrm rot="5400000" flipH="1">
            <a:off x="5065100" y="3003975"/>
            <a:ext cx="30234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51" name="Google Shape;451;p92"/>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Slide - Columns (4) - Long Title">
  <p:cSld name="Title Slide_11_1_1_1_1_2">
    <p:spTree>
      <p:nvGrpSpPr>
        <p:cNvPr id="1" name="Shape 452"/>
        <p:cNvGrpSpPr/>
        <p:nvPr/>
      </p:nvGrpSpPr>
      <p:grpSpPr>
        <a:xfrm>
          <a:off x="0" y="0"/>
          <a:ext cx="0" cy="0"/>
          <a:chOff x="0" y="0"/>
          <a:chExt cx="0" cy="0"/>
        </a:xfrm>
      </p:grpSpPr>
      <p:sp>
        <p:nvSpPr>
          <p:cNvPr id="453" name="Google Shape;453;p93"/>
          <p:cNvSpPr/>
          <p:nvPr/>
        </p:nvSpPr>
        <p:spPr>
          <a:xfrm rot="5400000" flipH="1">
            <a:off x="1271750" y="3048825"/>
            <a:ext cx="2628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54" name="Google Shape;454;p93"/>
          <p:cNvSpPr/>
          <p:nvPr/>
        </p:nvSpPr>
        <p:spPr>
          <a:xfrm rot="5400000" flipH="1">
            <a:off x="3273688" y="3048825"/>
            <a:ext cx="2628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55" name="Google Shape;455;p93"/>
          <p:cNvSpPr/>
          <p:nvPr/>
        </p:nvSpPr>
        <p:spPr>
          <a:xfrm rot="5400000" flipH="1">
            <a:off x="5250948" y="3048825"/>
            <a:ext cx="2628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56" name="Google Shape;456;p93"/>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Slide - Columns (2)">
  <p:cSld name="Title Slide_11_1_1_1_1_1">
    <p:spTree>
      <p:nvGrpSpPr>
        <p:cNvPr id="1" name="Shape 457"/>
        <p:cNvGrpSpPr/>
        <p:nvPr/>
      </p:nvGrpSpPr>
      <p:grpSpPr>
        <a:xfrm>
          <a:off x="0" y="0"/>
          <a:ext cx="0" cy="0"/>
          <a:chOff x="0" y="0"/>
          <a:chExt cx="0" cy="0"/>
        </a:xfrm>
      </p:grpSpPr>
      <p:sp>
        <p:nvSpPr>
          <p:cNvPr id="458" name="Google Shape;458;p94"/>
          <p:cNvSpPr/>
          <p:nvPr/>
        </p:nvSpPr>
        <p:spPr>
          <a:xfrm rot="5400000" flipH="1">
            <a:off x="3225700" y="2920275"/>
            <a:ext cx="2724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59" name="Google Shape;459;p94"/>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Slide - Columns (2) - Long Title">
  <p:cSld name="Title Slide_11_1_1_1_1_1_3">
    <p:spTree>
      <p:nvGrpSpPr>
        <p:cNvPr id="1" name="Shape 460"/>
        <p:cNvGrpSpPr/>
        <p:nvPr/>
      </p:nvGrpSpPr>
      <p:grpSpPr>
        <a:xfrm>
          <a:off x="0" y="0"/>
          <a:ext cx="0" cy="0"/>
          <a:chOff x="0" y="0"/>
          <a:chExt cx="0" cy="0"/>
        </a:xfrm>
      </p:grpSpPr>
      <p:sp>
        <p:nvSpPr>
          <p:cNvPr id="461" name="Google Shape;461;p95"/>
          <p:cNvSpPr/>
          <p:nvPr/>
        </p:nvSpPr>
        <p:spPr>
          <a:xfrm rot="5400000" flipH="1">
            <a:off x="3317200" y="3024038"/>
            <a:ext cx="25419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62" name="Google Shape;462;p95"/>
          <p:cNvSpPr/>
          <p:nvPr/>
        </p:nvSpPr>
        <p:spPr>
          <a:xfrm flipH="1">
            <a:off x="603450" y="1492275"/>
            <a:ext cx="7937100" cy="18300"/>
          </a:xfrm>
          <a:prstGeom prst="roundRect">
            <a:avLst>
              <a:gd name="adj" fmla="val 50000"/>
            </a:avLst>
          </a:prstGeom>
          <a:gradFill>
            <a:gsLst>
              <a:gs pos="0">
                <a:srgbClr val="44546A">
                  <a:alpha val="0"/>
                </a:srgbClr>
              </a:gs>
              <a:gs pos="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63" name="Google Shape;463;p95"/>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Slide - Image (Left)">
  <p:cSld name="Title Slide_11_1_1_1_1_1_2">
    <p:spTree>
      <p:nvGrpSpPr>
        <p:cNvPr id="1" name="Shape 464"/>
        <p:cNvGrpSpPr/>
        <p:nvPr/>
      </p:nvGrpSpPr>
      <p:grpSpPr>
        <a:xfrm>
          <a:off x="0" y="0"/>
          <a:ext cx="0" cy="0"/>
          <a:chOff x="0" y="0"/>
          <a:chExt cx="0" cy="0"/>
        </a:xfrm>
      </p:grpSpPr>
      <p:pic>
        <p:nvPicPr>
          <p:cNvPr id="465" name="Google Shape;465;p96"/>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Slide - Image (Right)">
  <p:cSld name="Title Slide_11_1_1_1_1_1_2_1">
    <p:spTree>
      <p:nvGrpSpPr>
        <p:cNvPr id="1" name="Shape 466"/>
        <p:cNvGrpSpPr/>
        <p:nvPr/>
      </p:nvGrpSpPr>
      <p:grpSpPr>
        <a:xfrm>
          <a:off x="0" y="0"/>
          <a:ext cx="0" cy="0"/>
          <a:chOff x="0" y="0"/>
          <a:chExt cx="0" cy="0"/>
        </a:xfrm>
      </p:grpSpPr>
      <p:pic>
        <p:nvPicPr>
          <p:cNvPr id="467" name="Google Shape;467;p97"/>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Slide - Gartner (Left)">
  <p:cSld name="Title Slide_11_1_1_1_1_1_1_2">
    <p:spTree>
      <p:nvGrpSpPr>
        <p:cNvPr id="1" name="Shape 468"/>
        <p:cNvGrpSpPr/>
        <p:nvPr/>
      </p:nvGrpSpPr>
      <p:grpSpPr>
        <a:xfrm>
          <a:off x="0" y="0"/>
          <a:ext cx="0" cy="0"/>
          <a:chOff x="0" y="0"/>
          <a:chExt cx="0" cy="0"/>
        </a:xfrm>
      </p:grpSpPr>
      <p:sp>
        <p:nvSpPr>
          <p:cNvPr id="469" name="Google Shape;469;p98"/>
          <p:cNvSpPr/>
          <p:nvPr/>
        </p:nvSpPr>
        <p:spPr>
          <a:xfrm rot="5400000" flipH="1">
            <a:off x="806825"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70" name="Google Shape;470;p98"/>
          <p:cNvSpPr/>
          <p:nvPr/>
        </p:nvSpPr>
        <p:spPr>
          <a:xfrm flipH="1">
            <a:off x="669725" y="2559325"/>
            <a:ext cx="4370700" cy="180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71" name="Google Shape;471;p98"/>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Slide - Gartner (Right">
  <p:cSld name="Title Slide_11_1_1_1_1_1_1_2_1">
    <p:spTree>
      <p:nvGrpSpPr>
        <p:cNvPr id="1" name="Shape 472"/>
        <p:cNvGrpSpPr/>
        <p:nvPr/>
      </p:nvGrpSpPr>
      <p:grpSpPr>
        <a:xfrm>
          <a:off x="0" y="0"/>
          <a:ext cx="0" cy="0"/>
          <a:chOff x="0" y="0"/>
          <a:chExt cx="0" cy="0"/>
        </a:xfrm>
      </p:grpSpPr>
      <p:sp>
        <p:nvSpPr>
          <p:cNvPr id="473" name="Google Shape;473;p99"/>
          <p:cNvSpPr/>
          <p:nvPr/>
        </p:nvSpPr>
        <p:spPr>
          <a:xfrm rot="5400000" flipH="1">
            <a:off x="4198350"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74" name="Google Shape;474;p99"/>
          <p:cNvSpPr/>
          <p:nvPr/>
        </p:nvSpPr>
        <p:spPr>
          <a:xfrm flipH="1">
            <a:off x="4061250" y="2559325"/>
            <a:ext cx="4370700" cy="180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75" name="Google Shape;475;p99"/>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Slide - Logos (9)">
  <p:cSld name="Title Slide_11_1_1_1_1_1_1_1_1">
    <p:spTree>
      <p:nvGrpSpPr>
        <p:cNvPr id="1" name="Shape 476"/>
        <p:cNvGrpSpPr/>
        <p:nvPr/>
      </p:nvGrpSpPr>
      <p:grpSpPr>
        <a:xfrm>
          <a:off x="0" y="0"/>
          <a:ext cx="0" cy="0"/>
          <a:chOff x="0" y="0"/>
          <a:chExt cx="0" cy="0"/>
        </a:xfrm>
      </p:grpSpPr>
      <p:sp>
        <p:nvSpPr>
          <p:cNvPr id="477" name="Google Shape;477;p100"/>
          <p:cNvSpPr/>
          <p:nvPr/>
        </p:nvSpPr>
        <p:spPr>
          <a:xfrm rot="5400000" flipH="1">
            <a:off x="-183325"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78" name="Google Shape;478;p100"/>
          <p:cNvSpPr/>
          <p:nvPr/>
        </p:nvSpPr>
        <p:spPr>
          <a:xfrm rot="5400000" flipH="1">
            <a:off x="1115075" y="2573975"/>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79" name="Google Shape;479;p100"/>
          <p:cNvSpPr/>
          <p:nvPr/>
        </p:nvSpPr>
        <p:spPr>
          <a:xfrm flipH="1">
            <a:off x="538600" y="18991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0" name="Google Shape;480;p100"/>
          <p:cNvSpPr/>
          <p:nvPr/>
        </p:nvSpPr>
        <p:spPr>
          <a:xfrm flipH="1">
            <a:off x="538600" y="3256175"/>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81" name="Google Shape;481;p100"/>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Slide - Logos (12)">
  <p:cSld name="Title Slide_11_1_1_1_1_1_1_1_1_1_1">
    <p:spTree>
      <p:nvGrpSpPr>
        <p:cNvPr id="1" name="Shape 482"/>
        <p:cNvGrpSpPr/>
        <p:nvPr/>
      </p:nvGrpSpPr>
      <p:grpSpPr>
        <a:xfrm>
          <a:off x="0" y="0"/>
          <a:ext cx="0" cy="0"/>
          <a:chOff x="0" y="0"/>
          <a:chExt cx="0" cy="0"/>
        </a:xfrm>
      </p:grpSpPr>
      <p:sp>
        <p:nvSpPr>
          <p:cNvPr id="483" name="Google Shape;483;p101"/>
          <p:cNvSpPr/>
          <p:nvPr/>
        </p:nvSpPr>
        <p:spPr>
          <a:xfrm rot="5400000" flipH="1">
            <a:off x="-183325"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4" name="Google Shape;484;p101"/>
          <p:cNvSpPr/>
          <p:nvPr/>
        </p:nvSpPr>
        <p:spPr>
          <a:xfrm rot="5400000" flipH="1">
            <a:off x="1115075" y="25626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5" name="Google Shape;485;p101"/>
          <p:cNvSpPr/>
          <p:nvPr/>
        </p:nvSpPr>
        <p:spPr>
          <a:xfrm flipH="1">
            <a:off x="538600" y="1546300"/>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6" name="Google Shape;486;p101"/>
          <p:cNvSpPr/>
          <p:nvPr/>
        </p:nvSpPr>
        <p:spPr>
          <a:xfrm flipH="1">
            <a:off x="588850" y="2559288"/>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87" name="Google Shape;487;p101"/>
          <p:cNvSpPr/>
          <p:nvPr/>
        </p:nvSpPr>
        <p:spPr>
          <a:xfrm flipH="1">
            <a:off x="588850" y="3572288"/>
            <a:ext cx="4096500" cy="18300"/>
          </a:xfrm>
          <a:prstGeom prst="roundRect">
            <a:avLst>
              <a:gd name="adj" fmla="val 50000"/>
            </a:avLst>
          </a:prstGeom>
          <a:gradFill>
            <a:gsLst>
              <a:gs pos="0">
                <a:srgbClr val="44546A">
                  <a:alpha val="0"/>
                </a:srgbClr>
              </a:gs>
              <a:gs pos="1000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pic>
        <p:nvPicPr>
          <p:cNvPr id="488" name="Google Shape;488;p101"/>
          <p:cNvPicPr preferRelativeResize="0"/>
          <p:nvPr/>
        </p:nvPicPr>
        <p:blipFill>
          <a:blip r:embed="rId2">
            <a:alphaModFix/>
          </a:blip>
          <a:stretch>
            <a:fillRect/>
          </a:stretch>
        </p:blipFill>
        <p:spPr>
          <a:xfrm>
            <a:off x="8672025" y="162475"/>
            <a:ext cx="320041" cy="320041"/>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Slide - Calendar">
  <p:cSld name="Title Slide_11_1_1_1_1_1_1_1_1_1_2">
    <p:spTree>
      <p:nvGrpSpPr>
        <p:cNvPr id="1" name="Shape 489"/>
        <p:cNvGrpSpPr/>
        <p:nvPr/>
      </p:nvGrpSpPr>
      <p:grpSpPr>
        <a:xfrm>
          <a:off x="0" y="0"/>
          <a:ext cx="0" cy="0"/>
          <a:chOff x="0" y="0"/>
          <a:chExt cx="0" cy="0"/>
        </a:xfrm>
      </p:grpSpPr>
      <p:sp>
        <p:nvSpPr>
          <p:cNvPr id="490" name="Google Shape;490;p102"/>
          <p:cNvSpPr/>
          <p:nvPr/>
        </p:nvSpPr>
        <p:spPr>
          <a:xfrm rot="5400000" flipH="1">
            <a:off x="2795004" y="269341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1" name="Google Shape;491;p102"/>
          <p:cNvSpPr/>
          <p:nvPr/>
        </p:nvSpPr>
        <p:spPr>
          <a:xfrm rot="5400000" flipH="1">
            <a:off x="4102551" y="269341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2" name="Google Shape;492;p102"/>
          <p:cNvSpPr/>
          <p:nvPr/>
        </p:nvSpPr>
        <p:spPr>
          <a:xfrm rot="5400000" flipH="1">
            <a:off x="5410108" y="269341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3" name="Google Shape;493;p102"/>
          <p:cNvSpPr/>
          <p:nvPr/>
        </p:nvSpPr>
        <p:spPr>
          <a:xfrm rot="5400000" flipH="1">
            <a:off x="1486167" y="269340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4" name="Google Shape;494;p102"/>
          <p:cNvSpPr/>
          <p:nvPr/>
        </p:nvSpPr>
        <p:spPr>
          <a:xfrm rot="5400000" flipH="1">
            <a:off x="175343" y="2693406"/>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5" name="Google Shape;495;p102"/>
          <p:cNvSpPr/>
          <p:nvPr/>
        </p:nvSpPr>
        <p:spPr>
          <a:xfrm rot="5400000" flipH="1">
            <a:off x="-1110847" y="2693425"/>
            <a:ext cx="4869300" cy="141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6" name="Google Shape;496;p102"/>
          <p:cNvSpPr/>
          <p:nvPr/>
        </p:nvSpPr>
        <p:spPr>
          <a:xfrm flipH="1">
            <a:off x="11095" y="257500"/>
            <a:ext cx="91275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7" name="Google Shape;497;p102"/>
          <p:cNvSpPr/>
          <p:nvPr/>
        </p:nvSpPr>
        <p:spPr>
          <a:xfrm flipH="1">
            <a:off x="2952" y="1237275"/>
            <a:ext cx="91356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498" name="Google Shape;498;p102"/>
          <p:cNvSpPr/>
          <p:nvPr/>
        </p:nvSpPr>
        <p:spPr>
          <a:xfrm flipH="1">
            <a:off x="25655" y="2202842"/>
            <a:ext cx="91356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499" name="Google Shape;499;p102"/>
          <p:cNvSpPr/>
          <p:nvPr/>
        </p:nvSpPr>
        <p:spPr>
          <a:xfrm flipH="1">
            <a:off x="109" y="3184608"/>
            <a:ext cx="91356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500" name="Google Shape;500;p102"/>
          <p:cNvSpPr/>
          <p:nvPr/>
        </p:nvSpPr>
        <p:spPr>
          <a:xfrm flipH="1">
            <a:off x="2950" y="4166125"/>
            <a:ext cx="91356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Slide - Gant Chart">
  <p:cSld name="Title Slide_11_1_1_1_1_1_1_1_1_1_2_1">
    <p:spTree>
      <p:nvGrpSpPr>
        <p:cNvPr id="1" name="Shape 501"/>
        <p:cNvGrpSpPr/>
        <p:nvPr/>
      </p:nvGrpSpPr>
      <p:grpSpPr>
        <a:xfrm>
          <a:off x="0" y="0"/>
          <a:ext cx="0" cy="0"/>
          <a:chOff x="0" y="0"/>
          <a:chExt cx="0" cy="0"/>
        </a:xfrm>
      </p:grpSpPr>
      <p:sp>
        <p:nvSpPr>
          <p:cNvPr id="502" name="Google Shape;502;p103"/>
          <p:cNvSpPr/>
          <p:nvPr/>
        </p:nvSpPr>
        <p:spPr>
          <a:xfrm rot="5400000" flipH="1">
            <a:off x="-1824281"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3" name="Google Shape;503;p103"/>
          <p:cNvSpPr/>
          <p:nvPr/>
        </p:nvSpPr>
        <p:spPr>
          <a:xfrm rot="5400000" flipH="1">
            <a:off x="-1225998"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4" name="Google Shape;504;p103"/>
          <p:cNvSpPr/>
          <p:nvPr/>
        </p:nvSpPr>
        <p:spPr>
          <a:xfrm rot="5400000" flipH="1">
            <a:off x="-627716"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5" name="Google Shape;505;p103"/>
          <p:cNvSpPr/>
          <p:nvPr/>
        </p:nvSpPr>
        <p:spPr>
          <a:xfrm rot="5400000" flipH="1">
            <a:off x="-29433"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6" name="Google Shape;506;p103"/>
          <p:cNvSpPr/>
          <p:nvPr/>
        </p:nvSpPr>
        <p:spPr>
          <a:xfrm rot="5400000" flipH="1">
            <a:off x="568850"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7" name="Google Shape;507;p103"/>
          <p:cNvSpPr/>
          <p:nvPr/>
        </p:nvSpPr>
        <p:spPr>
          <a:xfrm rot="5400000" flipH="1">
            <a:off x="1167133"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8" name="Google Shape;508;p103"/>
          <p:cNvSpPr/>
          <p:nvPr/>
        </p:nvSpPr>
        <p:spPr>
          <a:xfrm rot="5400000" flipH="1">
            <a:off x="1765416"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09" name="Google Shape;509;p103"/>
          <p:cNvSpPr/>
          <p:nvPr/>
        </p:nvSpPr>
        <p:spPr>
          <a:xfrm rot="5400000" flipH="1">
            <a:off x="2363698"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10" name="Google Shape;510;p103"/>
          <p:cNvSpPr/>
          <p:nvPr/>
        </p:nvSpPr>
        <p:spPr>
          <a:xfrm rot="5400000" flipH="1">
            <a:off x="2961981"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11" name="Google Shape;511;p103"/>
          <p:cNvSpPr/>
          <p:nvPr/>
        </p:nvSpPr>
        <p:spPr>
          <a:xfrm rot="5400000" flipH="1">
            <a:off x="3560264"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12" name="Google Shape;512;p103"/>
          <p:cNvSpPr/>
          <p:nvPr/>
        </p:nvSpPr>
        <p:spPr>
          <a:xfrm rot="5400000" flipH="1">
            <a:off x="4158547" y="2684250"/>
            <a:ext cx="49047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13" name="Google Shape;513;p103"/>
          <p:cNvSpPr txBox="1"/>
          <p:nvPr/>
        </p:nvSpPr>
        <p:spPr>
          <a:xfrm>
            <a:off x="70406" y="114754"/>
            <a:ext cx="3216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JANUARY</a:t>
            </a:r>
            <a:endParaRPr sz="500">
              <a:solidFill>
                <a:schemeClr val="lt1"/>
              </a:solidFill>
              <a:latin typeface="Mulish Light"/>
              <a:ea typeface="Mulish Light"/>
              <a:cs typeface="Mulish Light"/>
              <a:sym typeface="Mulish Light"/>
            </a:endParaRPr>
          </a:p>
        </p:txBody>
      </p:sp>
      <p:sp>
        <p:nvSpPr>
          <p:cNvPr id="514" name="Google Shape;514;p103"/>
          <p:cNvSpPr txBox="1"/>
          <p:nvPr/>
        </p:nvSpPr>
        <p:spPr>
          <a:xfrm>
            <a:off x="634950" y="114754"/>
            <a:ext cx="341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FEBRUARY</a:t>
            </a:r>
            <a:endParaRPr sz="500">
              <a:solidFill>
                <a:schemeClr val="lt1"/>
              </a:solidFill>
              <a:latin typeface="Mulish Light"/>
              <a:ea typeface="Mulish Light"/>
              <a:cs typeface="Mulish Light"/>
              <a:sym typeface="Mulish Light"/>
            </a:endParaRPr>
          </a:p>
        </p:txBody>
      </p:sp>
      <p:sp>
        <p:nvSpPr>
          <p:cNvPr id="515" name="Google Shape;515;p103"/>
          <p:cNvSpPr txBox="1"/>
          <p:nvPr/>
        </p:nvSpPr>
        <p:spPr>
          <a:xfrm>
            <a:off x="1219519" y="114754"/>
            <a:ext cx="4620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MARCH</a:t>
            </a:r>
            <a:endParaRPr sz="500">
              <a:solidFill>
                <a:schemeClr val="lt1"/>
              </a:solidFill>
              <a:latin typeface="Mulish Light"/>
              <a:ea typeface="Mulish Light"/>
              <a:cs typeface="Mulish Light"/>
              <a:sym typeface="Mulish Light"/>
            </a:endParaRPr>
          </a:p>
        </p:txBody>
      </p:sp>
      <p:sp>
        <p:nvSpPr>
          <p:cNvPr id="516" name="Google Shape;516;p103"/>
          <p:cNvSpPr txBox="1"/>
          <p:nvPr/>
        </p:nvSpPr>
        <p:spPr>
          <a:xfrm>
            <a:off x="1817794" y="114754"/>
            <a:ext cx="2307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APRIL</a:t>
            </a:r>
            <a:endParaRPr sz="500">
              <a:solidFill>
                <a:schemeClr val="lt1"/>
              </a:solidFill>
              <a:latin typeface="Mulish Light"/>
              <a:ea typeface="Mulish Light"/>
              <a:cs typeface="Mulish Light"/>
              <a:sym typeface="Mulish Light"/>
            </a:endParaRPr>
          </a:p>
        </p:txBody>
      </p:sp>
      <p:sp>
        <p:nvSpPr>
          <p:cNvPr id="517" name="Google Shape;517;p103"/>
          <p:cNvSpPr txBox="1"/>
          <p:nvPr/>
        </p:nvSpPr>
        <p:spPr>
          <a:xfrm>
            <a:off x="242630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MAY</a:t>
            </a:r>
            <a:endParaRPr sz="500">
              <a:solidFill>
                <a:schemeClr val="lt1"/>
              </a:solidFill>
              <a:latin typeface="Mulish Light"/>
              <a:ea typeface="Mulish Light"/>
              <a:cs typeface="Mulish Light"/>
              <a:sym typeface="Mulish Light"/>
            </a:endParaRPr>
          </a:p>
        </p:txBody>
      </p:sp>
      <p:sp>
        <p:nvSpPr>
          <p:cNvPr id="518" name="Google Shape;518;p103"/>
          <p:cNvSpPr txBox="1"/>
          <p:nvPr/>
        </p:nvSpPr>
        <p:spPr>
          <a:xfrm>
            <a:off x="3014353"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JUNE</a:t>
            </a:r>
            <a:endParaRPr sz="500">
              <a:solidFill>
                <a:schemeClr val="lt1"/>
              </a:solidFill>
              <a:latin typeface="Mulish Light"/>
              <a:ea typeface="Mulish Light"/>
              <a:cs typeface="Mulish Light"/>
              <a:sym typeface="Mulish Light"/>
            </a:endParaRPr>
          </a:p>
        </p:txBody>
      </p:sp>
      <p:sp>
        <p:nvSpPr>
          <p:cNvPr id="519" name="Google Shape;519;p103"/>
          <p:cNvSpPr txBox="1"/>
          <p:nvPr/>
        </p:nvSpPr>
        <p:spPr>
          <a:xfrm>
            <a:off x="3612638"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JULY</a:t>
            </a:r>
            <a:endParaRPr sz="500">
              <a:solidFill>
                <a:schemeClr val="lt1"/>
              </a:solidFill>
              <a:latin typeface="Mulish Light"/>
              <a:ea typeface="Mulish Light"/>
              <a:cs typeface="Mulish Light"/>
              <a:sym typeface="Mulish Light"/>
            </a:endParaRPr>
          </a:p>
        </p:txBody>
      </p:sp>
      <p:sp>
        <p:nvSpPr>
          <p:cNvPr id="520" name="Google Shape;520;p103"/>
          <p:cNvSpPr txBox="1"/>
          <p:nvPr/>
        </p:nvSpPr>
        <p:spPr>
          <a:xfrm>
            <a:off x="4210922"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AUGUST</a:t>
            </a:r>
            <a:endParaRPr sz="500">
              <a:solidFill>
                <a:schemeClr val="lt1"/>
              </a:solidFill>
              <a:latin typeface="Mulish Light"/>
              <a:ea typeface="Mulish Light"/>
              <a:cs typeface="Mulish Light"/>
              <a:sym typeface="Mulish Light"/>
            </a:endParaRPr>
          </a:p>
        </p:txBody>
      </p:sp>
      <p:sp>
        <p:nvSpPr>
          <p:cNvPr id="521" name="Google Shape;521;p103"/>
          <p:cNvSpPr txBox="1"/>
          <p:nvPr/>
        </p:nvSpPr>
        <p:spPr>
          <a:xfrm>
            <a:off x="4809197"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SEPTEMBER</a:t>
            </a:r>
            <a:endParaRPr sz="500">
              <a:solidFill>
                <a:schemeClr val="lt1"/>
              </a:solidFill>
              <a:latin typeface="Mulish Light"/>
              <a:ea typeface="Mulish Light"/>
              <a:cs typeface="Mulish Light"/>
              <a:sym typeface="Mulish Light"/>
            </a:endParaRPr>
          </a:p>
        </p:txBody>
      </p:sp>
      <p:sp>
        <p:nvSpPr>
          <p:cNvPr id="522" name="Google Shape;522;p103"/>
          <p:cNvSpPr txBox="1"/>
          <p:nvPr/>
        </p:nvSpPr>
        <p:spPr>
          <a:xfrm>
            <a:off x="539189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OCTOBER</a:t>
            </a:r>
            <a:endParaRPr sz="500">
              <a:solidFill>
                <a:schemeClr val="lt1"/>
              </a:solidFill>
              <a:latin typeface="Mulish Light"/>
              <a:ea typeface="Mulish Light"/>
              <a:cs typeface="Mulish Light"/>
              <a:sym typeface="Mulish Light"/>
            </a:endParaRPr>
          </a:p>
        </p:txBody>
      </p:sp>
      <p:sp>
        <p:nvSpPr>
          <p:cNvPr id="523" name="Google Shape;523;p103"/>
          <p:cNvSpPr txBox="1"/>
          <p:nvPr/>
        </p:nvSpPr>
        <p:spPr>
          <a:xfrm>
            <a:off x="6005766"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NOVEMBER</a:t>
            </a:r>
            <a:endParaRPr sz="500">
              <a:solidFill>
                <a:schemeClr val="lt1"/>
              </a:solidFill>
              <a:latin typeface="Mulish Light"/>
              <a:ea typeface="Mulish Light"/>
              <a:cs typeface="Mulish Light"/>
              <a:sym typeface="Mulish Light"/>
            </a:endParaRPr>
          </a:p>
        </p:txBody>
      </p:sp>
      <p:sp>
        <p:nvSpPr>
          <p:cNvPr id="524" name="Google Shape;524;p103"/>
          <p:cNvSpPr txBox="1"/>
          <p:nvPr/>
        </p:nvSpPr>
        <p:spPr>
          <a:xfrm>
            <a:off x="6604041" y="114754"/>
            <a:ext cx="409500" cy="7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500">
                <a:solidFill>
                  <a:schemeClr val="lt1"/>
                </a:solidFill>
                <a:latin typeface="Mulish Light"/>
                <a:ea typeface="Mulish Light"/>
                <a:cs typeface="Mulish Light"/>
                <a:sym typeface="Mulish Light"/>
              </a:rPr>
              <a:t>DECEMBER</a:t>
            </a:r>
            <a:endParaRPr sz="500">
              <a:solidFill>
                <a:schemeClr val="lt1"/>
              </a:solidFill>
              <a:latin typeface="Mulish Light"/>
              <a:ea typeface="Mulish Light"/>
              <a:cs typeface="Mulish Light"/>
              <a:sym typeface="Mulish Light"/>
            </a:endParaRPr>
          </a:p>
        </p:txBody>
      </p:sp>
      <p:sp>
        <p:nvSpPr>
          <p:cNvPr id="525" name="Google Shape;525;p103"/>
          <p:cNvSpPr/>
          <p:nvPr/>
        </p:nvSpPr>
        <p:spPr>
          <a:xfrm flipH="1">
            <a:off x="7" y="239147"/>
            <a:ext cx="72009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26" name="Google Shape;526;p103"/>
          <p:cNvSpPr/>
          <p:nvPr/>
        </p:nvSpPr>
        <p:spPr>
          <a:xfrm rot="5400000" flipH="1">
            <a:off x="4633950" y="2561400"/>
            <a:ext cx="51504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27" name="Google Shape;527;p103"/>
          <p:cNvSpPr/>
          <p:nvPr/>
        </p:nvSpPr>
        <p:spPr>
          <a:xfrm>
            <a:off x="7216050" y="-100"/>
            <a:ext cx="1928100" cy="5143500"/>
          </a:xfrm>
          <a:prstGeom prst="rect">
            <a:avLst/>
          </a:prstGeom>
          <a:solidFill>
            <a:srgbClr val="222A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
    <p:spTree>
      <p:nvGrpSpPr>
        <p:cNvPr id="1" name="Shape 528"/>
        <p:cNvGrpSpPr/>
        <p:nvPr/>
      </p:nvGrpSpPr>
      <p:grpSpPr>
        <a:xfrm>
          <a:off x="0" y="0"/>
          <a:ext cx="0" cy="0"/>
          <a:chOff x="0" y="0"/>
          <a:chExt cx="0" cy="0"/>
        </a:xfrm>
      </p:grpSpPr>
      <p:sp>
        <p:nvSpPr>
          <p:cNvPr id="529" name="Google Shape;529;p104"/>
          <p:cNvSpPr/>
          <p:nvPr/>
        </p:nvSpPr>
        <p:spPr>
          <a:xfrm rot="5400000" flipH="1">
            <a:off x="-166919" y="2545774"/>
            <a:ext cx="51438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30" name="Google Shape;530;p104"/>
          <p:cNvSpPr/>
          <p:nvPr/>
        </p:nvSpPr>
        <p:spPr>
          <a:xfrm rot="5400000" flipH="1">
            <a:off x="2235139" y="2564700"/>
            <a:ext cx="51438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31" name="Google Shape;531;p104"/>
          <p:cNvSpPr/>
          <p:nvPr/>
        </p:nvSpPr>
        <p:spPr>
          <a:xfrm rot="5400000" flipH="1">
            <a:off x="4637231" y="2545774"/>
            <a:ext cx="51438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32" name="Google Shape;532;p104"/>
          <p:cNvSpPr/>
          <p:nvPr/>
        </p:nvSpPr>
        <p:spPr>
          <a:xfrm flipH="1">
            <a:off x="5813" y="223031"/>
            <a:ext cx="91209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
        <p:nvSpPr>
          <p:cNvPr id="533" name="Google Shape;533;p104"/>
          <p:cNvSpPr/>
          <p:nvPr/>
        </p:nvSpPr>
        <p:spPr>
          <a:xfrm>
            <a:off x="7216050" y="-100"/>
            <a:ext cx="1928100" cy="5143500"/>
          </a:xfrm>
          <a:prstGeom prst="rect">
            <a:avLst/>
          </a:prstGeom>
          <a:solidFill>
            <a:srgbClr val="222A3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Slide - 3 Col Priority Buckets">
  <p:cSld name="Title Slide_11_1_1_1_1_1_1_1_1_1_2_1_1_1">
    <p:spTree>
      <p:nvGrpSpPr>
        <p:cNvPr id="1" name="Shape 534"/>
        <p:cNvGrpSpPr/>
        <p:nvPr/>
      </p:nvGrpSpPr>
      <p:grpSpPr>
        <a:xfrm>
          <a:off x="0" y="0"/>
          <a:ext cx="0" cy="0"/>
          <a:chOff x="0" y="0"/>
          <a:chExt cx="0" cy="0"/>
        </a:xfrm>
      </p:grpSpPr>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Slide - Month Gant Chart">
  <p:cSld name="Title Slide_11_1_1_1_1_1_1_1_1_1_2_1_1_2">
    <p:spTree>
      <p:nvGrpSpPr>
        <p:cNvPr id="1" name="Shape 535"/>
        <p:cNvGrpSpPr/>
        <p:nvPr/>
      </p:nvGrpSpPr>
      <p:grpSpPr>
        <a:xfrm>
          <a:off x="0" y="0"/>
          <a:ext cx="0" cy="0"/>
          <a:chOff x="0" y="0"/>
          <a:chExt cx="0" cy="0"/>
        </a:xfrm>
      </p:grpSpPr>
      <p:sp>
        <p:nvSpPr>
          <p:cNvPr id="536" name="Google Shape;536;p106"/>
          <p:cNvSpPr/>
          <p:nvPr/>
        </p:nvSpPr>
        <p:spPr>
          <a:xfrm rot="5400000" flipH="1">
            <a:off x="-1025140" y="2556469"/>
            <a:ext cx="51435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Mulish Light"/>
              <a:ea typeface="Mulish Light"/>
              <a:cs typeface="Mulish Light"/>
              <a:sym typeface="Mulish Light"/>
            </a:endParaRPr>
          </a:p>
        </p:txBody>
      </p:sp>
      <p:sp>
        <p:nvSpPr>
          <p:cNvPr id="537" name="Google Shape;537;p106"/>
          <p:cNvSpPr/>
          <p:nvPr/>
        </p:nvSpPr>
        <p:spPr>
          <a:xfrm flipH="1">
            <a:off x="11625" y="223031"/>
            <a:ext cx="9120900" cy="13800"/>
          </a:xfrm>
          <a:prstGeom prst="roundRect">
            <a:avLst>
              <a:gd name="adj" fmla="val 50000"/>
            </a:avLst>
          </a:prstGeom>
          <a:solidFill>
            <a:schemeClr val="accent4"/>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100">
              <a:latin typeface="Mulish Light"/>
              <a:ea typeface="Mulish Light"/>
              <a:cs typeface="Mulish Light"/>
              <a:sym typeface="Mulish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slideLayout" Target="../slideLayouts/slideLayout57.xml"/><Relationship Id="rId13" Type="http://schemas.openxmlformats.org/officeDocument/2006/relationships/slideLayout" Target="../slideLayouts/slideLayout58.xml"/><Relationship Id="rId14" Type="http://schemas.openxmlformats.org/officeDocument/2006/relationships/slideLayout" Target="../slideLayouts/slideLayout59.xml"/><Relationship Id="rId15" Type="http://schemas.openxmlformats.org/officeDocument/2006/relationships/slideLayout" Target="../slideLayouts/slideLayout60.xml"/><Relationship Id="rId16" Type="http://schemas.openxmlformats.org/officeDocument/2006/relationships/slideLayout" Target="../slideLayouts/slideLayout61.xml"/><Relationship Id="rId17" Type="http://schemas.openxmlformats.org/officeDocument/2006/relationships/slideLayout" Target="../slideLayouts/slideLayout62.xml"/><Relationship Id="rId18" Type="http://schemas.openxmlformats.org/officeDocument/2006/relationships/slideLayout" Target="../slideLayouts/slideLayout63.xml"/><Relationship Id="rId19" Type="http://schemas.openxmlformats.org/officeDocument/2006/relationships/slideLayout" Target="../slideLayouts/slideLayout64.xml"/><Relationship Id="rId20" Type="http://schemas.openxmlformats.org/officeDocument/2006/relationships/slideLayout" Target="../slideLayouts/slideLayout65.xml"/><Relationship Id="rId21" Type="http://schemas.openxmlformats.org/officeDocument/2006/relationships/slideLayout" Target="../slideLayouts/slideLayout66.xml"/><Relationship Id="rId22" Type="http://schemas.openxmlformats.org/officeDocument/2006/relationships/slideLayout" Target="../slideLayouts/slideLayout67.xml"/><Relationship Id="rId23" Type="http://schemas.openxmlformats.org/officeDocument/2006/relationships/slideLayout" Target="../slideLayouts/slideLayout68.xml"/><Relationship Id="rId24" Type="http://schemas.openxmlformats.org/officeDocument/2006/relationships/slideLayout" Target="../slideLayouts/slideLayout69.xml"/><Relationship Id="rId25" Type="http://schemas.openxmlformats.org/officeDocument/2006/relationships/slideLayout" Target="../slideLayouts/slideLayout70.xml"/><Relationship Id="rId26" Type="http://schemas.openxmlformats.org/officeDocument/2006/relationships/slideLayout" Target="../slideLayouts/slideLayout71.xml"/><Relationship Id="rId27" Type="http://schemas.openxmlformats.org/officeDocument/2006/relationships/slideLayout" Target="../slideLayouts/slideLayout72.xml"/><Relationship Id="rId28" Type="http://schemas.openxmlformats.org/officeDocument/2006/relationships/slideLayout" Target="../slideLayouts/slideLayout73.xml"/><Relationship Id="rId29" Type="http://schemas.openxmlformats.org/officeDocument/2006/relationships/slideLayout" Target="../slideLayouts/slideLayout74.xml"/><Relationship Id="rId30" Type="http://schemas.openxmlformats.org/officeDocument/2006/relationships/slideLayout" Target="../slideLayouts/slideLayout75.xml"/><Relationship Id="rId3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slideLayout" Target="../slideLayouts/slideLayout77.xml"/><Relationship Id="rId3" Type="http://schemas.openxmlformats.org/officeDocument/2006/relationships/slideLayout" Target="../slideLayouts/slideLayout78.xml"/><Relationship Id="rId4" Type="http://schemas.openxmlformats.org/officeDocument/2006/relationships/slideLayout" Target="../slideLayouts/slideLayout79.xml"/><Relationship Id="rId5" Type="http://schemas.openxmlformats.org/officeDocument/2006/relationships/slideLayout" Target="../slideLayouts/slideLayout80.xml"/><Relationship Id="rId6" Type="http://schemas.openxmlformats.org/officeDocument/2006/relationships/slideLayout" Target="../slideLayouts/slideLayout81.xml"/><Relationship Id="rId7" Type="http://schemas.openxmlformats.org/officeDocument/2006/relationships/slideLayout" Target="../slideLayouts/slideLayout82.xml"/><Relationship Id="rId8" Type="http://schemas.openxmlformats.org/officeDocument/2006/relationships/slideLayout" Target="../slideLayouts/slideLayout83.xml"/><Relationship Id="rId9" Type="http://schemas.openxmlformats.org/officeDocument/2006/relationships/slideLayout" Target="../slideLayouts/slideLayout84.xml"/><Relationship Id="rId10" Type="http://schemas.openxmlformats.org/officeDocument/2006/relationships/slideLayout" Target="../slideLayouts/slideLayout85.xml"/><Relationship Id="rId11" Type="http://schemas.openxmlformats.org/officeDocument/2006/relationships/slideLayout" Target="../slideLayouts/slideLayout86.xml"/><Relationship Id="rId12" Type="http://schemas.openxmlformats.org/officeDocument/2006/relationships/slideLayout" Target="../slideLayouts/slideLayout87.xml"/><Relationship Id="rId13" Type="http://schemas.openxmlformats.org/officeDocument/2006/relationships/slideLayout" Target="../slideLayouts/slideLayout88.xml"/><Relationship Id="rId14" Type="http://schemas.openxmlformats.org/officeDocument/2006/relationships/slideLayout" Target="../slideLayouts/slideLayout89.xml"/><Relationship Id="rId15" Type="http://schemas.openxmlformats.org/officeDocument/2006/relationships/slideLayout" Target="../slideLayouts/slideLayout90.xml"/><Relationship Id="rId16" Type="http://schemas.openxmlformats.org/officeDocument/2006/relationships/slideLayout" Target="../slideLayouts/slideLayout91.xml"/><Relationship Id="rId17" Type="http://schemas.openxmlformats.org/officeDocument/2006/relationships/slideLayout" Target="../slideLayouts/slideLayout92.xml"/><Relationship Id="rId18" Type="http://schemas.openxmlformats.org/officeDocument/2006/relationships/slideLayout" Target="../slideLayouts/slideLayout93.xml"/><Relationship Id="rId19" Type="http://schemas.openxmlformats.org/officeDocument/2006/relationships/slideLayout" Target="../slideLayouts/slideLayout94.xml"/><Relationship Id="rId20" Type="http://schemas.openxmlformats.org/officeDocument/2006/relationships/slideLayout" Target="../slideLayouts/slideLayout95.xml"/><Relationship Id="rId21" Type="http://schemas.openxmlformats.org/officeDocument/2006/relationships/slideLayout" Target="../slideLayouts/slideLayout96.xml"/><Relationship Id="rId22" Type="http://schemas.openxmlformats.org/officeDocument/2006/relationships/slideLayout" Target="../slideLayouts/slideLayout97.xml"/><Relationship Id="rId23" Type="http://schemas.openxmlformats.org/officeDocument/2006/relationships/slideLayout" Target="../slideLayouts/slideLayout98.xml"/><Relationship Id="rId24" Type="http://schemas.openxmlformats.org/officeDocument/2006/relationships/slideLayout" Target="../slideLayouts/slideLayout99.xml"/><Relationship Id="rId25" Type="http://schemas.openxmlformats.org/officeDocument/2006/relationships/slideLayout" Target="../slideLayouts/slideLayout100.xml"/><Relationship Id="rId26" Type="http://schemas.openxmlformats.org/officeDocument/2006/relationships/slideLayout" Target="../slideLayouts/slideLayout101.xml"/><Relationship Id="rId27" Type="http://schemas.openxmlformats.org/officeDocument/2006/relationships/slideLayout" Target="../slideLayouts/slideLayout102.xml"/><Relationship Id="rId2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561925" y="553500"/>
            <a:ext cx="7886700" cy="328500"/>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dk1"/>
              </a:buClr>
              <a:buSzPts val="2300"/>
              <a:buFont typeface="Manrope Medium"/>
              <a:buNone/>
              <a:defRPr sz="2300" i="0" u="none" strike="noStrike" cap="none">
                <a:solidFill>
                  <a:schemeClr val="dk1"/>
                </a:solidFill>
                <a:latin typeface="Manrope Medium"/>
                <a:ea typeface="Manrope Medium"/>
                <a:cs typeface="Manrope Medium"/>
                <a:sym typeface="Manrope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561925" y="1010300"/>
            <a:ext cx="8033400" cy="3622200"/>
          </a:xfrm>
          <a:prstGeom prst="rect">
            <a:avLst/>
          </a:prstGeom>
          <a:noFill/>
          <a:ln>
            <a:noFill/>
          </a:ln>
        </p:spPr>
        <p:txBody>
          <a:bodyPr spcFirstLastPara="1" wrap="square" lIns="0" tIns="0" rIns="0" bIns="0" anchor="t" anchorCtr="0">
            <a:normAutofit/>
          </a:bodyPr>
          <a:lstStyle>
            <a:lvl1pPr marL="457200" marR="0" lvl="0" indent="-304800" algn="l" rtl="0">
              <a:lnSpc>
                <a:spcPct val="112000"/>
              </a:lnSpc>
              <a:spcBef>
                <a:spcPts val="0"/>
              </a:spcBef>
              <a:spcAft>
                <a:spcPts val="0"/>
              </a:spcAft>
              <a:buClr>
                <a:schemeClr val="dk1"/>
              </a:buClr>
              <a:buSzPts val="1200"/>
              <a:buFont typeface="Mulish Light"/>
              <a:buChar char="•"/>
              <a:defRPr sz="1200" i="0" u="none" strike="noStrike" cap="none">
                <a:solidFill>
                  <a:schemeClr val="dk1"/>
                </a:solidFill>
                <a:latin typeface="Mulish Light"/>
                <a:ea typeface="Mulish Light"/>
                <a:cs typeface="Mulish Light"/>
                <a:sym typeface="Mulish Light"/>
              </a:defRPr>
            </a:lvl1pPr>
            <a:lvl2pPr marL="914400" marR="0" lvl="1" indent="-298450" algn="l" rtl="0">
              <a:lnSpc>
                <a:spcPct val="112000"/>
              </a:lnSpc>
              <a:spcBef>
                <a:spcPts val="9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2pPr>
            <a:lvl3pPr marL="1371600" marR="0" lvl="2" indent="-298450" algn="l" rtl="0">
              <a:lnSpc>
                <a:spcPct val="112000"/>
              </a:lnSpc>
              <a:spcBef>
                <a:spcPts val="9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3pPr>
            <a:lvl4pPr marL="1828800" marR="0" lvl="3"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4pPr>
            <a:lvl5pPr marL="2286000" marR="0" lvl="4"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5pPr>
            <a:lvl6pPr marL="2743200" marR="0" lvl="5"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6pPr>
            <a:lvl7pPr marL="3200400" marR="0" lvl="6"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7pPr>
            <a:lvl8pPr marL="3657600" marR="0" lvl="7"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8pPr>
            <a:lvl9pPr marL="4114800" marR="0" lvl="8"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2"/>
        <p:cNvGrpSpPr/>
        <p:nvPr/>
      </p:nvGrpSpPr>
      <p:grpSpPr>
        <a:xfrm>
          <a:off x="0" y="0"/>
          <a:ext cx="0" cy="0"/>
          <a:chOff x="0" y="0"/>
          <a:chExt cx="0" cy="0"/>
        </a:xfrm>
      </p:grpSpPr>
      <p:sp>
        <p:nvSpPr>
          <p:cNvPr id="233" name="Google Shape;233;p48"/>
          <p:cNvSpPr txBox="1">
            <a:spLocks noGrp="1"/>
          </p:cNvSpPr>
          <p:nvPr>
            <p:ph type="title"/>
          </p:nvPr>
        </p:nvSpPr>
        <p:spPr>
          <a:xfrm>
            <a:off x="561925" y="553500"/>
            <a:ext cx="7886700" cy="328500"/>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dk1"/>
              </a:buClr>
              <a:buSzPts val="2300"/>
              <a:buFont typeface="Manrope Medium"/>
              <a:buNone/>
              <a:defRPr sz="2300" i="0" u="none" strike="noStrike" cap="none">
                <a:solidFill>
                  <a:schemeClr val="dk1"/>
                </a:solidFill>
                <a:latin typeface="Manrope Medium"/>
                <a:ea typeface="Manrope Medium"/>
                <a:cs typeface="Manrope Medium"/>
                <a:sym typeface="Manrope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4" name="Google Shape;234;p48"/>
          <p:cNvSpPr txBox="1">
            <a:spLocks noGrp="1"/>
          </p:cNvSpPr>
          <p:nvPr>
            <p:ph type="body" idx="1"/>
          </p:nvPr>
        </p:nvSpPr>
        <p:spPr>
          <a:xfrm>
            <a:off x="561925" y="1010300"/>
            <a:ext cx="8033400" cy="3622200"/>
          </a:xfrm>
          <a:prstGeom prst="rect">
            <a:avLst/>
          </a:prstGeom>
          <a:noFill/>
          <a:ln>
            <a:noFill/>
          </a:ln>
        </p:spPr>
        <p:txBody>
          <a:bodyPr spcFirstLastPara="1" wrap="square" lIns="0" tIns="0" rIns="0" bIns="0" anchor="t" anchorCtr="0">
            <a:normAutofit/>
          </a:bodyPr>
          <a:lstStyle>
            <a:lvl1pPr marL="457200" marR="0" lvl="0" indent="-304800" algn="l" rtl="0">
              <a:lnSpc>
                <a:spcPct val="112000"/>
              </a:lnSpc>
              <a:spcBef>
                <a:spcPts val="0"/>
              </a:spcBef>
              <a:spcAft>
                <a:spcPts val="0"/>
              </a:spcAft>
              <a:buClr>
                <a:schemeClr val="dk1"/>
              </a:buClr>
              <a:buSzPts val="1200"/>
              <a:buFont typeface="Mulish Light"/>
              <a:buChar char="•"/>
              <a:defRPr sz="1200" i="0" u="none" strike="noStrike" cap="none">
                <a:solidFill>
                  <a:schemeClr val="dk1"/>
                </a:solidFill>
                <a:latin typeface="Mulish Light"/>
                <a:ea typeface="Mulish Light"/>
                <a:cs typeface="Mulish Light"/>
                <a:sym typeface="Mulish Light"/>
              </a:defRPr>
            </a:lvl1pPr>
            <a:lvl2pPr marL="914400" marR="0" lvl="1" indent="-298450" algn="l" rtl="0">
              <a:lnSpc>
                <a:spcPct val="112000"/>
              </a:lnSpc>
              <a:spcBef>
                <a:spcPts val="9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2pPr>
            <a:lvl3pPr marL="1371600" marR="0" lvl="2" indent="-298450" algn="l" rtl="0">
              <a:lnSpc>
                <a:spcPct val="112000"/>
              </a:lnSpc>
              <a:spcBef>
                <a:spcPts val="9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3pPr>
            <a:lvl4pPr marL="1828800" marR="0" lvl="3"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4pPr>
            <a:lvl5pPr marL="2286000" marR="0" lvl="4"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5pPr>
            <a:lvl6pPr marL="2743200" marR="0" lvl="5"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6pPr>
            <a:lvl7pPr marL="3200400" marR="0" lvl="6"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7pPr>
            <a:lvl8pPr marL="3657600" marR="0" lvl="7"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8pPr>
            <a:lvl9pPr marL="4114800" marR="0" lvl="8" indent="-298450" algn="l" rtl="0">
              <a:lnSpc>
                <a:spcPct val="112000"/>
              </a:lnSpc>
              <a:spcBef>
                <a:spcPts val="500"/>
              </a:spcBef>
              <a:spcAft>
                <a:spcPts val="0"/>
              </a:spcAft>
              <a:buClr>
                <a:schemeClr val="dk1"/>
              </a:buClr>
              <a:buSzPts val="1100"/>
              <a:buFont typeface="Mulish Light"/>
              <a:buChar char="•"/>
              <a:defRPr sz="1100" i="0" u="none" strike="noStrike" cap="none">
                <a:solidFill>
                  <a:schemeClr val="dk1"/>
                </a:solidFill>
                <a:latin typeface="Mulish Light"/>
                <a:ea typeface="Mulish Light"/>
                <a:cs typeface="Mulish Light"/>
                <a:sym typeface="Mulish Light"/>
              </a:defRPr>
            </a:lvl9pPr>
          </a:lstStyle>
          <a:p>
            <a:endParaRPr/>
          </a:p>
        </p:txBody>
      </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393"/>
        <p:cNvGrpSpPr/>
        <p:nvPr/>
      </p:nvGrpSpPr>
      <p:grpSpPr>
        <a:xfrm>
          <a:off x="0" y="0"/>
          <a:ext cx="0" cy="0"/>
          <a:chOff x="0" y="0"/>
          <a:chExt cx="0" cy="0"/>
        </a:xfrm>
      </p:grpSpPr>
      <p:sp>
        <p:nvSpPr>
          <p:cNvPr id="394" name="Google Shape;394;p79"/>
          <p:cNvSpPr txBox="1">
            <a:spLocks noGrp="1"/>
          </p:cNvSpPr>
          <p:nvPr>
            <p:ph type="title"/>
          </p:nvPr>
        </p:nvSpPr>
        <p:spPr>
          <a:xfrm>
            <a:off x="561925" y="553500"/>
            <a:ext cx="7886700" cy="328500"/>
          </a:xfrm>
          <a:prstGeom prst="rect">
            <a:avLst/>
          </a:prstGeom>
          <a:noFill/>
          <a:ln>
            <a:noFill/>
          </a:ln>
        </p:spPr>
        <p:txBody>
          <a:bodyPr spcFirstLastPara="1" wrap="square" lIns="0" tIns="0" rIns="0" bIns="0" anchor="ctr" anchorCtr="0">
            <a:normAutofit/>
          </a:bodyPr>
          <a:lstStyle>
            <a:lvl1pPr marR="0" lvl="0" algn="l">
              <a:lnSpc>
                <a:spcPct val="90000"/>
              </a:lnSpc>
              <a:spcBef>
                <a:spcPts val="0"/>
              </a:spcBef>
              <a:spcAft>
                <a:spcPts val="0"/>
              </a:spcAft>
              <a:buClr>
                <a:schemeClr val="lt1"/>
              </a:buClr>
              <a:buSzPts val="2300"/>
              <a:buFont typeface="Montserrat Medium"/>
              <a:buNone/>
              <a:defRPr sz="2300" i="0" u="none" strike="noStrike" cap="none">
                <a:solidFill>
                  <a:schemeClr val="lt1"/>
                </a:solidFill>
                <a:latin typeface="Montserrat Medium"/>
                <a:ea typeface="Montserrat Medium"/>
                <a:cs typeface="Montserrat Medium"/>
                <a:sym typeface="Montserrat Medium"/>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95" name="Google Shape;395;p79"/>
          <p:cNvSpPr txBox="1">
            <a:spLocks noGrp="1"/>
          </p:cNvSpPr>
          <p:nvPr>
            <p:ph type="body" idx="1"/>
          </p:nvPr>
        </p:nvSpPr>
        <p:spPr>
          <a:xfrm>
            <a:off x="561925" y="1010300"/>
            <a:ext cx="8033400" cy="3622200"/>
          </a:xfrm>
          <a:prstGeom prst="rect">
            <a:avLst/>
          </a:prstGeom>
          <a:noFill/>
          <a:ln>
            <a:noFill/>
          </a:ln>
        </p:spPr>
        <p:txBody>
          <a:bodyPr spcFirstLastPara="1" wrap="square" lIns="0" tIns="0" rIns="0" bIns="0" anchor="t" anchorCtr="0">
            <a:normAutofit/>
          </a:bodyPr>
          <a:lstStyle>
            <a:lvl1pPr marL="457200" marR="0" lvl="0" indent="-304800" algn="l">
              <a:lnSpc>
                <a:spcPct val="112000"/>
              </a:lnSpc>
              <a:spcBef>
                <a:spcPts val="0"/>
              </a:spcBef>
              <a:spcAft>
                <a:spcPts val="0"/>
              </a:spcAft>
              <a:buClr>
                <a:schemeClr val="lt1"/>
              </a:buClr>
              <a:buSzPts val="1200"/>
              <a:buFont typeface="Mulish Light"/>
              <a:buChar char="•"/>
              <a:defRPr sz="1200" i="0" u="none" strike="noStrike" cap="none">
                <a:solidFill>
                  <a:schemeClr val="lt1"/>
                </a:solidFill>
                <a:latin typeface="Mulish Light"/>
                <a:ea typeface="Mulish Light"/>
                <a:cs typeface="Mulish Light"/>
                <a:sym typeface="Mulish Light"/>
              </a:defRPr>
            </a:lvl1pPr>
            <a:lvl2pPr marL="914400" marR="0" lvl="1" indent="-298450" algn="l">
              <a:lnSpc>
                <a:spcPct val="112000"/>
              </a:lnSpc>
              <a:spcBef>
                <a:spcPts val="9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2pPr>
            <a:lvl3pPr marL="1371600" marR="0" lvl="2" indent="-298450" algn="l">
              <a:lnSpc>
                <a:spcPct val="112000"/>
              </a:lnSpc>
              <a:spcBef>
                <a:spcPts val="9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3pPr>
            <a:lvl4pPr marL="1828800" marR="0" lvl="3"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4pPr>
            <a:lvl5pPr marL="2286000" marR="0" lvl="4"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5pPr>
            <a:lvl6pPr marL="2743200" marR="0" lvl="5"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6pPr>
            <a:lvl7pPr marL="3200400" marR="0" lvl="6"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7pPr>
            <a:lvl8pPr marL="3657600" marR="0" lvl="7"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8pPr>
            <a:lvl9pPr marL="4114800" marR="0" lvl="8" indent="-298450" algn="l">
              <a:lnSpc>
                <a:spcPct val="112000"/>
              </a:lnSpc>
              <a:spcBef>
                <a:spcPts val="500"/>
              </a:spcBef>
              <a:spcAft>
                <a:spcPts val="0"/>
              </a:spcAft>
              <a:buClr>
                <a:schemeClr val="lt1"/>
              </a:buClr>
              <a:buSzPts val="1100"/>
              <a:buFont typeface="Mulish Light"/>
              <a:buChar char="•"/>
              <a:defRPr sz="1100" i="0" u="none" strike="noStrike" cap="none">
                <a:solidFill>
                  <a:schemeClr val="lt1"/>
                </a:solidFill>
                <a:latin typeface="Mulish Light"/>
                <a:ea typeface="Mulish Light"/>
                <a:cs typeface="Mulish Light"/>
                <a:sym typeface="Mulish Light"/>
              </a:defRPr>
            </a:lvl9pPr>
          </a:lstStyle>
          <a:p>
            <a:endParaRPr/>
          </a:p>
        </p:txBody>
      </p:sp>
    </p:spTree>
  </p:cSld>
  <p:clrMap bg1="lt1" tx1="dk1" bg2="dk2" tx2="lt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xml"/><Relationship Id="rId3"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0.xml"/><Relationship Id="rId7"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1"/>
        <p:cNvGrpSpPr/>
        <p:nvPr/>
      </p:nvGrpSpPr>
      <p:grpSpPr>
        <a:xfrm>
          <a:off x="0" y="0"/>
          <a:ext cx="0" cy="0"/>
          <a:chOff x="0" y="0"/>
          <a:chExt cx="0" cy="0"/>
        </a:xfrm>
      </p:grpSpPr>
      <p:sp>
        <p:nvSpPr>
          <p:cNvPr id="542" name="Google Shape;542;p107"/>
          <p:cNvSpPr txBox="1"/>
          <p:nvPr/>
        </p:nvSpPr>
        <p:spPr>
          <a:xfrm>
            <a:off x="4235636" y="1622513"/>
            <a:ext cx="299400" cy="6312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Clr>
                <a:schemeClr val="dk1"/>
              </a:buClr>
              <a:buSzPts val="5000"/>
              <a:buFont typeface="Arial"/>
              <a:buNone/>
            </a:pPr>
            <a:r>
              <a:rPr lang="en" sz="4100" b="1">
                <a:solidFill>
                  <a:schemeClr val="lt1"/>
                </a:solidFill>
                <a:latin typeface="Manrope"/>
                <a:ea typeface="Manrope"/>
                <a:cs typeface="Manrope"/>
                <a:sym typeface="Manrope"/>
              </a:rPr>
              <a:t>+</a:t>
            </a:r>
            <a:endParaRPr sz="4100" b="1">
              <a:solidFill>
                <a:srgbClr val="FFFFFF"/>
              </a:solidFill>
              <a:latin typeface="Manrope"/>
              <a:ea typeface="Manrope"/>
              <a:cs typeface="Manrope"/>
              <a:sym typeface="Manrope"/>
            </a:endParaRPr>
          </a:p>
        </p:txBody>
      </p:sp>
      <p:sp>
        <p:nvSpPr>
          <p:cNvPr id="543" name="Google Shape;543;p107"/>
          <p:cNvSpPr txBox="1"/>
          <p:nvPr/>
        </p:nvSpPr>
        <p:spPr>
          <a:xfrm>
            <a:off x="566475" y="3157357"/>
            <a:ext cx="6606300" cy="253885"/>
          </a:xfrm>
          <a:prstGeom prst="rect">
            <a:avLst/>
          </a:prstGeom>
          <a:noFill/>
          <a:ln>
            <a:noFill/>
          </a:ln>
        </p:spPr>
        <p:txBody>
          <a:bodyPr spcFirstLastPara="1" wrap="square" lIns="0" tIns="34275" rIns="0" bIns="34275" anchor="ctr" anchorCtr="0">
            <a:spAutoFit/>
          </a:bodyPr>
          <a:lstStyle/>
          <a:p>
            <a:pPr marL="0" lvl="0" indent="0" algn="l" rtl="0">
              <a:spcBef>
                <a:spcPts val="0"/>
              </a:spcBef>
              <a:spcAft>
                <a:spcPts val="0"/>
              </a:spcAft>
              <a:buClr>
                <a:srgbClr val="000000"/>
              </a:buClr>
              <a:buSzPts val="2100"/>
              <a:buFont typeface="Arial"/>
              <a:buNone/>
            </a:pPr>
            <a:r>
              <a:rPr lang="en" sz="1200" dirty="0">
                <a:solidFill>
                  <a:schemeClr val="lt1"/>
                </a:solidFill>
                <a:latin typeface="Manrope ExtraLight"/>
                <a:ea typeface="Manrope ExtraLight"/>
                <a:cs typeface="Manrope ExtraLight"/>
                <a:sym typeface="Manrope ExtraLight"/>
              </a:rPr>
              <a:t>Igor Eulalio, Senior Sales Engineer - Latin America</a:t>
            </a:r>
            <a:endParaRPr sz="1200" dirty="0">
              <a:solidFill>
                <a:schemeClr val="lt1"/>
              </a:solidFill>
              <a:latin typeface="Manrope ExtraLight"/>
              <a:ea typeface="Manrope ExtraLight"/>
              <a:cs typeface="Manrope ExtraLight"/>
              <a:sym typeface="Manrope ExtraLight"/>
            </a:endParaRPr>
          </a:p>
        </p:txBody>
      </p:sp>
      <p:sp>
        <p:nvSpPr>
          <p:cNvPr id="544" name="Google Shape;544;p107"/>
          <p:cNvSpPr/>
          <p:nvPr/>
        </p:nvSpPr>
        <p:spPr>
          <a:xfrm>
            <a:off x="566475" y="2915563"/>
            <a:ext cx="80010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45" name="Google Shape;545;p107"/>
          <p:cNvPicPr preferRelativeResize="0"/>
          <p:nvPr/>
        </p:nvPicPr>
        <p:blipFill>
          <a:blip r:embed="rId4">
            <a:alphaModFix/>
          </a:blip>
          <a:stretch>
            <a:fillRect/>
          </a:stretch>
        </p:blipFill>
        <p:spPr>
          <a:xfrm>
            <a:off x="4865925" y="1443975"/>
            <a:ext cx="2148450" cy="9882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108"/>
          <p:cNvSpPr txBox="1">
            <a:spLocks noGrp="1"/>
          </p:cNvSpPr>
          <p:nvPr>
            <p:ph type="title"/>
          </p:nvPr>
        </p:nvSpPr>
        <p:spPr>
          <a:xfrm>
            <a:off x="1280160" y="2252400"/>
            <a:ext cx="7159200" cy="6624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a:t>Resultados da POC</a:t>
            </a:r>
            <a:endParaRPr sz="1867"/>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109"/>
          <p:cNvSpPr/>
          <p:nvPr/>
        </p:nvSpPr>
        <p:spPr>
          <a:xfrm>
            <a:off x="5581650" y="570550"/>
            <a:ext cx="3162300" cy="4031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1000" b="1">
                <a:solidFill>
                  <a:schemeClr val="accent1"/>
                </a:solidFill>
                <a:latin typeface="Mulish"/>
                <a:ea typeface="Mulish"/>
                <a:cs typeface="Mulish"/>
                <a:sym typeface="Mulish"/>
              </a:rPr>
              <a:t>Executive Summary  </a:t>
            </a:r>
            <a:r>
              <a:rPr lang="en" sz="1000">
                <a:solidFill>
                  <a:schemeClr val="accent1"/>
                </a:solidFill>
                <a:highlight>
                  <a:schemeClr val="accent1"/>
                </a:highlight>
                <a:latin typeface="Mulish SemiBold"/>
                <a:ea typeface="Mulish SemiBold"/>
                <a:cs typeface="Mulish SemiBold"/>
                <a:sym typeface="Mulish SemiBold"/>
              </a:rPr>
              <a:t> </a:t>
            </a:r>
            <a:r>
              <a:rPr lang="en" sz="1000">
                <a:solidFill>
                  <a:schemeClr val="lt1"/>
                </a:solidFill>
                <a:highlight>
                  <a:schemeClr val="accent1"/>
                </a:highlight>
                <a:latin typeface="Mulish SemiBold"/>
                <a:ea typeface="Mulish SemiBold"/>
                <a:cs typeface="Mulish SemiBold"/>
                <a:sym typeface="Mulish SemiBold"/>
              </a:rPr>
              <a:t>       </a:t>
            </a:r>
            <a:r>
              <a:rPr lang="en" sz="1000">
                <a:solidFill>
                  <a:srgbClr val="000000"/>
                </a:solidFill>
                <a:latin typeface="Mulish SemiBold"/>
                <a:ea typeface="Mulish SemiBold"/>
                <a:cs typeface="Mulish SemiBold"/>
                <a:sym typeface="Mulish SemiBold"/>
              </a:rPr>
              <a:t>  </a:t>
            </a:r>
            <a:endParaRPr sz="1000">
              <a:solidFill>
                <a:srgbClr val="000000"/>
              </a:solidFill>
              <a:latin typeface="Mulish SemiBold"/>
              <a:ea typeface="Mulish SemiBold"/>
              <a:cs typeface="Mulish SemiBold"/>
              <a:sym typeface="Mulish SemiBold"/>
            </a:endParaRPr>
          </a:p>
          <a:p>
            <a:pPr marL="0" marR="0" lvl="0" indent="0" algn="l" rtl="0">
              <a:lnSpc>
                <a:spcPct val="100000"/>
              </a:lnSpc>
              <a:spcBef>
                <a:spcPts val="800"/>
              </a:spcBef>
              <a:spcAft>
                <a:spcPts val="0"/>
              </a:spcAft>
              <a:buClr>
                <a:srgbClr val="000000"/>
              </a:buClr>
              <a:buSzPts val="2300"/>
              <a:buFont typeface="Arial"/>
              <a:buNone/>
            </a:pPr>
            <a:r>
              <a:rPr lang="en" sz="2300">
                <a:solidFill>
                  <a:schemeClr val="dk1"/>
                </a:solidFill>
                <a:latin typeface="Manrope Medium"/>
                <a:ea typeface="Manrope Medium"/>
                <a:cs typeface="Manrope Medium"/>
                <a:sym typeface="Manrope Medium"/>
              </a:rPr>
              <a:t>Orca Cloud Security Platform</a:t>
            </a:r>
            <a:endParaRPr sz="2300">
              <a:solidFill>
                <a:schemeClr val="dk1"/>
              </a:solidFill>
              <a:latin typeface="Manrope Medium"/>
              <a:ea typeface="Manrope Medium"/>
              <a:cs typeface="Manrope Medium"/>
              <a:sym typeface="Manrope Medium"/>
            </a:endParaRPr>
          </a:p>
          <a:p>
            <a:pPr marL="342900" lvl="0" indent="-228600" algn="l" rtl="0">
              <a:lnSpc>
                <a:spcPct val="112000"/>
              </a:lnSpc>
              <a:spcBef>
                <a:spcPts val="1400"/>
              </a:spcBef>
              <a:spcAft>
                <a:spcPts val="0"/>
              </a:spcAft>
              <a:buClr>
                <a:schemeClr val="accent1"/>
              </a:buClr>
              <a:buSzPts val="1000"/>
              <a:buFont typeface="Mulish SemiBold"/>
              <a:buChar char="●"/>
            </a:pPr>
            <a:r>
              <a:rPr lang="en" sz="1100" b="1">
                <a:solidFill>
                  <a:schemeClr val="dk1"/>
                </a:solidFill>
                <a:latin typeface="Mulish"/>
                <a:ea typeface="Mulish"/>
                <a:cs typeface="Mulish"/>
                <a:sym typeface="Mulish"/>
              </a:rPr>
              <a:t>Alcance</a:t>
            </a:r>
            <a:r>
              <a:rPr lang="en" sz="1000" b="1">
                <a:solidFill>
                  <a:schemeClr val="dk1"/>
                </a:solidFill>
                <a:latin typeface="Mulish"/>
                <a:ea typeface="Mulish"/>
                <a:cs typeface="Mulish"/>
                <a:sym typeface="Mulish"/>
              </a:rPr>
              <a:t> </a:t>
            </a:r>
            <a:br>
              <a:rPr lang="en" sz="1000">
                <a:solidFill>
                  <a:schemeClr val="dk1"/>
                </a:solidFill>
                <a:latin typeface="Mulish Light"/>
                <a:ea typeface="Mulish Light"/>
                <a:cs typeface="Mulish Light"/>
                <a:sym typeface="Mulish Light"/>
              </a:rPr>
            </a:br>
            <a:r>
              <a:rPr lang="en" sz="900">
                <a:solidFill>
                  <a:schemeClr val="dk1"/>
                </a:solidFill>
                <a:latin typeface="Mulish Light"/>
                <a:ea typeface="Mulish Light"/>
                <a:cs typeface="Mulish Light"/>
                <a:sym typeface="Mulish Light"/>
              </a:rPr>
              <a:t>Forneça 100% de visibilidade e cobertura em todo o seu portfólio de nuvem.</a:t>
            </a:r>
            <a:endParaRPr sz="900">
              <a:solidFill>
                <a:schemeClr val="dk1"/>
              </a:solidFill>
              <a:latin typeface="Mulish Light"/>
              <a:ea typeface="Mulish Light"/>
              <a:cs typeface="Mulish Light"/>
              <a:sym typeface="Mulish Light"/>
            </a:endParaRPr>
          </a:p>
          <a:p>
            <a:pPr marL="342900" lvl="0" indent="-228600" algn="l" rtl="0">
              <a:lnSpc>
                <a:spcPct val="112000"/>
              </a:lnSpc>
              <a:spcBef>
                <a:spcPts val="600"/>
              </a:spcBef>
              <a:spcAft>
                <a:spcPts val="0"/>
              </a:spcAft>
              <a:buClr>
                <a:schemeClr val="accent1"/>
              </a:buClr>
              <a:buSzPts val="1000"/>
              <a:buFont typeface="Mulish SemiBold"/>
              <a:buChar char="●"/>
            </a:pPr>
            <a:r>
              <a:rPr lang="en" sz="1100" b="1">
                <a:solidFill>
                  <a:schemeClr val="dk1"/>
                </a:solidFill>
                <a:latin typeface="Mulish"/>
                <a:ea typeface="Mulish"/>
                <a:cs typeface="Mulish"/>
                <a:sym typeface="Mulish"/>
              </a:rPr>
              <a:t>Contexto</a:t>
            </a:r>
            <a:r>
              <a:rPr lang="en" sz="1000">
                <a:solidFill>
                  <a:schemeClr val="dk1"/>
                </a:solidFill>
                <a:latin typeface="Mulish SemiBold"/>
                <a:ea typeface="Mulish SemiBold"/>
                <a:cs typeface="Mulish SemiBold"/>
                <a:sym typeface="Mulish SemiBold"/>
              </a:rPr>
              <a:t> </a:t>
            </a:r>
            <a:br>
              <a:rPr lang="en" sz="1000">
                <a:solidFill>
                  <a:schemeClr val="dk1"/>
                </a:solidFill>
                <a:latin typeface="Mulish SemiBold"/>
                <a:ea typeface="Mulish SemiBold"/>
                <a:cs typeface="Mulish SemiBold"/>
                <a:sym typeface="Mulish SemiBold"/>
              </a:rPr>
            </a:br>
            <a:r>
              <a:rPr lang="en" sz="900">
                <a:solidFill>
                  <a:schemeClr val="dk1"/>
                </a:solidFill>
                <a:latin typeface="Mulish Light"/>
                <a:ea typeface="Mulish Light"/>
                <a:cs typeface="Mulish Light"/>
                <a:sym typeface="Mulish Light"/>
              </a:rPr>
              <a:t>As descobertas de segurança na nuvem são melhor compreendidas como vetores de ataque, em vez de alertas isolados.</a:t>
            </a:r>
            <a:endParaRPr sz="1000">
              <a:solidFill>
                <a:schemeClr val="dk1"/>
              </a:solidFill>
              <a:latin typeface="Mulish Light"/>
              <a:ea typeface="Mulish Light"/>
              <a:cs typeface="Mulish Light"/>
              <a:sym typeface="Mulish Light"/>
            </a:endParaRPr>
          </a:p>
          <a:p>
            <a:pPr marL="342900" lvl="0" indent="-228600" algn="l" rtl="0">
              <a:lnSpc>
                <a:spcPct val="112000"/>
              </a:lnSpc>
              <a:spcBef>
                <a:spcPts val="600"/>
              </a:spcBef>
              <a:spcAft>
                <a:spcPts val="0"/>
              </a:spcAft>
              <a:buClr>
                <a:schemeClr val="accent1"/>
              </a:buClr>
              <a:buSzPts val="1000"/>
              <a:buFont typeface="Mulish SemiBold"/>
              <a:buChar char="●"/>
            </a:pPr>
            <a:r>
              <a:rPr lang="en" sz="1100" b="1">
                <a:solidFill>
                  <a:schemeClr val="dk1"/>
                </a:solidFill>
                <a:latin typeface="Mulish"/>
                <a:ea typeface="Mulish"/>
                <a:cs typeface="Mulish"/>
                <a:sym typeface="Mulish"/>
              </a:rPr>
              <a:t>Compreensão </a:t>
            </a:r>
            <a:br>
              <a:rPr lang="en" sz="1100" b="1">
                <a:solidFill>
                  <a:schemeClr val="dk1"/>
                </a:solidFill>
                <a:latin typeface="Mulish"/>
                <a:ea typeface="Mulish"/>
                <a:cs typeface="Mulish"/>
                <a:sym typeface="Mulish"/>
              </a:rPr>
            </a:br>
            <a:r>
              <a:rPr lang="en" sz="900">
                <a:solidFill>
                  <a:schemeClr val="dk1"/>
                </a:solidFill>
                <a:latin typeface="Mulish Light"/>
                <a:ea typeface="Mulish Light"/>
                <a:cs typeface="Mulish Light"/>
                <a:sym typeface="Mulish Light"/>
              </a:rPr>
              <a:t>A nuvem deve ser protegida de forma abrangente: uma solução para detectar todos os riscos de segurança.</a:t>
            </a:r>
            <a:endParaRPr sz="900">
              <a:solidFill>
                <a:schemeClr val="dk1"/>
              </a:solidFill>
              <a:latin typeface="Mulish Light"/>
              <a:ea typeface="Mulish Light"/>
              <a:cs typeface="Mulish Light"/>
              <a:sym typeface="Mulish Light"/>
            </a:endParaRPr>
          </a:p>
          <a:p>
            <a:pPr marL="342900" lvl="0" indent="-228600" algn="l" rtl="0">
              <a:lnSpc>
                <a:spcPct val="112000"/>
              </a:lnSpc>
              <a:spcBef>
                <a:spcPts val="600"/>
              </a:spcBef>
              <a:spcAft>
                <a:spcPts val="600"/>
              </a:spcAft>
              <a:buClr>
                <a:schemeClr val="accent1"/>
              </a:buClr>
              <a:buSzPts val="1000"/>
              <a:buFont typeface="Mulish SemiBold"/>
              <a:buChar char="●"/>
            </a:pPr>
            <a:r>
              <a:rPr lang="en" sz="1100" b="1">
                <a:solidFill>
                  <a:schemeClr val="dk1"/>
                </a:solidFill>
                <a:latin typeface="Mulish"/>
                <a:ea typeface="Mulish"/>
                <a:cs typeface="Mulish"/>
                <a:sym typeface="Mulish"/>
              </a:rPr>
              <a:t>Consumo de datos</a:t>
            </a:r>
            <a:r>
              <a:rPr lang="en" sz="1000">
                <a:solidFill>
                  <a:schemeClr val="dk1"/>
                </a:solidFill>
                <a:latin typeface="Mulish SemiBold"/>
                <a:ea typeface="Mulish SemiBold"/>
                <a:cs typeface="Mulish SemiBold"/>
                <a:sym typeface="Mulish SemiBold"/>
              </a:rPr>
              <a:t> </a:t>
            </a:r>
            <a:br>
              <a:rPr lang="en" sz="1000">
                <a:solidFill>
                  <a:schemeClr val="dk1"/>
                </a:solidFill>
                <a:latin typeface="Mulish SemiBold"/>
                <a:ea typeface="Mulish SemiBold"/>
                <a:cs typeface="Mulish SemiBold"/>
                <a:sym typeface="Mulish SemiBold"/>
              </a:rPr>
            </a:br>
            <a:r>
              <a:rPr lang="en" sz="900">
                <a:solidFill>
                  <a:schemeClr val="dk1"/>
                </a:solidFill>
                <a:latin typeface="Mulish Light"/>
                <a:ea typeface="Mulish Light"/>
                <a:cs typeface="Mulish Light"/>
                <a:sym typeface="Mulish Light"/>
              </a:rPr>
              <a:t>Ingerir uma grande quantidade de dados e torná-los consumíveis e acionáveis ​​para que as equipes possam usá-los para dar suporte à tomada de decisões.</a:t>
            </a:r>
            <a:endParaRPr sz="1200">
              <a:solidFill>
                <a:schemeClr val="dk1"/>
              </a:solidFill>
              <a:latin typeface="Manrope SemiBold"/>
              <a:ea typeface="Manrope SemiBold"/>
              <a:cs typeface="Manrope SemiBold"/>
              <a:sym typeface="Manrope SemiBold"/>
            </a:endParaRPr>
          </a:p>
        </p:txBody>
      </p:sp>
      <p:pic>
        <p:nvPicPr>
          <p:cNvPr id="556" name="Google Shape;556;p109"/>
          <p:cNvPicPr preferRelativeResize="0"/>
          <p:nvPr/>
        </p:nvPicPr>
        <p:blipFill rotWithShape="1">
          <a:blip r:embed="rId3">
            <a:alphaModFix/>
          </a:blip>
          <a:srcRect t="855" b="845"/>
          <a:stretch/>
        </p:blipFill>
        <p:spPr>
          <a:xfrm>
            <a:off x="-997575" y="828450"/>
            <a:ext cx="6198300" cy="3486600"/>
          </a:xfrm>
          <a:prstGeom prst="roundRect">
            <a:avLst>
              <a:gd name="adj" fmla="val 16667"/>
            </a:avLst>
          </a:prstGeom>
          <a:noFill/>
          <a:ln>
            <a:noFill/>
          </a:ln>
          <a:effectLst>
            <a:outerShdw blurRad="57150" dist="19050" dir="5400000" algn="bl" rotWithShape="0">
              <a:srgbClr val="000000">
                <a:alpha val="50000"/>
              </a:srgbClr>
            </a:outerShdw>
            <a:reflection endPos="30000" dist="38100" dir="5400000" fadeDir="5400012"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110"/>
          <p:cNvSpPr/>
          <p:nvPr/>
        </p:nvSpPr>
        <p:spPr>
          <a:xfrm>
            <a:off x="599450" y="2699450"/>
            <a:ext cx="1945200" cy="1429800"/>
          </a:xfrm>
          <a:prstGeom prst="rect">
            <a:avLst/>
          </a:prstGeom>
          <a:noFill/>
          <a:ln>
            <a:noFill/>
          </a:ln>
        </p:spPr>
        <p:txBody>
          <a:bodyPr spcFirstLastPara="1" wrap="square" lIns="205725" tIns="0" rIns="205725" bIns="205725" anchor="t" anchorCtr="0">
            <a:noAutofit/>
          </a:bodyPr>
          <a:lstStyle/>
          <a:p>
            <a:pPr marL="0" lvl="0" indent="0" algn="ctr" rtl="0">
              <a:lnSpc>
                <a:spcPct val="90000"/>
              </a:lnSpc>
              <a:spcBef>
                <a:spcPts val="0"/>
              </a:spcBef>
              <a:spcAft>
                <a:spcPts val="0"/>
              </a:spcAft>
              <a:buClr>
                <a:srgbClr val="000000"/>
              </a:buClr>
              <a:buSzPts val="2300"/>
              <a:buFont typeface="Arial"/>
              <a:buNone/>
            </a:pPr>
            <a:r>
              <a:rPr lang="en" sz="1200">
                <a:solidFill>
                  <a:schemeClr val="dk1"/>
                </a:solidFill>
                <a:latin typeface="Manrope SemiBold"/>
                <a:ea typeface="Manrope SemiBold"/>
                <a:cs typeface="Manrope SemiBold"/>
                <a:sym typeface="Manrope SemiBold"/>
              </a:rPr>
              <a:t>Visibilidade</a:t>
            </a:r>
            <a:endParaRPr sz="1200">
              <a:solidFill>
                <a:schemeClr val="dk1"/>
              </a:solidFill>
              <a:latin typeface="Manrope SemiBold"/>
              <a:ea typeface="Manrope SemiBold"/>
              <a:cs typeface="Manrope SemiBold"/>
              <a:sym typeface="Manrope SemiBold"/>
            </a:endParaRPr>
          </a:p>
          <a:p>
            <a:pPr marL="0" lvl="0" indent="0" algn="ctr" rtl="0">
              <a:lnSpc>
                <a:spcPct val="115000"/>
              </a:lnSpc>
              <a:spcBef>
                <a:spcPts val="800"/>
              </a:spcBef>
              <a:spcAft>
                <a:spcPts val="0"/>
              </a:spcAft>
              <a:buClr>
                <a:srgbClr val="000000"/>
              </a:buClr>
              <a:buSzPts val="2300"/>
              <a:buFont typeface="Arial"/>
              <a:buNone/>
            </a:pPr>
            <a:r>
              <a:rPr lang="en" sz="1100">
                <a:solidFill>
                  <a:schemeClr val="dk1"/>
                </a:solidFill>
                <a:latin typeface="Manrope Light"/>
                <a:ea typeface="Manrope Light"/>
                <a:cs typeface="Manrope Light"/>
                <a:sym typeface="Manrope Light"/>
              </a:rPr>
              <a:t>Fornecendo um inventário completo de todo o seu ambiente de nuvem em minutos</a:t>
            </a:r>
            <a:endParaRPr sz="1100">
              <a:solidFill>
                <a:schemeClr val="dk1"/>
              </a:solidFill>
              <a:latin typeface="Manrope Light"/>
              <a:ea typeface="Manrope Light"/>
              <a:cs typeface="Manrope Light"/>
              <a:sym typeface="Manrope Light"/>
            </a:endParaRPr>
          </a:p>
        </p:txBody>
      </p:sp>
      <p:sp>
        <p:nvSpPr>
          <p:cNvPr id="562" name="Google Shape;562;p110"/>
          <p:cNvSpPr/>
          <p:nvPr/>
        </p:nvSpPr>
        <p:spPr>
          <a:xfrm>
            <a:off x="1229150" y="1762353"/>
            <a:ext cx="685800" cy="685800"/>
          </a:xfrm>
          <a:prstGeom prst="rect">
            <a:avLst/>
          </a:prstGeom>
          <a:noFill/>
          <a:ln w="19050" cap="flat" cmpd="sng">
            <a:solidFill>
              <a:srgbClr val="A9B2C7"/>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800">
                <a:solidFill>
                  <a:srgbClr val="A9B2C7"/>
                </a:solidFill>
                <a:latin typeface="Mulish"/>
                <a:ea typeface="Mulish"/>
                <a:cs typeface="Mulish"/>
                <a:sym typeface="Mulish"/>
              </a:rPr>
              <a:t>ICON GOES HERE</a:t>
            </a:r>
            <a:endParaRPr sz="800">
              <a:solidFill>
                <a:srgbClr val="A9B2C7"/>
              </a:solidFill>
              <a:latin typeface="Mulish"/>
              <a:ea typeface="Mulish"/>
              <a:cs typeface="Mulish"/>
              <a:sym typeface="Mulish"/>
            </a:endParaRPr>
          </a:p>
        </p:txBody>
      </p:sp>
      <p:sp>
        <p:nvSpPr>
          <p:cNvPr id="563" name="Google Shape;563;p110"/>
          <p:cNvSpPr/>
          <p:nvPr/>
        </p:nvSpPr>
        <p:spPr>
          <a:xfrm>
            <a:off x="2626800" y="2699450"/>
            <a:ext cx="1945200" cy="1429800"/>
          </a:xfrm>
          <a:prstGeom prst="rect">
            <a:avLst/>
          </a:prstGeom>
          <a:noFill/>
          <a:ln>
            <a:noFill/>
          </a:ln>
        </p:spPr>
        <p:txBody>
          <a:bodyPr spcFirstLastPara="1" wrap="square" lIns="205725" tIns="0" rIns="205725" bIns="205725" anchor="t" anchorCtr="0">
            <a:noAutofit/>
          </a:bodyPr>
          <a:lstStyle/>
          <a:p>
            <a:pPr marL="0" lvl="0" indent="0" algn="ctr" rtl="0">
              <a:lnSpc>
                <a:spcPct val="90000"/>
              </a:lnSpc>
              <a:spcBef>
                <a:spcPts val="0"/>
              </a:spcBef>
              <a:spcAft>
                <a:spcPts val="0"/>
              </a:spcAft>
              <a:buClr>
                <a:srgbClr val="000000"/>
              </a:buClr>
              <a:buSzPts val="2300"/>
              <a:buFont typeface="Arial"/>
              <a:buNone/>
            </a:pPr>
            <a:r>
              <a:rPr lang="en" sz="1200">
                <a:solidFill>
                  <a:schemeClr val="dk1"/>
                </a:solidFill>
                <a:latin typeface="Manrope SemiBold"/>
                <a:ea typeface="Manrope SemiBold"/>
                <a:cs typeface="Manrope SemiBold"/>
                <a:sym typeface="Manrope SemiBold"/>
              </a:rPr>
              <a:t>Exposição</a:t>
            </a:r>
            <a:endParaRPr sz="1200">
              <a:solidFill>
                <a:schemeClr val="dk1"/>
              </a:solidFill>
              <a:latin typeface="Manrope SemiBold"/>
              <a:ea typeface="Manrope SemiBold"/>
              <a:cs typeface="Manrope SemiBold"/>
              <a:sym typeface="Manrope SemiBold"/>
            </a:endParaRPr>
          </a:p>
          <a:p>
            <a:pPr marL="0" lvl="0" indent="0" algn="ctr" rtl="0">
              <a:lnSpc>
                <a:spcPct val="115000"/>
              </a:lnSpc>
              <a:spcBef>
                <a:spcPts val="800"/>
              </a:spcBef>
              <a:spcAft>
                <a:spcPts val="0"/>
              </a:spcAft>
              <a:buClr>
                <a:srgbClr val="000000"/>
              </a:buClr>
              <a:buSzPts val="2300"/>
              <a:buFont typeface="Arial"/>
              <a:buNone/>
            </a:pPr>
            <a:r>
              <a:rPr lang="en" sz="1100">
                <a:solidFill>
                  <a:schemeClr val="dk1"/>
                </a:solidFill>
                <a:latin typeface="Manrope Light"/>
                <a:ea typeface="Manrope Light"/>
                <a:cs typeface="Manrope Light"/>
                <a:sym typeface="Manrope Light"/>
              </a:rPr>
              <a:t>Entenda quais recursos estão expostos, como e em que ordem eles devem ser priorizados</a:t>
            </a:r>
            <a:endParaRPr sz="1100">
              <a:solidFill>
                <a:schemeClr val="dk1"/>
              </a:solidFill>
              <a:latin typeface="Manrope Light"/>
              <a:ea typeface="Manrope Light"/>
              <a:cs typeface="Manrope Light"/>
              <a:sym typeface="Manrope Light"/>
            </a:endParaRPr>
          </a:p>
        </p:txBody>
      </p:sp>
      <p:sp>
        <p:nvSpPr>
          <p:cNvPr id="564" name="Google Shape;564;p110"/>
          <p:cNvSpPr/>
          <p:nvPr/>
        </p:nvSpPr>
        <p:spPr>
          <a:xfrm>
            <a:off x="3256500" y="1762353"/>
            <a:ext cx="685800" cy="685800"/>
          </a:xfrm>
          <a:prstGeom prst="rect">
            <a:avLst/>
          </a:prstGeom>
          <a:noFill/>
          <a:ln w="19050" cap="flat" cmpd="sng">
            <a:solidFill>
              <a:srgbClr val="A9B2C7"/>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800">
                <a:solidFill>
                  <a:srgbClr val="A9B2C7"/>
                </a:solidFill>
                <a:latin typeface="Mulish"/>
                <a:ea typeface="Mulish"/>
                <a:cs typeface="Mulish"/>
                <a:sym typeface="Mulish"/>
              </a:rPr>
              <a:t>ICON GOES HERE</a:t>
            </a:r>
            <a:endParaRPr sz="800">
              <a:solidFill>
                <a:srgbClr val="A9B2C7"/>
              </a:solidFill>
              <a:latin typeface="Mulish"/>
              <a:ea typeface="Mulish"/>
              <a:cs typeface="Mulish"/>
              <a:sym typeface="Mulish"/>
            </a:endParaRPr>
          </a:p>
        </p:txBody>
      </p:sp>
      <p:sp>
        <p:nvSpPr>
          <p:cNvPr id="565" name="Google Shape;565;p110"/>
          <p:cNvSpPr/>
          <p:nvPr/>
        </p:nvSpPr>
        <p:spPr>
          <a:xfrm>
            <a:off x="4612550" y="2699450"/>
            <a:ext cx="1945200" cy="1429800"/>
          </a:xfrm>
          <a:prstGeom prst="rect">
            <a:avLst/>
          </a:prstGeom>
          <a:noFill/>
          <a:ln>
            <a:noFill/>
          </a:ln>
        </p:spPr>
        <p:txBody>
          <a:bodyPr spcFirstLastPara="1" wrap="square" lIns="205725" tIns="0" rIns="205725" bIns="205725" anchor="t" anchorCtr="0">
            <a:noAutofit/>
          </a:bodyPr>
          <a:lstStyle/>
          <a:p>
            <a:pPr marL="0" lvl="0" indent="0" algn="ctr" rtl="0">
              <a:lnSpc>
                <a:spcPct val="90000"/>
              </a:lnSpc>
              <a:spcBef>
                <a:spcPts val="0"/>
              </a:spcBef>
              <a:spcAft>
                <a:spcPts val="0"/>
              </a:spcAft>
              <a:buClr>
                <a:srgbClr val="000000"/>
              </a:buClr>
              <a:buSzPts val="2300"/>
              <a:buFont typeface="Arial"/>
              <a:buNone/>
            </a:pPr>
            <a:r>
              <a:rPr lang="en" sz="1200">
                <a:solidFill>
                  <a:schemeClr val="dk1"/>
                </a:solidFill>
                <a:latin typeface="Manrope SemiBold"/>
                <a:ea typeface="Manrope SemiBold"/>
                <a:cs typeface="Manrope SemiBold"/>
                <a:sym typeface="Manrope SemiBold"/>
              </a:rPr>
              <a:t>Segurança de dados</a:t>
            </a:r>
            <a:endParaRPr sz="1200">
              <a:solidFill>
                <a:schemeClr val="dk1"/>
              </a:solidFill>
              <a:latin typeface="Manrope SemiBold"/>
              <a:ea typeface="Manrope SemiBold"/>
              <a:cs typeface="Manrope SemiBold"/>
              <a:sym typeface="Manrope SemiBold"/>
            </a:endParaRPr>
          </a:p>
          <a:p>
            <a:pPr marL="0" lvl="0" indent="0" algn="ctr" rtl="0">
              <a:lnSpc>
                <a:spcPct val="115000"/>
              </a:lnSpc>
              <a:spcBef>
                <a:spcPts val="800"/>
              </a:spcBef>
              <a:spcAft>
                <a:spcPts val="0"/>
              </a:spcAft>
              <a:buClr>
                <a:srgbClr val="000000"/>
              </a:buClr>
              <a:buSzPts val="2300"/>
              <a:buFont typeface="Arial"/>
              <a:buNone/>
            </a:pPr>
            <a:r>
              <a:rPr lang="en" sz="1100">
                <a:solidFill>
                  <a:schemeClr val="dk1"/>
                </a:solidFill>
                <a:latin typeface="Manrope Light"/>
                <a:ea typeface="Manrope Light"/>
                <a:cs typeface="Manrope Light"/>
                <a:sym typeface="Manrope Light"/>
              </a:rPr>
              <a:t>Encontre todos os dados confidenciais no seu ambiente de nuvem e priorize os ativos adequadamente</a:t>
            </a:r>
            <a:endParaRPr sz="1100">
              <a:solidFill>
                <a:schemeClr val="dk1"/>
              </a:solidFill>
              <a:latin typeface="Manrope Light"/>
              <a:ea typeface="Manrope Light"/>
              <a:cs typeface="Manrope Light"/>
              <a:sym typeface="Manrope Light"/>
            </a:endParaRPr>
          </a:p>
          <a:p>
            <a:pPr marL="0" lvl="0" indent="0" algn="ctr" rtl="0">
              <a:lnSpc>
                <a:spcPct val="115000"/>
              </a:lnSpc>
              <a:spcBef>
                <a:spcPts val="0"/>
              </a:spcBef>
              <a:spcAft>
                <a:spcPts val="0"/>
              </a:spcAft>
              <a:buClr>
                <a:srgbClr val="000000"/>
              </a:buClr>
              <a:buSzPts val="2300"/>
              <a:buFont typeface="Arial"/>
              <a:buNone/>
            </a:pPr>
            <a:endParaRPr sz="1100">
              <a:solidFill>
                <a:schemeClr val="dk1"/>
              </a:solidFill>
              <a:latin typeface="Manrope Light"/>
              <a:ea typeface="Manrope Light"/>
              <a:cs typeface="Manrope Light"/>
              <a:sym typeface="Manrope Light"/>
            </a:endParaRPr>
          </a:p>
          <a:p>
            <a:pPr marL="0" lvl="0" indent="0" algn="ctr" rtl="0">
              <a:lnSpc>
                <a:spcPct val="115000"/>
              </a:lnSpc>
              <a:spcBef>
                <a:spcPts val="0"/>
              </a:spcBef>
              <a:spcAft>
                <a:spcPts val="0"/>
              </a:spcAft>
              <a:buClr>
                <a:srgbClr val="000000"/>
              </a:buClr>
              <a:buSzPts val="2300"/>
              <a:buFont typeface="Arial"/>
              <a:buNone/>
            </a:pPr>
            <a:endParaRPr sz="1100">
              <a:solidFill>
                <a:schemeClr val="dk1"/>
              </a:solidFill>
              <a:latin typeface="Manrope Light"/>
              <a:ea typeface="Manrope Light"/>
              <a:cs typeface="Manrope Light"/>
              <a:sym typeface="Manrope Light"/>
            </a:endParaRPr>
          </a:p>
        </p:txBody>
      </p:sp>
      <p:sp>
        <p:nvSpPr>
          <p:cNvPr id="566" name="Google Shape;566;p110"/>
          <p:cNvSpPr/>
          <p:nvPr/>
        </p:nvSpPr>
        <p:spPr>
          <a:xfrm>
            <a:off x="6640050" y="2699450"/>
            <a:ext cx="1945200" cy="1429800"/>
          </a:xfrm>
          <a:prstGeom prst="rect">
            <a:avLst/>
          </a:prstGeom>
          <a:noFill/>
          <a:ln>
            <a:noFill/>
          </a:ln>
        </p:spPr>
        <p:txBody>
          <a:bodyPr spcFirstLastPara="1" wrap="square" lIns="205725" tIns="0" rIns="205725" bIns="205725" anchor="t" anchorCtr="0">
            <a:noAutofit/>
          </a:bodyPr>
          <a:lstStyle/>
          <a:p>
            <a:pPr marL="0" lvl="0" indent="0" algn="ctr" rtl="0">
              <a:lnSpc>
                <a:spcPct val="90000"/>
              </a:lnSpc>
              <a:spcBef>
                <a:spcPts val="0"/>
              </a:spcBef>
              <a:spcAft>
                <a:spcPts val="0"/>
              </a:spcAft>
              <a:buClr>
                <a:srgbClr val="000000"/>
              </a:buClr>
              <a:buSzPts val="2300"/>
              <a:buFont typeface="Arial"/>
              <a:buNone/>
            </a:pPr>
            <a:r>
              <a:rPr lang="en" sz="1200">
                <a:solidFill>
                  <a:schemeClr val="dk1"/>
                </a:solidFill>
                <a:latin typeface="Manrope SemiBold"/>
                <a:ea typeface="Manrope SemiBold"/>
                <a:cs typeface="Manrope SemiBold"/>
                <a:sym typeface="Manrope SemiBold"/>
              </a:rPr>
              <a:t>Gestão de vulnerabilidades</a:t>
            </a:r>
            <a:endParaRPr sz="1200">
              <a:solidFill>
                <a:schemeClr val="dk1"/>
              </a:solidFill>
              <a:latin typeface="Manrope SemiBold"/>
              <a:ea typeface="Manrope SemiBold"/>
              <a:cs typeface="Manrope SemiBold"/>
              <a:sym typeface="Manrope SemiBold"/>
            </a:endParaRPr>
          </a:p>
          <a:p>
            <a:pPr marL="0" lvl="0" indent="0" algn="ctr" rtl="0">
              <a:lnSpc>
                <a:spcPct val="115000"/>
              </a:lnSpc>
              <a:spcBef>
                <a:spcPts val="800"/>
              </a:spcBef>
              <a:spcAft>
                <a:spcPts val="0"/>
              </a:spcAft>
              <a:buClr>
                <a:srgbClr val="000000"/>
              </a:buClr>
              <a:buSzPts val="2300"/>
              <a:buFont typeface="Arial"/>
              <a:buNone/>
            </a:pPr>
            <a:r>
              <a:rPr lang="en" sz="1100">
                <a:solidFill>
                  <a:schemeClr val="dk1"/>
                </a:solidFill>
                <a:latin typeface="Manrope Light"/>
                <a:ea typeface="Manrope Light"/>
                <a:cs typeface="Manrope Light"/>
                <a:sym typeface="Manrope Light"/>
              </a:rPr>
              <a:t>Descubra e priorize vulnerabilidades críticas que afetam os recursos como VMs, Serverless, Código e Imagens</a:t>
            </a:r>
            <a:endParaRPr sz="1100">
              <a:solidFill>
                <a:schemeClr val="dk1"/>
              </a:solidFill>
              <a:latin typeface="Manrope Light"/>
              <a:ea typeface="Manrope Light"/>
              <a:cs typeface="Manrope Light"/>
              <a:sym typeface="Manrope Light"/>
            </a:endParaRPr>
          </a:p>
          <a:p>
            <a:pPr marL="0" lvl="0" indent="0" algn="ctr" rtl="0">
              <a:lnSpc>
                <a:spcPct val="115000"/>
              </a:lnSpc>
              <a:spcBef>
                <a:spcPts val="0"/>
              </a:spcBef>
              <a:spcAft>
                <a:spcPts val="0"/>
              </a:spcAft>
              <a:buClr>
                <a:srgbClr val="000000"/>
              </a:buClr>
              <a:buSzPts val="2300"/>
              <a:buFont typeface="Arial"/>
              <a:buNone/>
            </a:pPr>
            <a:endParaRPr sz="1100">
              <a:solidFill>
                <a:schemeClr val="dk1"/>
              </a:solidFill>
              <a:latin typeface="Manrope Light"/>
              <a:ea typeface="Manrope Light"/>
              <a:cs typeface="Manrope Light"/>
              <a:sym typeface="Manrope Light"/>
            </a:endParaRPr>
          </a:p>
        </p:txBody>
      </p:sp>
      <p:sp>
        <p:nvSpPr>
          <p:cNvPr id="567" name="Google Shape;567;p110"/>
          <p:cNvSpPr/>
          <p:nvPr/>
        </p:nvSpPr>
        <p:spPr>
          <a:xfrm>
            <a:off x="5255750" y="1762191"/>
            <a:ext cx="685800" cy="685800"/>
          </a:xfrm>
          <a:prstGeom prst="rect">
            <a:avLst/>
          </a:prstGeom>
          <a:noFill/>
          <a:ln w="19050" cap="flat" cmpd="sng">
            <a:solidFill>
              <a:srgbClr val="A9B2C7"/>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800">
                <a:solidFill>
                  <a:srgbClr val="A9B2C7"/>
                </a:solidFill>
                <a:latin typeface="Mulish"/>
                <a:ea typeface="Mulish"/>
                <a:cs typeface="Mulish"/>
                <a:sym typeface="Mulish"/>
              </a:rPr>
              <a:t>ICON GOES HERE</a:t>
            </a:r>
            <a:endParaRPr sz="800">
              <a:solidFill>
                <a:srgbClr val="A9B2C7"/>
              </a:solidFill>
              <a:latin typeface="Mulish"/>
              <a:ea typeface="Mulish"/>
              <a:cs typeface="Mulish"/>
              <a:sym typeface="Mulish"/>
            </a:endParaRPr>
          </a:p>
        </p:txBody>
      </p:sp>
      <p:sp>
        <p:nvSpPr>
          <p:cNvPr id="568" name="Google Shape;568;p110"/>
          <p:cNvSpPr/>
          <p:nvPr/>
        </p:nvSpPr>
        <p:spPr>
          <a:xfrm>
            <a:off x="563750" y="543875"/>
            <a:ext cx="8043000" cy="784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0000"/>
              </a:buClr>
              <a:buSzPts val="2300"/>
              <a:buFont typeface="Arial"/>
              <a:buNone/>
            </a:pPr>
            <a:r>
              <a:rPr lang="en" sz="1000" b="1" dirty="0" err="1">
                <a:solidFill>
                  <a:schemeClr val="accent1"/>
                </a:solidFill>
                <a:latin typeface="Mulish"/>
                <a:ea typeface="Mulish"/>
                <a:cs typeface="Mulish"/>
                <a:sym typeface="Mulish"/>
              </a:rPr>
              <a:t>Criterios</a:t>
            </a:r>
            <a:r>
              <a:rPr lang="en" sz="1000" b="1" dirty="0">
                <a:solidFill>
                  <a:schemeClr val="accent1"/>
                </a:solidFill>
                <a:latin typeface="Mulish"/>
                <a:ea typeface="Mulish"/>
                <a:cs typeface="Mulish"/>
                <a:sym typeface="Mulish"/>
              </a:rPr>
              <a:t> de </a:t>
            </a:r>
            <a:r>
              <a:rPr lang="en" sz="1000" b="1" dirty="0" err="1">
                <a:solidFill>
                  <a:schemeClr val="accent1"/>
                </a:solidFill>
                <a:latin typeface="Mulish"/>
                <a:ea typeface="Mulish"/>
                <a:cs typeface="Mulish"/>
                <a:sym typeface="Mulish"/>
              </a:rPr>
              <a:t>avaliação</a:t>
            </a:r>
            <a:endParaRPr sz="2300" dirty="0">
              <a:latin typeface="Manrope SemiBold"/>
              <a:ea typeface="Manrope SemiBold"/>
              <a:cs typeface="Manrope SemiBold"/>
              <a:sym typeface="Manrope SemiBold"/>
            </a:endParaRPr>
          </a:p>
          <a:p>
            <a:pPr marL="0" lvl="0" indent="0" algn="l" rtl="0">
              <a:lnSpc>
                <a:spcPct val="90000"/>
              </a:lnSpc>
              <a:spcBef>
                <a:spcPts val="800"/>
              </a:spcBef>
              <a:spcAft>
                <a:spcPts val="0"/>
              </a:spcAft>
              <a:buClr>
                <a:srgbClr val="000000"/>
              </a:buClr>
              <a:buSzPts val="800"/>
              <a:buFont typeface="Arial"/>
              <a:buNone/>
            </a:pPr>
            <a:r>
              <a:rPr lang="en" sz="2300" dirty="0">
                <a:latin typeface="Manrope Medium"/>
                <a:ea typeface="Manrope Medium"/>
                <a:cs typeface="Manrope Medium"/>
                <a:sym typeface="Manrope Medium"/>
              </a:rPr>
              <a:t>POC Success Criteria</a:t>
            </a:r>
            <a:endParaRPr sz="2300" dirty="0">
              <a:solidFill>
                <a:srgbClr val="000000"/>
              </a:solidFill>
              <a:latin typeface="Manrope Medium"/>
              <a:ea typeface="Manrope Medium"/>
              <a:cs typeface="Manrope Medium"/>
              <a:sym typeface="Manrope Medium"/>
            </a:endParaRPr>
          </a:p>
          <a:p>
            <a:pPr marL="0" lvl="0" indent="0" algn="l" rtl="0">
              <a:lnSpc>
                <a:spcPct val="115000"/>
              </a:lnSpc>
              <a:spcBef>
                <a:spcPts val="0"/>
              </a:spcBef>
              <a:spcAft>
                <a:spcPts val="0"/>
              </a:spcAft>
              <a:buClr>
                <a:srgbClr val="000000"/>
              </a:buClr>
              <a:buSzPts val="2300"/>
              <a:buFont typeface="Arial"/>
              <a:buNone/>
            </a:pPr>
            <a:r>
              <a:rPr lang="en" sz="1300" dirty="0">
                <a:solidFill>
                  <a:schemeClr val="dk1"/>
                </a:solidFill>
                <a:highlight>
                  <a:schemeClr val="lt1"/>
                </a:highlight>
                <a:latin typeface="Manrope"/>
                <a:ea typeface="Manrope"/>
                <a:cs typeface="Manrope"/>
                <a:sym typeface="Manrope"/>
              </a:rPr>
              <a:t>A equipe </a:t>
            </a:r>
            <a:r>
              <a:rPr lang="en" sz="1300" dirty="0" err="1">
                <a:solidFill>
                  <a:schemeClr val="dk1"/>
                </a:solidFill>
                <a:highlight>
                  <a:schemeClr val="lt1"/>
                </a:highlight>
                <a:latin typeface="Manrope"/>
                <a:ea typeface="Manrope"/>
                <a:cs typeface="Manrope"/>
                <a:sym typeface="Manrope"/>
              </a:rPr>
              <a:t>identificou</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os</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seguintes</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elementos</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como</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suas</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principais</a:t>
            </a:r>
            <a:r>
              <a:rPr lang="en" sz="1300" dirty="0">
                <a:solidFill>
                  <a:schemeClr val="dk1"/>
                </a:solidFill>
                <a:highlight>
                  <a:schemeClr val="lt1"/>
                </a:highlight>
                <a:latin typeface="Manrope"/>
                <a:ea typeface="Manrope"/>
                <a:cs typeface="Manrope"/>
                <a:sym typeface="Manrope"/>
              </a:rPr>
              <a:t> </a:t>
            </a:r>
            <a:r>
              <a:rPr lang="en" sz="1300" dirty="0" err="1">
                <a:solidFill>
                  <a:schemeClr val="dk1"/>
                </a:solidFill>
                <a:highlight>
                  <a:schemeClr val="lt1"/>
                </a:highlight>
                <a:latin typeface="Manrope"/>
                <a:ea typeface="Manrope"/>
                <a:cs typeface="Manrope"/>
                <a:sym typeface="Manrope"/>
              </a:rPr>
              <a:t>prioridades</a:t>
            </a:r>
            <a:r>
              <a:rPr lang="en" sz="1300" dirty="0">
                <a:solidFill>
                  <a:schemeClr val="dk1"/>
                </a:solidFill>
                <a:highlight>
                  <a:schemeClr val="lt1"/>
                </a:highlight>
                <a:latin typeface="Manrope"/>
                <a:ea typeface="Manrope"/>
                <a:cs typeface="Manrope"/>
                <a:sym typeface="Manrope"/>
              </a:rPr>
              <a:t> para o POV:</a:t>
            </a:r>
            <a:endParaRPr sz="2300" b="1" dirty="0">
              <a:solidFill>
                <a:srgbClr val="595959"/>
              </a:solidFill>
              <a:highlight>
                <a:schemeClr val="lt1"/>
              </a:highlight>
              <a:latin typeface="Manrope"/>
              <a:ea typeface="Manrope"/>
              <a:cs typeface="Manrope"/>
              <a:sym typeface="Manrope"/>
            </a:endParaRPr>
          </a:p>
        </p:txBody>
      </p:sp>
      <p:sp>
        <p:nvSpPr>
          <p:cNvPr id="569" name="Google Shape;569;p110"/>
          <p:cNvSpPr/>
          <p:nvPr/>
        </p:nvSpPr>
        <p:spPr>
          <a:xfrm flipH="1">
            <a:off x="566444" y="1506688"/>
            <a:ext cx="80376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70" name="Google Shape;570;p110"/>
          <p:cNvSpPr/>
          <p:nvPr/>
        </p:nvSpPr>
        <p:spPr>
          <a:xfrm>
            <a:off x="5119100" y="1744725"/>
            <a:ext cx="959400" cy="824400"/>
          </a:xfrm>
          <a:prstGeom prst="rect">
            <a:avLst/>
          </a:prstGeom>
          <a:solidFill>
            <a:schemeClr val="accent1"/>
          </a:solidFill>
          <a:ln>
            <a:noFill/>
          </a:ln>
          <a:effectLst>
            <a:outerShdw blurRad="100013" dist="9525" dir="5460000" algn="bl" rotWithShape="0">
              <a:srgbClr val="000000">
                <a:alpha val="140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71" name="Google Shape;571;p110"/>
          <p:cNvPicPr preferRelativeResize="0"/>
          <p:nvPr/>
        </p:nvPicPr>
        <p:blipFill rotWithShape="1">
          <a:blip r:embed="rId3">
            <a:alphaModFix/>
          </a:blip>
          <a:srcRect/>
          <a:stretch/>
        </p:blipFill>
        <p:spPr>
          <a:xfrm>
            <a:off x="5331224" y="1784888"/>
            <a:ext cx="507875" cy="507900"/>
          </a:xfrm>
          <a:prstGeom prst="rect">
            <a:avLst/>
          </a:prstGeom>
          <a:noFill/>
          <a:ln>
            <a:noFill/>
          </a:ln>
        </p:spPr>
      </p:pic>
      <p:sp>
        <p:nvSpPr>
          <p:cNvPr id="572" name="Google Shape;572;p110"/>
          <p:cNvSpPr txBox="1"/>
          <p:nvPr/>
        </p:nvSpPr>
        <p:spPr>
          <a:xfrm>
            <a:off x="5034200" y="2120688"/>
            <a:ext cx="1101900" cy="507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
                <a:solidFill>
                  <a:schemeClr val="lt1"/>
                </a:solidFill>
                <a:latin typeface="Mulish"/>
                <a:ea typeface="Mulish"/>
                <a:cs typeface="Mulish"/>
                <a:sym typeface="Mulish"/>
              </a:rPr>
              <a:t>DATA SECURITY POSTURE MANAGEMENT </a:t>
            </a:r>
            <a:endParaRPr sz="700"/>
          </a:p>
        </p:txBody>
      </p:sp>
      <p:sp>
        <p:nvSpPr>
          <p:cNvPr id="573" name="Google Shape;573;p110"/>
          <p:cNvSpPr/>
          <p:nvPr/>
        </p:nvSpPr>
        <p:spPr>
          <a:xfrm>
            <a:off x="1092500" y="1744725"/>
            <a:ext cx="959100" cy="824400"/>
          </a:xfrm>
          <a:prstGeom prst="rect">
            <a:avLst/>
          </a:prstGeom>
          <a:solidFill>
            <a:srgbClr val="0080FF"/>
          </a:solidFill>
          <a:ln>
            <a:noFill/>
          </a:ln>
          <a:effectLst>
            <a:outerShdw blurRad="100013" dist="9525" dir="5460000" algn="bl" rotWithShape="0">
              <a:srgbClr val="000000">
                <a:alpha val="140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74" name="Google Shape;574;p110"/>
          <p:cNvPicPr preferRelativeResize="0"/>
          <p:nvPr/>
        </p:nvPicPr>
        <p:blipFill rotWithShape="1">
          <a:blip r:embed="rId4">
            <a:alphaModFix/>
          </a:blip>
          <a:srcRect/>
          <a:stretch/>
        </p:blipFill>
        <p:spPr>
          <a:xfrm>
            <a:off x="1315323" y="1818299"/>
            <a:ext cx="498225" cy="498225"/>
          </a:xfrm>
          <a:prstGeom prst="rect">
            <a:avLst/>
          </a:prstGeom>
          <a:noFill/>
          <a:ln>
            <a:noFill/>
          </a:ln>
        </p:spPr>
      </p:pic>
      <p:sp>
        <p:nvSpPr>
          <p:cNvPr id="575" name="Google Shape;575;p110"/>
          <p:cNvSpPr/>
          <p:nvPr/>
        </p:nvSpPr>
        <p:spPr>
          <a:xfrm>
            <a:off x="1095838" y="2251350"/>
            <a:ext cx="937200" cy="2469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700">
                <a:solidFill>
                  <a:srgbClr val="FFFFFF"/>
                </a:solidFill>
                <a:latin typeface="Mulish"/>
                <a:ea typeface="Mulish"/>
                <a:cs typeface="Mulish"/>
                <a:sym typeface="Mulish"/>
              </a:rPr>
              <a:t>CLOUD INVENTORY</a:t>
            </a:r>
            <a:endParaRPr sz="700">
              <a:solidFill>
                <a:srgbClr val="FFFFFF"/>
              </a:solidFill>
              <a:latin typeface="Mulish"/>
              <a:ea typeface="Mulish"/>
              <a:cs typeface="Mulish"/>
              <a:sym typeface="Mulish"/>
            </a:endParaRPr>
          </a:p>
        </p:txBody>
      </p:sp>
      <p:sp>
        <p:nvSpPr>
          <p:cNvPr id="576" name="Google Shape;576;p110"/>
          <p:cNvSpPr/>
          <p:nvPr/>
        </p:nvSpPr>
        <p:spPr>
          <a:xfrm>
            <a:off x="3119850" y="1744725"/>
            <a:ext cx="959100" cy="824400"/>
          </a:xfrm>
          <a:prstGeom prst="rect">
            <a:avLst/>
          </a:prstGeom>
          <a:solidFill>
            <a:srgbClr val="0080FF"/>
          </a:solidFill>
          <a:ln>
            <a:noFill/>
          </a:ln>
          <a:effectLst>
            <a:outerShdw blurRad="100013" dist="9525" dir="5460000" algn="bl" rotWithShape="0">
              <a:srgbClr val="000000">
                <a:alpha val="140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pic>
        <p:nvPicPr>
          <p:cNvPr id="577" name="Google Shape;577;p110"/>
          <p:cNvPicPr preferRelativeResize="0"/>
          <p:nvPr/>
        </p:nvPicPr>
        <p:blipFill rotWithShape="1">
          <a:blip r:embed="rId5">
            <a:alphaModFix/>
          </a:blip>
          <a:srcRect/>
          <a:stretch/>
        </p:blipFill>
        <p:spPr>
          <a:xfrm>
            <a:off x="3303624" y="1757399"/>
            <a:ext cx="563200" cy="563200"/>
          </a:xfrm>
          <a:prstGeom prst="rect">
            <a:avLst/>
          </a:prstGeom>
          <a:noFill/>
          <a:ln>
            <a:noFill/>
          </a:ln>
        </p:spPr>
      </p:pic>
      <p:sp>
        <p:nvSpPr>
          <p:cNvPr id="578" name="Google Shape;578;p110"/>
          <p:cNvSpPr/>
          <p:nvPr/>
        </p:nvSpPr>
        <p:spPr>
          <a:xfrm>
            <a:off x="3153012" y="2251350"/>
            <a:ext cx="892800" cy="2469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700">
                <a:solidFill>
                  <a:srgbClr val="FFFFFF"/>
                </a:solidFill>
                <a:latin typeface="Mulish"/>
                <a:ea typeface="Mulish"/>
                <a:cs typeface="Mulish"/>
                <a:sym typeface="Mulish"/>
              </a:rPr>
              <a:t>CLOUD POSTURE MANAGEMENT</a:t>
            </a:r>
            <a:endParaRPr sz="700">
              <a:solidFill>
                <a:srgbClr val="FFFFFF"/>
              </a:solidFill>
              <a:latin typeface="Mulish"/>
              <a:ea typeface="Mulish"/>
              <a:cs typeface="Mulish"/>
              <a:sym typeface="Mulish"/>
            </a:endParaRPr>
          </a:p>
        </p:txBody>
      </p:sp>
      <p:sp>
        <p:nvSpPr>
          <p:cNvPr id="579" name="Google Shape;579;p110"/>
          <p:cNvSpPr/>
          <p:nvPr/>
        </p:nvSpPr>
        <p:spPr>
          <a:xfrm>
            <a:off x="7151488" y="1747575"/>
            <a:ext cx="952800" cy="818700"/>
          </a:xfrm>
          <a:prstGeom prst="rect">
            <a:avLst/>
          </a:prstGeom>
          <a:solidFill>
            <a:schemeClr val="accent1"/>
          </a:solidFill>
          <a:ln>
            <a:noFill/>
          </a:ln>
          <a:effectLst>
            <a:outerShdw blurRad="100013" dist="9525" dir="5460000" algn="bl" rotWithShape="0">
              <a:srgbClr val="000000">
                <a:alpha val="140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80" name="Google Shape;580;p110"/>
          <p:cNvSpPr/>
          <p:nvPr/>
        </p:nvSpPr>
        <p:spPr>
          <a:xfrm>
            <a:off x="7171286" y="2267242"/>
            <a:ext cx="952800" cy="215100"/>
          </a:xfrm>
          <a:prstGeom prst="rect">
            <a:avLst/>
          </a:prstGeom>
          <a:no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sz="700">
                <a:solidFill>
                  <a:schemeClr val="lt1"/>
                </a:solidFill>
                <a:latin typeface="Mulish"/>
                <a:ea typeface="Mulish"/>
                <a:cs typeface="Mulish"/>
                <a:sym typeface="Mulish"/>
              </a:rPr>
              <a:t>VULNERABILITY MANAGEMENT</a:t>
            </a:r>
            <a:endParaRPr sz="700">
              <a:solidFill>
                <a:schemeClr val="lt1"/>
              </a:solidFill>
              <a:latin typeface="Mulish"/>
              <a:ea typeface="Mulish"/>
              <a:cs typeface="Mulish"/>
              <a:sym typeface="Mulish"/>
            </a:endParaRPr>
          </a:p>
        </p:txBody>
      </p:sp>
      <p:pic>
        <p:nvPicPr>
          <p:cNvPr id="581" name="Google Shape;581;p110"/>
          <p:cNvPicPr preferRelativeResize="0"/>
          <p:nvPr/>
        </p:nvPicPr>
        <p:blipFill rotWithShape="1">
          <a:blip r:embed="rId6">
            <a:alphaModFix/>
          </a:blip>
          <a:srcRect/>
          <a:stretch/>
        </p:blipFill>
        <p:spPr>
          <a:xfrm>
            <a:off x="7355063" y="1746396"/>
            <a:ext cx="585216" cy="58521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111"/>
          <p:cNvSpPr/>
          <p:nvPr/>
        </p:nvSpPr>
        <p:spPr>
          <a:xfrm>
            <a:off x="561200" y="570550"/>
            <a:ext cx="28515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Vulnerabilities</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Vulnerability Mgmt</a:t>
            </a:r>
            <a:endParaRPr sz="2300">
              <a:solidFill>
                <a:schemeClr val="dk1"/>
              </a:solidFill>
              <a:latin typeface="Manrope Medium"/>
              <a:ea typeface="Manrope Medium"/>
              <a:cs typeface="Manrope Medium"/>
              <a:sym typeface="Manrope Medium"/>
            </a:endParaRPr>
          </a:p>
          <a:p>
            <a:pPr marL="342900" lvl="0" indent="-234950" algn="l" rtl="0">
              <a:lnSpc>
                <a:spcPct val="112000"/>
              </a:lnSpc>
              <a:spcBef>
                <a:spcPts val="140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Avaliação de vulnerabilidade baseada em contexto:</a:t>
            </a:r>
            <a:endParaRPr sz="1300">
              <a:solidFill>
                <a:schemeClr val="dk1"/>
              </a:solidFill>
              <a:latin typeface="Manrope SemiBold"/>
              <a:ea typeface="Manrope SemiBold"/>
              <a:cs typeface="Manrope SemiBold"/>
              <a:sym typeface="Manrope SemiBold"/>
            </a:endParaRPr>
          </a:p>
          <a:p>
            <a:pPr marL="457200" lvl="0" indent="0" algn="l" rtl="0">
              <a:lnSpc>
                <a:spcPct val="112000"/>
              </a:lnSpc>
              <a:spcBef>
                <a:spcPts val="0"/>
              </a:spcBef>
              <a:spcAft>
                <a:spcPts val="0"/>
              </a:spcAft>
              <a:buNone/>
            </a:pPr>
            <a:r>
              <a:rPr lang="en" sz="1000">
                <a:solidFill>
                  <a:schemeClr val="dk1"/>
                </a:solidFill>
                <a:latin typeface="Manrope"/>
                <a:ea typeface="Manrope"/>
                <a:cs typeface="Manrope"/>
                <a:sym typeface="Manrope"/>
              </a:rPr>
              <a:t>Examine rapidamente todo o seu ambiente, priorize as poucas vulnerabilidades que realmente importam e entenda como corrigi-las.</a:t>
            </a:r>
            <a:br>
              <a:rPr lang="en" sz="1000">
                <a:solidFill>
                  <a:schemeClr val="dk1"/>
                </a:solidFill>
                <a:latin typeface="Manrope"/>
                <a:ea typeface="Manrope"/>
                <a:cs typeface="Manrope"/>
                <a:sym typeface="Manrope"/>
              </a:rPr>
            </a:br>
            <a:endParaRPr sz="1200">
              <a:solidFill>
                <a:schemeClr val="dk1"/>
              </a:solidFill>
              <a:latin typeface="Manrope SemiBold"/>
              <a:ea typeface="Manrope SemiBold"/>
              <a:cs typeface="Manrope SemiBold"/>
              <a:sym typeface="Manrope SemiBold"/>
            </a:endParaRPr>
          </a:p>
          <a:p>
            <a:pPr marL="0" lvl="0" indent="0" algn="l" rtl="0">
              <a:lnSpc>
                <a:spcPct val="112000"/>
              </a:lnSpc>
              <a:spcBef>
                <a:spcPts val="0"/>
              </a:spcBef>
              <a:spcAft>
                <a:spcPts val="0"/>
              </a:spcAft>
              <a:buNone/>
            </a:pPr>
            <a:r>
              <a:rPr lang="en" sz="1200">
                <a:solidFill>
                  <a:schemeClr val="dk1"/>
                </a:solidFill>
                <a:latin typeface="Manrope SemiBold"/>
                <a:ea typeface="Manrope SemiBold"/>
                <a:cs typeface="Manrope SemiBold"/>
                <a:sym typeface="Manrope SemiBold"/>
              </a:rPr>
              <a:t>Top Findings:</a:t>
            </a: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{{metrics.vuln.exposed_crit_high_sensitive}} vulnerabilidades críticas ou altas em assets expostos com dados sensíveis</a:t>
            </a:r>
            <a:endParaRPr sz="1200">
              <a:solidFill>
                <a:schemeClr val="dk1"/>
              </a:solidFill>
              <a:latin typeface="Manrope SemiBold"/>
              <a:ea typeface="Manrope SemiBold"/>
              <a:cs typeface="Manrope SemiBold"/>
              <a:sym typeface="Manrope SemiBold"/>
            </a:endParaRPr>
          </a:p>
          <a:p>
            <a:pPr marL="685800" lvl="1" indent="-234950" algn="l" rtl="0">
              <a:lnSpc>
                <a:spcPct val="112000"/>
              </a:lnSpc>
              <a:spcBef>
                <a:spcPts val="0"/>
              </a:spcBef>
              <a:spcAft>
                <a:spcPts val="0"/>
              </a:spcAft>
              <a:buClr>
                <a:schemeClr val="dk1"/>
              </a:buClr>
              <a:buSzPts val="1100"/>
              <a:buFont typeface="Manrope SemiBold"/>
              <a:buChar char="○"/>
            </a:pPr>
            <a:r>
              <a:rPr lang="en" sz="1100">
                <a:solidFill>
                  <a:srgbClr val="000000"/>
                </a:solidFill>
                <a:latin typeface="Manrope"/>
                <a:ea typeface="Manrope"/>
                <a:cs typeface="Manrope"/>
                <a:sym typeface="Manrope"/>
              </a:rPr>
              <a:t>{{metrics.vuln.exposed_crit_high}} vulnerabilidades críticas ou altas em assets expostos</a:t>
            </a:r>
            <a:endParaRPr sz="11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{{metrics.vuln.critical_with_fix}} vulnerabilidades críticas com fix disponível</a:t>
            </a:r>
            <a:endParaRPr sz="1200">
              <a:solidFill>
                <a:schemeClr val="dk1"/>
              </a:solidFill>
              <a:latin typeface="Manrope SemiBold"/>
              <a:ea typeface="Manrope SemiBold"/>
              <a:cs typeface="Manrope SemiBold"/>
              <a:sym typeface="Manrope SemiBold"/>
            </a:endParaRPr>
          </a:p>
          <a:p>
            <a:pPr marL="685800" lvl="1" indent="-234950" algn="l" rtl="0">
              <a:lnSpc>
                <a:spcPct val="112000"/>
              </a:lnSpc>
              <a:spcBef>
                <a:spcPts val="0"/>
              </a:spcBef>
              <a:spcAft>
                <a:spcPts val="0"/>
              </a:spcAft>
              <a:buClr>
                <a:schemeClr val="dk1"/>
              </a:buClr>
              <a:buSzPts val="1100"/>
              <a:buFont typeface="Manrope"/>
              <a:buChar char="○"/>
            </a:pPr>
            <a:r>
              <a:rPr lang="en" sz="1100" u="sng">
                <a:solidFill>
                  <a:srgbClr val="000000"/>
                </a:solidFill>
                <a:latin typeface="Manrope"/>
                <a:ea typeface="Manrope"/>
                <a:cs typeface="Manrope"/>
                <a:sym typeface="Manrope"/>
              </a:rPr>
              <a:t>{{metrics.vuln.high_with_fix}} vulnerabilidades altas com fix disponível</a:t>
            </a:r>
            <a:endParaRPr sz="1100">
              <a:solidFill>
                <a:schemeClr val="dk1"/>
              </a:solidFill>
              <a:latin typeface="Manrope"/>
              <a:ea typeface="Manrope"/>
              <a:cs typeface="Manrope"/>
              <a:sym typeface="Manrope"/>
            </a:endParaRPr>
          </a:p>
          <a:p>
            <a:pPr marL="685800" lvl="1" indent="-234950" algn="l" rtl="0">
              <a:lnSpc>
                <a:spcPct val="112000"/>
              </a:lnSpc>
              <a:spcBef>
                <a:spcPts val="0"/>
              </a:spcBef>
              <a:spcAft>
                <a:spcPts val="0"/>
              </a:spcAft>
              <a:buClr>
                <a:schemeClr val="dk1"/>
              </a:buClr>
              <a:buSzPts val="1100"/>
              <a:buFont typeface="Manrope"/>
              <a:buChar char="○"/>
            </a:pPr>
            <a:r>
              <a:rPr lang="en" sz="1100" u="sng">
                <a:solidFill>
                  <a:srgbClr val="000000"/>
                </a:solidFill>
                <a:latin typeface="Manrope"/>
                <a:ea typeface="Manrope"/>
                <a:cs typeface="Manrope"/>
                <a:sym typeface="Manrope"/>
              </a:rPr>
              <a:t>Total {{metrics.vuln.total}} vulnerabilidades</a:t>
            </a:r>
            <a:endParaRPr sz="1100" b="1">
              <a:solidFill>
                <a:schemeClr val="accent1"/>
              </a:solidFill>
              <a:latin typeface="Mulish"/>
              <a:ea typeface="Mulish"/>
              <a:cs typeface="Mulish"/>
              <a:sym typeface="Mulish"/>
            </a:endParaRPr>
          </a:p>
        </p:txBody>
      </p:sp>
      <p:pic>
        <p:nvPicPr>
          <p:cNvPr id="587" name="img_vuln_dashboard"/>
          <p:cNvPicPr preferRelativeResize="0"/>
          <p:nvPr/>
        </p:nvPicPr>
        <p:blipFill>
          <a:blip r:embed="rId3">
            <a:alphaModFix/>
          </a:blip>
          <a:stretch>
            <a:fillRect/>
          </a:stretch>
        </p:blipFill>
        <p:spPr>
          <a:xfrm>
            <a:off x="3573300" y="1150025"/>
            <a:ext cx="5426500" cy="275292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112"/>
          <p:cNvSpPr/>
          <p:nvPr/>
        </p:nvSpPr>
        <p:spPr>
          <a:xfrm>
            <a:off x="561200" y="570550"/>
            <a:ext cx="31491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Visibility &amp; Prioritization</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Asset Discovery</a:t>
            </a:r>
            <a:endParaRPr sz="2300">
              <a:solidFill>
                <a:schemeClr val="dk1"/>
              </a:solidFill>
              <a:latin typeface="Manrope Medium"/>
              <a:ea typeface="Manrope Medium"/>
              <a:cs typeface="Manrope Medium"/>
              <a:sym typeface="Manrope Medium"/>
            </a:endParaRPr>
          </a:p>
          <a:p>
            <a:pPr marL="342900" lvl="0" indent="-234950" algn="l" rtl="0">
              <a:lnSpc>
                <a:spcPct val="105000"/>
              </a:lnSpc>
              <a:spcBef>
                <a:spcPts val="1400"/>
              </a:spcBef>
              <a:spcAft>
                <a:spcPts val="0"/>
              </a:spcAft>
              <a:buSzPts val="1100"/>
              <a:buFont typeface="Manrope"/>
              <a:buChar char="●"/>
            </a:pPr>
            <a:r>
              <a:rPr lang="en" sz="1200">
                <a:solidFill>
                  <a:schemeClr val="dk1"/>
                </a:solidFill>
                <a:latin typeface="Manrope SemiBold"/>
                <a:ea typeface="Manrope SemiBold"/>
                <a:cs typeface="Manrope SemiBold"/>
                <a:sym typeface="Manrope SemiBold"/>
              </a:rPr>
              <a:t>Inventario</a:t>
            </a:r>
            <a:r>
              <a:rPr lang="en" sz="1200">
                <a:latin typeface="Manrope SemiBold"/>
                <a:ea typeface="Manrope SemiBold"/>
                <a:cs typeface="Manrope SemiBold"/>
                <a:sym typeface="Manrope SemiBold"/>
              </a:rPr>
              <a:t> </a:t>
            </a:r>
            <a:endParaRPr sz="1200">
              <a:latin typeface="Manrope SemiBold"/>
              <a:ea typeface="Manrope SemiBold"/>
              <a:cs typeface="Manrope SemiBold"/>
              <a:sym typeface="Manrope SemiBold"/>
            </a:endParaRPr>
          </a:p>
          <a:p>
            <a:pPr marL="685800" lvl="1" indent="-215900" algn="l" rtl="0">
              <a:lnSpc>
                <a:spcPct val="105000"/>
              </a:lnSpc>
              <a:spcBef>
                <a:spcPts val="1000"/>
              </a:spcBef>
              <a:spcAft>
                <a:spcPts val="0"/>
              </a:spcAft>
              <a:buSzPts val="800"/>
              <a:buFont typeface="Manrope"/>
              <a:buChar char="○"/>
            </a:pPr>
            <a:r>
              <a:rPr lang="en" sz="1000" u="sng">
                <a:solidFill>
                  <a:srgbClr val="000000"/>
                </a:solidFill>
                <a:latin typeface="Manrope"/>
                <a:ea typeface="Manrope"/>
                <a:cs typeface="Manrope"/>
                <a:sym typeface="Manrope"/>
              </a:rPr>
              <a:t>{{metrics.assets.malware}} ativos com malware</a:t>
            </a:r>
            <a:endParaRPr sz="1000">
              <a:latin typeface="Manrope"/>
              <a:ea typeface="Manrope"/>
              <a:cs typeface="Manrope"/>
              <a:sym typeface="Manrope"/>
            </a:endParaRPr>
          </a:p>
          <a:p>
            <a:pPr marL="685800" lvl="1" indent="-215900" algn="l" rtl="0">
              <a:lnSpc>
                <a:spcPct val="105000"/>
              </a:lnSpc>
              <a:spcBef>
                <a:spcPts val="1000"/>
              </a:spcBef>
              <a:spcAft>
                <a:spcPts val="0"/>
              </a:spcAft>
              <a:buSzPts val="800"/>
              <a:buFont typeface="Manrope"/>
              <a:buChar char="○"/>
            </a:pPr>
            <a:r>
              <a:rPr lang="en" sz="1000" u="sng">
                <a:solidFill>
                  <a:srgbClr val="000000"/>
                </a:solidFill>
                <a:latin typeface="Manrope"/>
                <a:ea typeface="Manrope"/>
                <a:cs typeface="Manrope"/>
                <a:sym typeface="Manrope"/>
              </a:rPr>
              <a:t>{{metrics.assets.critical_exposed}} ativos com risco crítico expostos ao mundo</a:t>
            </a:r>
            <a:endParaRPr sz="1000">
              <a:latin typeface="Manrope"/>
              <a:ea typeface="Manrope"/>
              <a:cs typeface="Manrope"/>
              <a:sym typeface="Manrope"/>
            </a:endParaRPr>
          </a:p>
          <a:p>
            <a:pPr marL="685800" lvl="1" indent="-215900" algn="l" rtl="0">
              <a:lnSpc>
                <a:spcPct val="105000"/>
              </a:lnSpc>
              <a:spcBef>
                <a:spcPts val="1000"/>
              </a:spcBef>
              <a:spcAft>
                <a:spcPts val="0"/>
              </a:spcAft>
              <a:buSzPts val="800"/>
              <a:buFont typeface="Manrope"/>
              <a:buChar char="○"/>
            </a:pPr>
            <a:r>
              <a:rPr lang="en" sz="1000" u="sng">
                <a:solidFill>
                  <a:srgbClr val="000000"/>
                </a:solidFill>
                <a:latin typeface="Manrope"/>
                <a:ea typeface="Manrope"/>
                <a:cs typeface="Manrope"/>
                <a:sym typeface="Manrope"/>
              </a:rPr>
              <a:t>{{metrics.assets.critical}} ativos com risco crítico</a:t>
            </a:r>
            <a:endParaRPr sz="1000">
              <a:latin typeface="Manrope"/>
              <a:ea typeface="Manrope"/>
              <a:cs typeface="Manrope"/>
              <a:sym typeface="Manrope"/>
            </a:endParaRPr>
          </a:p>
          <a:p>
            <a:pPr marL="685800" lvl="1" indent="-228600" algn="l" rtl="0">
              <a:lnSpc>
                <a:spcPct val="105000"/>
              </a:lnSpc>
              <a:spcBef>
                <a:spcPts val="1000"/>
              </a:spcBef>
              <a:spcAft>
                <a:spcPts val="0"/>
              </a:spcAft>
              <a:buSzPts val="1000"/>
              <a:buFont typeface="Manrope"/>
              <a:buChar char="○"/>
            </a:pPr>
            <a:r>
              <a:rPr lang="en" sz="1000" u="sng">
                <a:solidFill>
                  <a:srgbClr val="000000"/>
                </a:solidFill>
                <a:latin typeface="Manrope"/>
                <a:ea typeface="Manrope"/>
                <a:cs typeface="Manrope"/>
                <a:sym typeface="Manrope"/>
              </a:rPr>
              <a:t>{{metrics.assets.high_exposed}} ativos com risco alto expostos ao mundo</a:t>
            </a:r>
            <a:endParaRPr sz="1000">
              <a:latin typeface="Manrope"/>
              <a:ea typeface="Manrope"/>
              <a:cs typeface="Manrope"/>
              <a:sym typeface="Manrope"/>
            </a:endParaRPr>
          </a:p>
          <a:p>
            <a:pPr marL="685800" lvl="1" indent="-228600" algn="l" rtl="0">
              <a:lnSpc>
                <a:spcPct val="105000"/>
              </a:lnSpc>
              <a:spcBef>
                <a:spcPts val="1000"/>
              </a:spcBef>
              <a:spcAft>
                <a:spcPts val="0"/>
              </a:spcAft>
              <a:buSzPts val="1000"/>
              <a:buFont typeface="Manrope"/>
              <a:buChar char="○"/>
            </a:pPr>
            <a:r>
              <a:rPr lang="en" sz="1000" u="sng">
                <a:solidFill>
                  <a:srgbClr val="000000"/>
                </a:solidFill>
                <a:latin typeface="Manrope"/>
                <a:ea typeface="Manrope"/>
                <a:cs typeface="Manrope"/>
                <a:sym typeface="Manrope"/>
              </a:rPr>
              <a:t>{{metrics.assets.high}} ativos com risco alto</a:t>
            </a:r>
            <a:endParaRPr sz="1000">
              <a:latin typeface="Manrope"/>
              <a:ea typeface="Manrope"/>
              <a:cs typeface="Manrope"/>
              <a:sym typeface="Manrope"/>
            </a:endParaRPr>
          </a:p>
        </p:txBody>
      </p:sp>
      <p:pic>
        <p:nvPicPr>
          <p:cNvPr id="593" name="img_inventory"/>
          <p:cNvPicPr preferRelativeResize="0"/>
          <p:nvPr/>
        </p:nvPicPr>
        <p:blipFill>
          <a:blip r:embed="rId3">
            <a:alphaModFix/>
          </a:blip>
          <a:stretch>
            <a:fillRect/>
          </a:stretch>
        </p:blipFill>
        <p:spPr>
          <a:xfrm>
            <a:off x="3862700" y="626675"/>
            <a:ext cx="5128900" cy="34635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113"/>
          <p:cNvSpPr/>
          <p:nvPr/>
        </p:nvSpPr>
        <p:spPr>
          <a:xfrm>
            <a:off x="561200" y="570550"/>
            <a:ext cx="27624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Identity and Access</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Access Mgmt</a:t>
            </a:r>
            <a:endParaRPr sz="2300">
              <a:solidFill>
                <a:schemeClr val="dk1"/>
              </a:solidFill>
              <a:latin typeface="Manrope Medium"/>
              <a:ea typeface="Manrope Medium"/>
              <a:cs typeface="Manrope Medium"/>
              <a:sym typeface="Manrope Medium"/>
            </a:endParaRPr>
          </a:p>
          <a:p>
            <a:pPr marL="342900" lvl="0" indent="-234950" algn="l" rtl="0">
              <a:lnSpc>
                <a:spcPct val="112000"/>
              </a:lnSpc>
              <a:spcBef>
                <a:spcPts val="140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Aplicação do privilégio mínimo:</a:t>
            </a:r>
            <a:endParaRPr sz="1300">
              <a:solidFill>
                <a:schemeClr val="dk1"/>
              </a:solidFill>
              <a:latin typeface="Manrope SemiBold"/>
              <a:ea typeface="Manrope SemiBold"/>
              <a:cs typeface="Manrope SemiBold"/>
              <a:sym typeface="Manrope SemiBold"/>
            </a:endParaRPr>
          </a:p>
          <a:p>
            <a:pPr marL="457200" lvl="0" indent="0" algn="l" rtl="0">
              <a:lnSpc>
                <a:spcPct val="112000"/>
              </a:lnSpc>
              <a:spcBef>
                <a:spcPts val="0"/>
              </a:spcBef>
              <a:spcAft>
                <a:spcPts val="0"/>
              </a:spcAft>
              <a:buNone/>
            </a:pPr>
            <a:r>
              <a:rPr lang="en" sz="1000">
                <a:solidFill>
                  <a:schemeClr val="dk1"/>
                </a:solidFill>
                <a:latin typeface="Manrope"/>
                <a:ea typeface="Manrope"/>
                <a:cs typeface="Manrope"/>
                <a:sym typeface="Manrope"/>
              </a:rPr>
              <a:t>Avalie quais identidades têm permissões excessivas, quais serviços elas estão usando e exatamente como limitá-las ao que elas realmente precisam.</a:t>
            </a:r>
            <a:endParaRPr sz="1000">
              <a:solidFill>
                <a:schemeClr val="dk1"/>
              </a:solidFill>
              <a:latin typeface="Manrope"/>
              <a:ea typeface="Manrope"/>
              <a:cs typeface="Manrope"/>
              <a:sym typeface="Manrope"/>
            </a:endParaRPr>
          </a:p>
          <a:p>
            <a:pPr marL="457200" lvl="0" indent="0" algn="l" rtl="0">
              <a:lnSpc>
                <a:spcPct val="112000"/>
              </a:lnSpc>
              <a:spcBef>
                <a:spcPts val="0"/>
              </a:spcBef>
              <a:spcAft>
                <a:spcPts val="0"/>
              </a:spcAft>
              <a:buNone/>
            </a:pPr>
            <a:endParaRPr sz="1000">
              <a:solidFill>
                <a:schemeClr val="dk1"/>
              </a:solidFill>
              <a:latin typeface="Manrope"/>
              <a:ea typeface="Manrope"/>
              <a:cs typeface="Manrope"/>
              <a:sym typeface="Manrope"/>
            </a:endParaRPr>
          </a:p>
          <a:p>
            <a:pPr marL="342900" lvl="0" indent="-234950" algn="l" rtl="0">
              <a:lnSpc>
                <a:spcPct val="112000"/>
              </a:lnSpc>
              <a:spcBef>
                <a:spcPts val="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Top Findings:</a:t>
            </a:r>
            <a:endParaRPr sz="1300">
              <a:solidFill>
                <a:schemeClr val="dk1"/>
              </a:solidFill>
              <a:latin typeface="Manrope SemiBold"/>
              <a:ea typeface="Manrope SemiBold"/>
              <a:cs typeface="Manrope SemiBold"/>
              <a:sym typeface="Manrope SemiBold"/>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{{metrics.iam.permissive_identities}} identidades com acesso permissivo</a:t>
            </a:r>
            <a:endParaRPr sz="1000">
              <a:solidFill>
                <a:srgbClr val="FF0000"/>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{{metrics.iam.attack_path_identities}} identidades que fazem parte de um caminho de ataque</a:t>
            </a:r>
            <a:endParaRPr sz="1000">
              <a:solidFill>
                <a:schemeClr val="dk1"/>
              </a:solidFill>
              <a:latin typeface="Manrope"/>
              <a:ea typeface="Manrope"/>
              <a:cs typeface="Manrope"/>
              <a:sym typeface="Manrope"/>
            </a:endParaRPr>
          </a:p>
        </p:txBody>
      </p:sp>
      <p:pic>
        <p:nvPicPr>
          <p:cNvPr id="599" name="Google Shape;599;p113"/>
          <p:cNvPicPr preferRelativeResize="0"/>
          <p:nvPr/>
        </p:nvPicPr>
        <p:blipFill>
          <a:blip r:embed="rId3">
            <a:alphaModFix/>
          </a:blip>
          <a:stretch>
            <a:fillRect/>
          </a:stretch>
        </p:blipFill>
        <p:spPr>
          <a:xfrm>
            <a:off x="3467825" y="454975"/>
            <a:ext cx="5515599" cy="38951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114"/>
          <p:cNvSpPr/>
          <p:nvPr/>
        </p:nvSpPr>
        <p:spPr>
          <a:xfrm>
            <a:off x="561200" y="570550"/>
            <a:ext cx="27624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Compliance Reporting</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Cloud Compliance</a:t>
            </a:r>
            <a:endParaRPr sz="2300">
              <a:solidFill>
                <a:schemeClr val="dk1"/>
              </a:solidFill>
              <a:latin typeface="Manrope Medium"/>
              <a:ea typeface="Manrope Medium"/>
              <a:cs typeface="Manrope Medium"/>
              <a:sym typeface="Manrope Medium"/>
            </a:endParaRPr>
          </a:p>
          <a:p>
            <a:pPr marL="342900" lvl="0" indent="-234950" algn="l" rtl="0">
              <a:lnSpc>
                <a:spcPct val="112000"/>
              </a:lnSpc>
              <a:spcBef>
                <a:spcPts val="140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Acompanhamento do progresso da conformidade:</a:t>
            </a:r>
            <a:endParaRPr sz="1300">
              <a:solidFill>
                <a:schemeClr val="dk1"/>
              </a:solidFill>
              <a:latin typeface="Manrope SemiBold"/>
              <a:ea typeface="Manrope SemiBold"/>
              <a:cs typeface="Manrope SemiBold"/>
              <a:sym typeface="Manrope SemiBold"/>
            </a:endParaRPr>
          </a:p>
          <a:p>
            <a:pPr marL="457200" lvl="0" indent="0" algn="l" rtl="0">
              <a:lnSpc>
                <a:spcPct val="112000"/>
              </a:lnSpc>
              <a:spcBef>
                <a:spcPts val="0"/>
              </a:spcBef>
              <a:spcAft>
                <a:spcPts val="0"/>
              </a:spcAft>
              <a:buNone/>
            </a:pPr>
            <a:r>
              <a:rPr lang="en" sz="1000">
                <a:solidFill>
                  <a:schemeClr val="dk1"/>
                </a:solidFill>
                <a:latin typeface="Manrope"/>
                <a:ea typeface="Manrope"/>
                <a:cs typeface="Manrope"/>
                <a:sym typeface="Manrope"/>
              </a:rPr>
              <a:t>Acompanhe facilmente seu progresso de conformidade em mais de 200 estruturas prontas para uso ou crie uma estrutura personalizada para se adequar ao seu ambiente.</a:t>
            </a:r>
            <a:br>
              <a:rPr lang="en" sz="1000">
                <a:solidFill>
                  <a:schemeClr val="dk1"/>
                </a:solidFill>
                <a:latin typeface="Manrope"/>
                <a:ea typeface="Manrope"/>
                <a:cs typeface="Manrope"/>
                <a:sym typeface="Manrope"/>
              </a:rPr>
            </a:br>
            <a:endParaRPr sz="1200">
              <a:solidFill>
                <a:schemeClr val="dk1"/>
              </a:solidFill>
              <a:latin typeface="Manrope SemiBold"/>
              <a:ea typeface="Manrope SemiBold"/>
              <a:cs typeface="Manrope SemiBold"/>
              <a:sym typeface="Manrope SemiBold"/>
            </a:endParaRPr>
          </a:p>
          <a:p>
            <a:pPr marL="342900" lvl="0" indent="-234950" algn="l" rtl="0">
              <a:lnSpc>
                <a:spcPct val="112000"/>
              </a:lnSpc>
              <a:spcBef>
                <a:spcPts val="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Customer Compliance:</a:t>
            </a:r>
            <a:endParaRPr sz="1200">
              <a:solidFill>
                <a:schemeClr val="dk1"/>
              </a:solidFill>
              <a:latin typeface="Manrope SemiBold"/>
              <a:ea typeface="Manrope SemiBold"/>
              <a:cs typeface="Manrope SemiBold"/>
              <a:sym typeface="Manrope SemiBold"/>
            </a:endParaRPr>
          </a:p>
          <a:p>
            <a:pPr marL="685800" lvl="1" indent="-228600" algn="l" rtl="0">
              <a:lnSpc>
                <a:spcPct val="112000"/>
              </a:lnSpc>
              <a:spcBef>
                <a:spcPts val="0"/>
              </a:spcBef>
              <a:spcAft>
                <a:spcPts val="0"/>
              </a:spcAft>
              <a:buClr>
                <a:schemeClr val="dk1"/>
              </a:buClr>
              <a:buSzPts val="1000"/>
              <a:buFont typeface="Manrope SemiBold"/>
              <a:buChar char="○"/>
            </a:pPr>
            <a:r>
              <a:rPr lang="en" sz="1000">
                <a:solidFill>
                  <a:schemeClr val="dk1"/>
                </a:solidFill>
                <a:latin typeface="Manrope SemiBold"/>
                <a:ea typeface="Manrope SemiBold"/>
                <a:cs typeface="Manrope SemiBold"/>
                <a:sym typeface="Manrope SemiBold"/>
              </a:rPr>
              <a:t>24 controles avaliados</a:t>
            </a:r>
            <a:endParaRPr sz="1000">
              <a:solidFill>
                <a:schemeClr val="dk1"/>
              </a:solidFill>
              <a:latin typeface="Manrope SemiBold"/>
              <a:ea typeface="Manrope SemiBold"/>
              <a:cs typeface="Manrope SemiBold"/>
              <a:sym typeface="Manrope SemiBold"/>
            </a:endParaRPr>
          </a:p>
          <a:p>
            <a:pPr marL="685800" lvl="1" indent="-228600" algn="l" rtl="0">
              <a:lnSpc>
                <a:spcPct val="112000"/>
              </a:lnSpc>
              <a:spcBef>
                <a:spcPts val="0"/>
              </a:spcBef>
              <a:spcAft>
                <a:spcPts val="0"/>
              </a:spcAft>
              <a:buClr>
                <a:schemeClr val="dk1"/>
              </a:buClr>
              <a:buSzPts val="1000"/>
              <a:buFont typeface="Manrope"/>
              <a:buChar char="○"/>
            </a:pPr>
            <a:r>
              <a:rPr lang="en" sz="1000">
                <a:solidFill>
                  <a:schemeClr val="dk1"/>
                </a:solidFill>
                <a:latin typeface="Manrope"/>
                <a:ea typeface="Manrope"/>
                <a:cs typeface="Manrope"/>
                <a:sym typeface="Manrope"/>
              </a:rPr>
              <a:t>AWS CIS Found. - 77%</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a:solidFill>
                  <a:schemeClr val="dk1"/>
                </a:solidFill>
                <a:latin typeface="Manrope"/>
                <a:ea typeface="Manrope"/>
                <a:cs typeface="Manrope"/>
                <a:sym typeface="Manrope"/>
              </a:rPr>
              <a:t>AWS Foundation Sec. - 49%</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a:solidFill>
                  <a:schemeClr val="dk1"/>
                </a:solidFill>
                <a:latin typeface="Manrope"/>
                <a:ea typeface="Manrope"/>
                <a:cs typeface="Manrope"/>
                <a:sym typeface="Manrope"/>
              </a:rPr>
              <a:t>AWS Well Architected Framework - 50%</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chemeClr val="hlink"/>
                </a:solidFill>
                <a:latin typeface="Manrope"/>
                <a:ea typeface="Manrope"/>
                <a:cs typeface="Manrope"/>
                <a:sym typeface="Manrope"/>
              </a:rPr>
              <a:t>More…</a:t>
            </a:r>
            <a:endParaRPr sz="1000">
              <a:solidFill>
                <a:schemeClr val="dk1"/>
              </a:solidFill>
              <a:latin typeface="Manrope"/>
              <a:ea typeface="Manrope"/>
              <a:cs typeface="Manrope"/>
              <a:sym typeface="Manrope"/>
            </a:endParaRPr>
          </a:p>
          <a:p>
            <a:pPr marL="0" lvl="0" indent="0" algn="l" rtl="0">
              <a:lnSpc>
                <a:spcPct val="112000"/>
              </a:lnSpc>
              <a:spcBef>
                <a:spcPts val="0"/>
              </a:spcBef>
              <a:spcAft>
                <a:spcPts val="900"/>
              </a:spcAft>
              <a:buNone/>
            </a:pPr>
            <a:endParaRPr sz="1000" b="1">
              <a:solidFill>
                <a:schemeClr val="accent1"/>
              </a:solidFill>
              <a:latin typeface="Mulish"/>
              <a:ea typeface="Mulish"/>
              <a:cs typeface="Mulish"/>
              <a:sym typeface="Mulish"/>
            </a:endParaRPr>
          </a:p>
        </p:txBody>
      </p:sp>
      <p:pic>
        <p:nvPicPr>
          <p:cNvPr id="605" name="Google Shape;605;p114"/>
          <p:cNvPicPr preferRelativeResize="0"/>
          <p:nvPr/>
        </p:nvPicPr>
        <p:blipFill>
          <a:blip r:embed="rId3">
            <a:alphaModFix/>
          </a:blip>
          <a:stretch>
            <a:fillRect/>
          </a:stretch>
        </p:blipFill>
        <p:spPr>
          <a:xfrm>
            <a:off x="3476000" y="152400"/>
            <a:ext cx="5515598" cy="45506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115"/>
          <p:cNvSpPr/>
          <p:nvPr/>
        </p:nvSpPr>
        <p:spPr>
          <a:xfrm>
            <a:off x="561200" y="570550"/>
            <a:ext cx="31194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Top Findings</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Alertas de maior risco</a:t>
            </a:r>
            <a:br>
              <a:rPr lang="en" sz="1000">
                <a:solidFill>
                  <a:schemeClr val="dk1"/>
                </a:solidFill>
                <a:latin typeface="Manrope"/>
                <a:ea typeface="Manrope"/>
                <a:cs typeface="Manrope"/>
                <a:sym typeface="Manrope"/>
              </a:rPr>
            </a:br>
            <a:endParaRPr sz="1200">
              <a:solidFill>
                <a:schemeClr val="dk1"/>
              </a:solidFill>
              <a:latin typeface="Manrope SemiBold"/>
              <a:ea typeface="Manrope SemiBold"/>
              <a:cs typeface="Manrope SemiBold"/>
              <a:sym typeface="Manrope SemiBold"/>
            </a:endParaRPr>
          </a:p>
          <a:p>
            <a:pPr marL="342900" lvl="0" indent="-234950" algn="l" rtl="0">
              <a:lnSpc>
                <a:spcPct val="112000"/>
              </a:lnSpc>
              <a:spcBef>
                <a:spcPts val="1400"/>
              </a:spcBef>
              <a:spcAft>
                <a:spcPts val="0"/>
              </a:spcAft>
              <a:buClr>
                <a:schemeClr val="dk1"/>
              </a:buClr>
              <a:buSzPts val="1100"/>
              <a:buFont typeface="Manrope"/>
              <a:buChar char="●"/>
            </a:pPr>
            <a:r>
              <a:rPr lang="en" sz="1200">
                <a:solidFill>
                  <a:srgbClr val="000000"/>
                </a:solidFill>
                <a:latin typeface="Manrope SemiBold"/>
                <a:ea typeface="Manrope SemiBold"/>
                <a:cs typeface="Manrope SemiBold"/>
                <a:sym typeface="Manrope SemiBold"/>
              </a:rPr>
              <a:t>{{metrics.findings.crit_high_exposed_sensitive}} alertas críticos e altos em assets expostos com dados sensíveis</a:t>
            </a: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{{metrics.findings.dspm_crit_high}} alertas críticos e altos de DSPM</a:t>
            </a: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{{metrics.findings.validated_sensitive_data}} dados sensíveis validados pela Orca</a:t>
            </a: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{{metrics.findings.high_impact_attack_paths}} attack paths de alto impacto</a:t>
            </a:r>
            <a:endParaRPr sz="1200">
              <a:solidFill>
                <a:schemeClr val="dk1"/>
              </a:solidFill>
              <a:latin typeface="Manrope SemiBold"/>
              <a:ea typeface="Manrope SemiBold"/>
              <a:cs typeface="Manrope SemiBold"/>
              <a:sym typeface="Manrope SemiBold"/>
            </a:endParaRPr>
          </a:p>
          <a:p>
            <a:pPr marL="342900" lvl="0" indent="-241300" algn="l" rtl="0">
              <a:lnSpc>
                <a:spcPct val="112000"/>
              </a:lnSpc>
              <a:spcBef>
                <a:spcPts val="0"/>
              </a:spcBef>
              <a:spcAft>
                <a:spcPts val="0"/>
              </a:spcAft>
              <a:buClr>
                <a:schemeClr val="dk1"/>
              </a:buClr>
              <a:buSzPts val="1200"/>
              <a:buFont typeface="Manrope SemiBold"/>
              <a:buChar char="●"/>
            </a:pPr>
            <a:r>
              <a:rPr lang="en" sz="1200">
                <a:solidFill>
                  <a:srgbClr val="000000"/>
                </a:solidFill>
                <a:latin typeface="Manrope SemiBold"/>
                <a:ea typeface="Manrope SemiBold"/>
                <a:cs typeface="Manrope SemiBold"/>
                <a:sym typeface="Manrope SemiBold"/>
              </a:rPr>
              <a:t>{{metrics.findings.malware_crit_high}} alertas críticos e altos de malware</a:t>
            </a:r>
            <a:endParaRPr sz="1200">
              <a:solidFill>
                <a:schemeClr val="dk1"/>
              </a:solidFill>
              <a:latin typeface="Manrope SemiBold"/>
              <a:ea typeface="Manrope SemiBold"/>
              <a:cs typeface="Manrope SemiBold"/>
              <a:sym typeface="Manrope SemiBold"/>
            </a:endParaRPr>
          </a:p>
        </p:txBody>
      </p:sp>
      <p:pic>
        <p:nvPicPr>
          <p:cNvPr id="611" name="Google Shape;611;p115"/>
          <p:cNvPicPr preferRelativeResize="0"/>
          <p:nvPr/>
        </p:nvPicPr>
        <p:blipFill>
          <a:blip r:embed="rId3">
            <a:alphaModFix/>
          </a:blip>
          <a:stretch>
            <a:fillRect/>
          </a:stretch>
        </p:blipFill>
        <p:spPr>
          <a:xfrm>
            <a:off x="3833000" y="305050"/>
            <a:ext cx="5158598" cy="429689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116"/>
          <p:cNvSpPr/>
          <p:nvPr/>
        </p:nvSpPr>
        <p:spPr>
          <a:xfrm>
            <a:off x="425225" y="556050"/>
            <a:ext cx="2939100" cy="4031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b="1">
                <a:solidFill>
                  <a:schemeClr val="accent1"/>
                </a:solidFill>
                <a:latin typeface="Mulish"/>
                <a:ea typeface="Mulish"/>
                <a:cs typeface="Mulish"/>
                <a:sym typeface="Mulish"/>
              </a:rPr>
              <a:t>AppSec</a:t>
            </a:r>
            <a:endParaRPr sz="1000" b="1">
              <a:solidFill>
                <a:schemeClr val="accent1"/>
              </a:solidFill>
              <a:latin typeface="Mulish"/>
              <a:ea typeface="Mulish"/>
              <a:cs typeface="Mulish"/>
              <a:sym typeface="Mulish"/>
            </a:endParaRPr>
          </a:p>
          <a:p>
            <a:pPr marL="0" lvl="0" indent="0" algn="l" rtl="0">
              <a:spcBef>
                <a:spcPts val="800"/>
              </a:spcBef>
              <a:spcAft>
                <a:spcPts val="0"/>
              </a:spcAft>
              <a:buNone/>
            </a:pPr>
            <a:r>
              <a:rPr lang="en" sz="2300">
                <a:solidFill>
                  <a:schemeClr val="dk1"/>
                </a:solidFill>
                <a:latin typeface="Manrope Medium"/>
                <a:ea typeface="Manrope Medium"/>
                <a:cs typeface="Manrope Medium"/>
                <a:sym typeface="Manrope Medium"/>
              </a:rPr>
              <a:t>Application Security</a:t>
            </a:r>
            <a:endParaRPr sz="2300">
              <a:solidFill>
                <a:schemeClr val="dk1"/>
              </a:solidFill>
              <a:latin typeface="Manrope Medium"/>
              <a:ea typeface="Manrope Medium"/>
              <a:cs typeface="Manrope Medium"/>
              <a:sym typeface="Manrope Medium"/>
            </a:endParaRPr>
          </a:p>
          <a:p>
            <a:pPr marL="342900" lvl="0" indent="-234950" algn="l" rtl="0">
              <a:lnSpc>
                <a:spcPct val="112000"/>
              </a:lnSpc>
              <a:spcBef>
                <a:spcPts val="140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Aplicação do privilégio mínimo:</a:t>
            </a:r>
            <a:endParaRPr sz="1300">
              <a:solidFill>
                <a:schemeClr val="dk1"/>
              </a:solidFill>
              <a:latin typeface="Manrope SemiBold"/>
              <a:ea typeface="Manrope SemiBold"/>
              <a:cs typeface="Manrope SemiBold"/>
              <a:sym typeface="Manrope SemiBold"/>
            </a:endParaRPr>
          </a:p>
          <a:p>
            <a:pPr marL="457200" lvl="0" indent="0" algn="l" rtl="0">
              <a:lnSpc>
                <a:spcPct val="112000"/>
              </a:lnSpc>
              <a:spcBef>
                <a:spcPts val="0"/>
              </a:spcBef>
              <a:spcAft>
                <a:spcPts val="0"/>
              </a:spcAft>
              <a:buNone/>
            </a:pPr>
            <a:r>
              <a:rPr lang="en" sz="1000">
                <a:solidFill>
                  <a:schemeClr val="dk1"/>
                </a:solidFill>
                <a:latin typeface="Manrope"/>
                <a:ea typeface="Manrope"/>
                <a:cs typeface="Manrope"/>
                <a:sym typeface="Manrope"/>
              </a:rPr>
              <a:t>Avalie quais identidades têm permissões excessivas, quais serviços elas estão usando e exatamente como limitá-las ao que elas realmente precisam.</a:t>
            </a:r>
            <a:endParaRPr sz="1000">
              <a:solidFill>
                <a:schemeClr val="dk1"/>
              </a:solidFill>
              <a:latin typeface="Manrope"/>
              <a:ea typeface="Manrope"/>
              <a:cs typeface="Manrope"/>
              <a:sym typeface="Manrope"/>
            </a:endParaRPr>
          </a:p>
          <a:p>
            <a:pPr marL="457200" lvl="0" indent="0" algn="l" rtl="0">
              <a:lnSpc>
                <a:spcPct val="112000"/>
              </a:lnSpc>
              <a:spcBef>
                <a:spcPts val="0"/>
              </a:spcBef>
              <a:spcAft>
                <a:spcPts val="0"/>
              </a:spcAft>
              <a:buNone/>
            </a:pPr>
            <a:endParaRPr sz="1000">
              <a:solidFill>
                <a:schemeClr val="dk1"/>
              </a:solidFill>
              <a:latin typeface="Manrope"/>
              <a:ea typeface="Manrope"/>
              <a:cs typeface="Manrope"/>
              <a:sym typeface="Manrope"/>
            </a:endParaRPr>
          </a:p>
          <a:p>
            <a:pPr marL="342900" lvl="0" indent="-234950" algn="l" rtl="0">
              <a:lnSpc>
                <a:spcPct val="112000"/>
              </a:lnSpc>
              <a:spcBef>
                <a:spcPts val="0"/>
              </a:spcBef>
              <a:spcAft>
                <a:spcPts val="0"/>
              </a:spcAft>
              <a:buClr>
                <a:schemeClr val="dk1"/>
              </a:buClr>
              <a:buSzPts val="1100"/>
              <a:buFont typeface="Manrope"/>
              <a:buChar char="●"/>
            </a:pPr>
            <a:r>
              <a:rPr lang="en" sz="1200">
                <a:solidFill>
                  <a:schemeClr val="dk1"/>
                </a:solidFill>
                <a:latin typeface="Manrope SemiBold"/>
                <a:ea typeface="Manrope SemiBold"/>
                <a:cs typeface="Manrope SemiBold"/>
                <a:sym typeface="Manrope SemiBold"/>
              </a:rPr>
              <a:t>Top Findings:</a:t>
            </a:r>
            <a:endParaRPr sz="1300">
              <a:solidFill>
                <a:schemeClr val="dk1"/>
              </a:solidFill>
              <a:latin typeface="Manrope SemiBold"/>
              <a:ea typeface="Manrope SemiBold"/>
              <a:cs typeface="Manrope SemiBold"/>
              <a:sym typeface="Manrope SemiBold"/>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{{metrics.appsec.critical_alerts}} alertas críticos identificados em {{metrics.appsec.repos_with_critical}} repositórios</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{{metrics.appsec.high_alerts}} alertas altos identificados em {{metrics.appsec.repos_with_high}} repositórios</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{{metrics.appsec.sensitive_crit_high_alerts}} alertas de dados sensíveis críticos e altos identificados em {{metrics.appsec.repos_with_sensitive_crit_high}} repositórios</a:t>
            </a:r>
            <a:endParaRPr sz="1000">
              <a:solidFill>
                <a:schemeClr val="dk1"/>
              </a:solidFill>
              <a:latin typeface="Manrope"/>
              <a:ea typeface="Manrope"/>
              <a:cs typeface="Manrope"/>
              <a:sym typeface="Manrope"/>
            </a:endParaRPr>
          </a:p>
          <a:p>
            <a:pPr marL="685800" lvl="1" indent="-228600" algn="l" rtl="0">
              <a:lnSpc>
                <a:spcPct val="112000"/>
              </a:lnSpc>
              <a:spcBef>
                <a:spcPts val="0"/>
              </a:spcBef>
              <a:spcAft>
                <a:spcPts val="0"/>
              </a:spcAft>
              <a:buClr>
                <a:schemeClr val="dk1"/>
              </a:buClr>
              <a:buSzPts val="1000"/>
              <a:buFont typeface="Manrope"/>
              <a:buChar char="○"/>
            </a:pPr>
            <a:r>
              <a:rPr lang="en" sz="1000" u="sng">
                <a:solidFill>
                  <a:srgbClr val="000000"/>
                </a:solidFill>
                <a:latin typeface="Manrope"/>
                <a:ea typeface="Manrope"/>
                <a:cs typeface="Manrope"/>
                <a:sym typeface="Manrope"/>
              </a:rPr>
              <a:t>{{metrics.appsec.repos_with_deployed_assets}} repositórios com recursos de infraestrutura mapeados com ambiente de produção</a:t>
            </a:r>
            <a:endParaRPr sz="1000">
              <a:solidFill>
                <a:schemeClr val="dk1"/>
              </a:solidFill>
              <a:latin typeface="Manrope"/>
              <a:ea typeface="Manrope"/>
              <a:cs typeface="Manrope"/>
              <a:sym typeface="Manrope"/>
            </a:endParaRPr>
          </a:p>
        </p:txBody>
      </p:sp>
      <p:pic>
        <p:nvPicPr>
          <p:cNvPr id="617" name="Google Shape;617;p116"/>
          <p:cNvPicPr preferRelativeResize="0"/>
          <p:nvPr/>
        </p:nvPicPr>
        <p:blipFill>
          <a:blip r:embed="rId7">
            <a:alphaModFix/>
          </a:blip>
          <a:stretch>
            <a:fillRect/>
          </a:stretch>
        </p:blipFill>
        <p:spPr>
          <a:xfrm>
            <a:off x="3516725" y="315950"/>
            <a:ext cx="5474873" cy="40263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117"/>
          <p:cNvSpPr txBox="1">
            <a:spLocks noGrp="1"/>
          </p:cNvSpPr>
          <p:nvPr>
            <p:ph type="title"/>
          </p:nvPr>
        </p:nvSpPr>
        <p:spPr>
          <a:xfrm>
            <a:off x="1280160" y="2252400"/>
            <a:ext cx="7159200" cy="662400"/>
          </a:xfrm>
          <a:prstGeom prst="rect">
            <a:avLst/>
          </a:prstGeom>
        </p:spPr>
        <p:txBody>
          <a:bodyPr spcFirstLastPara="1" wrap="square" lIns="0" tIns="0" rIns="0" bIns="0" anchor="ctr" anchorCtr="0">
            <a:normAutofit fontScale="90000"/>
          </a:bodyPr>
          <a:lstStyle/>
          <a:p>
            <a:pPr marL="0" lvl="0" indent="0" algn="l" rtl="0">
              <a:spcBef>
                <a:spcPts val="0"/>
              </a:spcBef>
              <a:spcAft>
                <a:spcPts val="0"/>
              </a:spcAft>
              <a:buNone/>
            </a:pPr>
            <a:r>
              <a:rPr lang="en"/>
              <a:t>Pontos adicionais</a:t>
            </a:r>
            <a:endParaRPr/>
          </a:p>
          <a:p>
            <a:pPr marL="0" lvl="0" indent="0" algn="l" rtl="0">
              <a:spcBef>
                <a:spcPts val="0"/>
              </a:spcBef>
              <a:spcAft>
                <a:spcPts val="0"/>
              </a:spcAft>
              <a:buNone/>
            </a:pPr>
            <a:r>
              <a:rPr lang="en" sz="1867"/>
              <a:t>Runtime Protection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626"/>
        <p:cNvGrpSpPr/>
        <p:nvPr/>
      </p:nvGrpSpPr>
      <p:grpSpPr>
        <a:xfrm>
          <a:off x="0" y="0"/>
          <a:ext cx="0" cy="0"/>
          <a:chOff x="0" y="0"/>
          <a:chExt cx="0" cy="0"/>
        </a:xfrm>
      </p:grpSpPr>
      <p:sp>
        <p:nvSpPr>
          <p:cNvPr id="627" name="Google Shape;627;p118"/>
          <p:cNvSpPr/>
          <p:nvPr/>
        </p:nvSpPr>
        <p:spPr>
          <a:xfrm>
            <a:off x="408800" y="341950"/>
            <a:ext cx="8024400" cy="403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300"/>
              <a:buFont typeface="Arial"/>
              <a:buNone/>
            </a:pPr>
            <a:r>
              <a:rPr lang="en" sz="1000" b="1">
                <a:solidFill>
                  <a:schemeClr val="accent1"/>
                </a:solidFill>
                <a:latin typeface="Mulish"/>
                <a:ea typeface="Mulish"/>
                <a:cs typeface="Mulish"/>
                <a:sym typeface="Mulish"/>
              </a:rPr>
              <a:t>APPLICATION SECURITY</a:t>
            </a:r>
            <a:endParaRPr sz="1000">
              <a:solidFill>
                <a:srgbClr val="000000"/>
              </a:solidFill>
              <a:latin typeface="Mulish SemiBold"/>
              <a:ea typeface="Mulish SemiBold"/>
              <a:cs typeface="Mulish SemiBold"/>
              <a:sym typeface="Mulish SemiBold"/>
            </a:endParaRPr>
          </a:p>
          <a:p>
            <a:pPr marL="0" marR="0" lvl="0" indent="0" algn="l" rtl="0">
              <a:lnSpc>
                <a:spcPct val="100000"/>
              </a:lnSpc>
              <a:spcBef>
                <a:spcPts val="800"/>
              </a:spcBef>
              <a:spcAft>
                <a:spcPts val="0"/>
              </a:spcAft>
              <a:buClr>
                <a:srgbClr val="000000"/>
              </a:buClr>
              <a:buSzPts val="2300"/>
              <a:buFont typeface="Arial"/>
              <a:buNone/>
            </a:pPr>
            <a:r>
              <a:rPr lang="en" sz="2300">
                <a:solidFill>
                  <a:schemeClr val="dk1"/>
                </a:solidFill>
                <a:latin typeface="Manrope Medium"/>
                <a:ea typeface="Manrope Medium"/>
                <a:cs typeface="Manrope Medium"/>
                <a:sym typeface="Manrope Medium"/>
              </a:rPr>
              <a:t>O que é Application Security?</a:t>
            </a:r>
            <a:endParaRPr sz="2300">
              <a:solidFill>
                <a:schemeClr val="dk1"/>
              </a:solidFill>
              <a:latin typeface="Manrope Medium"/>
              <a:ea typeface="Manrope Medium"/>
              <a:cs typeface="Manrope Medium"/>
              <a:sym typeface="Manrope Medium"/>
            </a:endParaRPr>
          </a:p>
          <a:p>
            <a:pPr marL="342900" marR="0" lvl="0" indent="0" algn="l" rtl="0">
              <a:lnSpc>
                <a:spcPct val="112000"/>
              </a:lnSpc>
              <a:spcBef>
                <a:spcPts val="1400"/>
              </a:spcBef>
              <a:spcAft>
                <a:spcPts val="900"/>
              </a:spcAft>
              <a:buNone/>
            </a:pPr>
            <a:endParaRPr sz="1100">
              <a:solidFill>
                <a:schemeClr val="dk1"/>
              </a:solidFill>
              <a:latin typeface="Mulish Light"/>
              <a:ea typeface="Mulish Light"/>
              <a:cs typeface="Mulish Light"/>
              <a:sym typeface="Mulish Light"/>
            </a:endParaRPr>
          </a:p>
        </p:txBody>
      </p:sp>
      <p:pic>
        <p:nvPicPr>
          <p:cNvPr id="628" name="Google Shape;628;p118"/>
          <p:cNvPicPr preferRelativeResize="0"/>
          <p:nvPr/>
        </p:nvPicPr>
        <p:blipFill>
          <a:blip r:embed="rId3">
            <a:alphaModFix/>
          </a:blip>
          <a:stretch>
            <a:fillRect/>
          </a:stretch>
        </p:blipFill>
        <p:spPr>
          <a:xfrm>
            <a:off x="29425" y="1365643"/>
            <a:ext cx="2580815" cy="2500316"/>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pic>
        <p:nvPicPr>
          <p:cNvPr id="629" name="Google Shape;629;p118"/>
          <p:cNvPicPr preferRelativeResize="0"/>
          <p:nvPr/>
        </p:nvPicPr>
        <p:blipFill>
          <a:blip r:embed="rId4">
            <a:alphaModFix/>
          </a:blip>
          <a:stretch>
            <a:fillRect/>
          </a:stretch>
        </p:blipFill>
        <p:spPr>
          <a:xfrm>
            <a:off x="2229262" y="2571757"/>
            <a:ext cx="2580815" cy="2500316"/>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pic>
        <p:nvPicPr>
          <p:cNvPr id="630" name="Google Shape;630;p118"/>
          <p:cNvPicPr preferRelativeResize="0"/>
          <p:nvPr/>
        </p:nvPicPr>
        <p:blipFill>
          <a:blip r:embed="rId5">
            <a:alphaModFix/>
          </a:blip>
          <a:stretch>
            <a:fillRect/>
          </a:stretch>
        </p:blipFill>
        <p:spPr>
          <a:xfrm>
            <a:off x="4429074" y="1270950"/>
            <a:ext cx="2602376" cy="2521183"/>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pic>
        <p:nvPicPr>
          <p:cNvPr id="631" name="Google Shape;631;p118"/>
          <p:cNvPicPr preferRelativeResize="0"/>
          <p:nvPr/>
        </p:nvPicPr>
        <p:blipFill>
          <a:blip r:embed="rId6">
            <a:alphaModFix/>
          </a:blip>
          <a:stretch>
            <a:fillRect/>
          </a:stretch>
        </p:blipFill>
        <p:spPr>
          <a:xfrm>
            <a:off x="6541625" y="2622325"/>
            <a:ext cx="2602376" cy="2521175"/>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sp>
        <p:nvSpPr>
          <p:cNvPr id="632" name="Google Shape;632;p118"/>
          <p:cNvSpPr txBox="1"/>
          <p:nvPr/>
        </p:nvSpPr>
        <p:spPr>
          <a:xfrm>
            <a:off x="754851" y="2955700"/>
            <a:ext cx="2858700" cy="432600"/>
          </a:xfrm>
          <a:prstGeom prst="rect">
            <a:avLst/>
          </a:prstGeom>
          <a:gradFill>
            <a:gsLst>
              <a:gs pos="0">
                <a:srgbClr val="9EABC6">
                  <a:alpha val="50000"/>
                </a:srgbClr>
              </a:gs>
              <a:gs pos="14000">
                <a:srgbClr val="9EABC6">
                  <a:alpha val="50000"/>
                </a:srgbClr>
              </a:gs>
              <a:gs pos="48000">
                <a:srgbClr val="0080FF">
                  <a:alpha val="50000"/>
                </a:srgbClr>
              </a:gs>
              <a:gs pos="100000">
                <a:srgbClr val="0080FF">
                  <a:alpha val="50000"/>
                </a:srgbClr>
              </a:gs>
            </a:gsLst>
            <a:lin ang="11399568"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Mulish"/>
                <a:ea typeface="Mulish"/>
                <a:cs typeface="Mulish"/>
                <a:sym typeface="Mulish"/>
              </a:rPr>
              <a:t>CNAPP</a:t>
            </a:r>
            <a:endParaRPr sz="1900" b="1">
              <a:solidFill>
                <a:schemeClr val="lt1"/>
              </a:solidFill>
              <a:latin typeface="Mulish"/>
              <a:ea typeface="Mulish"/>
              <a:cs typeface="Mulish"/>
              <a:sym typeface="Mulish"/>
            </a:endParaRPr>
          </a:p>
        </p:txBody>
      </p:sp>
      <p:sp>
        <p:nvSpPr>
          <p:cNvPr id="633" name="Google Shape;633;p118"/>
          <p:cNvSpPr txBox="1"/>
          <p:nvPr/>
        </p:nvSpPr>
        <p:spPr>
          <a:xfrm>
            <a:off x="5178987" y="2955707"/>
            <a:ext cx="2858700" cy="432600"/>
          </a:xfrm>
          <a:prstGeom prst="rect">
            <a:avLst/>
          </a:prstGeom>
          <a:gradFill>
            <a:gsLst>
              <a:gs pos="0">
                <a:srgbClr val="9EABC6">
                  <a:alpha val="50000"/>
                </a:srgbClr>
              </a:gs>
              <a:gs pos="14000">
                <a:srgbClr val="9EABC6">
                  <a:alpha val="50000"/>
                </a:srgbClr>
              </a:gs>
              <a:gs pos="48000">
                <a:srgbClr val="0080FF">
                  <a:alpha val="50000"/>
                </a:srgbClr>
              </a:gs>
              <a:gs pos="100000">
                <a:srgbClr val="0080FF">
                  <a:alpha val="50000"/>
                </a:srgbClr>
              </a:gs>
            </a:gsLst>
            <a:lin ang="11399568"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900" b="1">
                <a:solidFill>
                  <a:schemeClr val="lt1"/>
                </a:solidFill>
                <a:latin typeface="Mulish"/>
                <a:ea typeface="Mulish"/>
                <a:cs typeface="Mulish"/>
                <a:sym typeface="Mulish"/>
              </a:rPr>
              <a:t>AppSec</a:t>
            </a:r>
            <a:endParaRPr sz="1900" b="1">
              <a:solidFill>
                <a:schemeClr val="lt1"/>
              </a:solidFill>
              <a:latin typeface="Mulish"/>
              <a:ea typeface="Mulish"/>
              <a:cs typeface="Mulish"/>
              <a:sym typeface="Mulish"/>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8"/>
                                        </p:tgtEl>
                                        <p:attrNameLst>
                                          <p:attrName>style.visibility</p:attrName>
                                        </p:attrNameLst>
                                      </p:cBhvr>
                                      <p:to>
                                        <p:strVal val="visible"/>
                                      </p:to>
                                    </p:set>
                                    <p:anim calcmode="lin" valueType="num">
                                      <p:cBhvr additive="base">
                                        <p:cTn id="7" dur="1000"/>
                                        <p:tgtEl>
                                          <p:spTgt spid="628"/>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29"/>
                                        </p:tgtEl>
                                        <p:attrNameLst>
                                          <p:attrName>style.visibility</p:attrName>
                                        </p:attrNameLst>
                                      </p:cBhvr>
                                      <p:to>
                                        <p:strVal val="visible"/>
                                      </p:to>
                                    </p:set>
                                    <p:anim calcmode="lin" valueType="num">
                                      <p:cBhvr additive="base">
                                        <p:cTn id="12" dur="1000"/>
                                        <p:tgtEl>
                                          <p:spTgt spid="629"/>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0"/>
                                        </p:tgtEl>
                                        <p:attrNameLst>
                                          <p:attrName>style.visibility</p:attrName>
                                        </p:attrNameLst>
                                      </p:cBhvr>
                                      <p:to>
                                        <p:strVal val="visible"/>
                                      </p:to>
                                    </p:set>
                                    <p:anim calcmode="lin" valueType="num">
                                      <p:cBhvr additive="base">
                                        <p:cTn id="17" dur="1000"/>
                                        <p:tgtEl>
                                          <p:spTgt spid="630"/>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31"/>
                                        </p:tgtEl>
                                        <p:attrNameLst>
                                          <p:attrName>style.visibility</p:attrName>
                                        </p:attrNameLst>
                                      </p:cBhvr>
                                      <p:to>
                                        <p:strVal val="visible"/>
                                      </p:to>
                                    </p:set>
                                    <p:anim calcmode="lin" valueType="num">
                                      <p:cBhvr additive="base">
                                        <p:cTn id="22" dur="1000"/>
                                        <p:tgtEl>
                                          <p:spTgt spid="631"/>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637"/>
        <p:cNvGrpSpPr/>
        <p:nvPr/>
      </p:nvGrpSpPr>
      <p:grpSpPr>
        <a:xfrm>
          <a:off x="0" y="0"/>
          <a:ext cx="0" cy="0"/>
          <a:chOff x="0" y="0"/>
          <a:chExt cx="0" cy="0"/>
        </a:xfrm>
      </p:grpSpPr>
      <p:sp>
        <p:nvSpPr>
          <p:cNvPr id="638" name="Google Shape;638;p119"/>
          <p:cNvSpPr/>
          <p:nvPr/>
        </p:nvSpPr>
        <p:spPr>
          <a:xfrm>
            <a:off x="5256575" y="0"/>
            <a:ext cx="3251700" cy="514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300">
                <a:solidFill>
                  <a:schemeClr val="dk1"/>
                </a:solidFill>
                <a:latin typeface="Montserrat Medium"/>
                <a:ea typeface="Montserrat Medium"/>
                <a:cs typeface="Montserrat Medium"/>
                <a:sym typeface="Montserrat Medium"/>
              </a:rPr>
              <a:t>Application Security </a:t>
            </a:r>
            <a:endParaRPr sz="2300">
              <a:solidFill>
                <a:schemeClr val="dk1"/>
              </a:solidFill>
              <a:latin typeface="Montserrat Medium"/>
              <a:ea typeface="Montserrat Medium"/>
              <a:cs typeface="Montserrat Medium"/>
              <a:sym typeface="Montserrat Medium"/>
            </a:endParaRPr>
          </a:p>
          <a:p>
            <a:pPr marL="342900" marR="0" lvl="0" indent="-234950" algn="l" rtl="0">
              <a:lnSpc>
                <a:spcPct val="112000"/>
              </a:lnSpc>
              <a:spcBef>
                <a:spcPts val="1200"/>
              </a:spcBef>
              <a:spcAft>
                <a:spcPts val="0"/>
              </a:spcAft>
              <a:buClr>
                <a:schemeClr val="dk1"/>
              </a:buClr>
              <a:buSzPts val="1100"/>
              <a:buChar char="﹢"/>
            </a:pPr>
            <a:r>
              <a:rPr lang="en" sz="1100">
                <a:solidFill>
                  <a:schemeClr val="dk1"/>
                </a:solidFill>
                <a:latin typeface="Mulish SemiBold"/>
                <a:ea typeface="Mulish SemiBold"/>
                <a:cs typeface="Mulish SemiBold"/>
                <a:sym typeface="Mulish SemiBold"/>
              </a:rPr>
              <a:t>Conecte o risco de desenvolvimento com a produção</a:t>
            </a:r>
            <a:br>
              <a:rPr lang="en" sz="1200">
                <a:solidFill>
                  <a:schemeClr val="dk1"/>
                </a:solidFill>
                <a:latin typeface="Mulish SemiBold"/>
                <a:ea typeface="Mulish SemiBold"/>
                <a:cs typeface="Mulish SemiBold"/>
                <a:sym typeface="Mulish SemiBold"/>
              </a:rPr>
            </a:br>
            <a:r>
              <a:rPr lang="en" sz="1000">
                <a:solidFill>
                  <a:schemeClr val="dk1"/>
                </a:solidFill>
                <a:latin typeface="Mulish Light"/>
                <a:ea typeface="Mulish Light"/>
                <a:cs typeface="Mulish Light"/>
                <a:sym typeface="Mulish Light"/>
              </a:rPr>
              <a:t>Rastreie os riscos da nuvem até suas origens de código e obtenha visibilidade total em todo o ciclo de vida do aplicativo.</a:t>
            </a:r>
            <a:endParaRPr sz="1000">
              <a:solidFill>
                <a:schemeClr val="dk1"/>
              </a:solidFill>
              <a:latin typeface="Mulish Light"/>
              <a:ea typeface="Mulish Light"/>
              <a:cs typeface="Mulish Light"/>
              <a:sym typeface="Mulish Light"/>
            </a:endParaRPr>
          </a:p>
          <a:p>
            <a:pPr marL="342900" marR="0" lvl="0" indent="-234950" algn="l" rtl="0">
              <a:lnSpc>
                <a:spcPct val="112000"/>
              </a:lnSpc>
              <a:spcBef>
                <a:spcPts val="900"/>
              </a:spcBef>
              <a:spcAft>
                <a:spcPts val="0"/>
              </a:spcAft>
              <a:buClr>
                <a:schemeClr val="dk1"/>
              </a:buClr>
              <a:buSzPts val="1100"/>
              <a:buChar char="﹢"/>
            </a:pPr>
            <a:r>
              <a:rPr lang="en" sz="1100">
                <a:solidFill>
                  <a:schemeClr val="dk1"/>
                </a:solidFill>
                <a:latin typeface="Mulish SemiBold"/>
                <a:ea typeface="Mulish SemiBold"/>
                <a:cs typeface="Mulish SemiBold"/>
                <a:sym typeface="Mulish SemiBold"/>
              </a:rPr>
              <a:t>Detecte riscos de segurança antes da produção</a:t>
            </a:r>
            <a:br>
              <a:rPr lang="en" sz="1200">
                <a:solidFill>
                  <a:schemeClr val="dk1"/>
                </a:solidFill>
                <a:latin typeface="Mulish SemiBold"/>
                <a:ea typeface="Mulish SemiBold"/>
                <a:cs typeface="Mulish SemiBold"/>
                <a:sym typeface="Mulish SemiBold"/>
              </a:rPr>
            </a:br>
            <a:r>
              <a:rPr lang="en" sz="1000">
                <a:solidFill>
                  <a:schemeClr val="dk1"/>
                </a:solidFill>
                <a:latin typeface="Mulish Light"/>
                <a:ea typeface="Mulish Light"/>
                <a:cs typeface="Mulish Light"/>
                <a:sym typeface="Mulish Light"/>
              </a:rPr>
              <a:t>Políticas de segurança para SCM-PM, segurança IaC, detecção de segredos, varredura de imagens de contêiner, SCA e SAST.</a:t>
            </a:r>
            <a:endParaRPr sz="1000">
              <a:solidFill>
                <a:schemeClr val="dk1"/>
              </a:solidFill>
              <a:latin typeface="Mulish Light"/>
              <a:ea typeface="Mulish Light"/>
              <a:cs typeface="Mulish Light"/>
              <a:sym typeface="Mulish Light"/>
            </a:endParaRPr>
          </a:p>
          <a:p>
            <a:pPr marL="342900" marR="0" lvl="0" indent="-234950" algn="l" rtl="0">
              <a:lnSpc>
                <a:spcPct val="112000"/>
              </a:lnSpc>
              <a:spcBef>
                <a:spcPts val="900"/>
              </a:spcBef>
              <a:spcAft>
                <a:spcPts val="900"/>
              </a:spcAft>
              <a:buClr>
                <a:schemeClr val="accent1"/>
              </a:buClr>
              <a:buSzPts val="1100"/>
              <a:buChar char="﹢"/>
            </a:pPr>
            <a:r>
              <a:rPr lang="en" sz="1100">
                <a:solidFill>
                  <a:schemeClr val="dk1"/>
                </a:solidFill>
                <a:latin typeface="Mulish SemiBold"/>
                <a:ea typeface="Mulish SemiBold"/>
                <a:cs typeface="Mulish SemiBold"/>
                <a:sym typeface="Mulish SemiBold"/>
              </a:rPr>
              <a:t>Melhore a experiência do desenvolvedor</a:t>
            </a:r>
            <a:br>
              <a:rPr lang="en" sz="1200">
                <a:solidFill>
                  <a:schemeClr val="dk1"/>
                </a:solidFill>
                <a:latin typeface="Mulish SemiBold"/>
                <a:ea typeface="Mulish SemiBold"/>
                <a:cs typeface="Mulish SemiBold"/>
                <a:sym typeface="Mulish SemiBold"/>
              </a:rPr>
            </a:br>
            <a:r>
              <a:rPr lang="en" sz="1000">
                <a:solidFill>
                  <a:schemeClr val="dk1"/>
                </a:solidFill>
                <a:latin typeface="Mulish Light"/>
                <a:ea typeface="Mulish Light"/>
                <a:cs typeface="Mulish Light"/>
                <a:sym typeface="Mulish Light"/>
              </a:rPr>
              <a:t>Integrações bidirecionais do SCM e do sistema de emissão de bilhetes para aprimorar a produção do desenvolvedor</a:t>
            </a:r>
            <a:endParaRPr sz="1000">
              <a:solidFill>
                <a:schemeClr val="lt1"/>
              </a:solidFill>
              <a:latin typeface="Mulish Light"/>
              <a:ea typeface="Mulish Light"/>
              <a:cs typeface="Mulish Light"/>
              <a:sym typeface="Mulish Light"/>
            </a:endParaRPr>
          </a:p>
        </p:txBody>
      </p:sp>
      <p:pic>
        <p:nvPicPr>
          <p:cNvPr id="639" name="Google Shape;639;p119"/>
          <p:cNvPicPr preferRelativeResize="0"/>
          <p:nvPr/>
        </p:nvPicPr>
        <p:blipFill rotWithShape="1">
          <a:blip r:embed="rId3">
            <a:alphaModFix/>
          </a:blip>
          <a:srcRect/>
          <a:stretch/>
        </p:blipFill>
        <p:spPr>
          <a:xfrm>
            <a:off x="0" y="932200"/>
            <a:ext cx="4914922" cy="30718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120"/>
          <p:cNvSpPr/>
          <p:nvPr/>
        </p:nvSpPr>
        <p:spPr>
          <a:xfrm>
            <a:off x="5256575" y="0"/>
            <a:ext cx="3251700" cy="5143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900" b="1">
                <a:solidFill>
                  <a:srgbClr val="3FB1FF"/>
                </a:solidFill>
                <a:latin typeface="Mulish"/>
                <a:ea typeface="Mulish"/>
                <a:cs typeface="Mulish"/>
                <a:sym typeface="Mulish"/>
              </a:rPr>
              <a:t>CWPP</a:t>
            </a:r>
            <a:endParaRPr sz="900">
              <a:solidFill>
                <a:srgbClr val="000000"/>
              </a:solidFill>
              <a:latin typeface="Mulish SemiBold"/>
              <a:ea typeface="Mulish SemiBold"/>
              <a:cs typeface="Mulish SemiBold"/>
              <a:sym typeface="Mulish SemiBold"/>
            </a:endParaRPr>
          </a:p>
          <a:p>
            <a:pPr marL="0" lvl="0" indent="0" algn="l" rtl="0">
              <a:spcBef>
                <a:spcPts val="800"/>
              </a:spcBef>
              <a:spcAft>
                <a:spcPts val="0"/>
              </a:spcAft>
              <a:buNone/>
            </a:pPr>
            <a:r>
              <a:rPr lang="en" sz="2300">
                <a:solidFill>
                  <a:schemeClr val="dk1"/>
                </a:solidFill>
                <a:latin typeface="Montserrat Medium"/>
                <a:ea typeface="Montserrat Medium"/>
                <a:cs typeface="Montserrat Medium"/>
                <a:sym typeface="Montserrat Medium"/>
              </a:rPr>
              <a:t>Runtime Protection</a:t>
            </a:r>
            <a:endParaRPr sz="2300">
              <a:solidFill>
                <a:schemeClr val="dk1"/>
              </a:solidFill>
              <a:latin typeface="Montserrat Medium"/>
              <a:ea typeface="Montserrat Medium"/>
              <a:cs typeface="Montserrat Medium"/>
              <a:sym typeface="Montserrat Medium"/>
            </a:endParaRPr>
          </a:p>
          <a:p>
            <a:pPr marL="342900" marR="0" lvl="0" indent="-234950" algn="l" rtl="0">
              <a:lnSpc>
                <a:spcPct val="112000"/>
              </a:lnSpc>
              <a:spcBef>
                <a:spcPts val="1200"/>
              </a:spcBef>
              <a:spcAft>
                <a:spcPts val="0"/>
              </a:spcAft>
              <a:buClr>
                <a:schemeClr val="dk1"/>
              </a:buClr>
              <a:buSzPts val="1100"/>
              <a:buChar char="﹢"/>
            </a:pPr>
            <a:r>
              <a:rPr lang="en" sz="1100" b="1">
                <a:solidFill>
                  <a:schemeClr val="dk1"/>
                </a:solidFill>
                <a:latin typeface="Mulish"/>
                <a:ea typeface="Mulish"/>
                <a:cs typeface="Mulish"/>
                <a:sym typeface="Mulish"/>
              </a:rPr>
              <a:t>Obtenha proteção de tempo de execução poderosa para cargas de trabalho críticas                                 </a:t>
            </a:r>
            <a:r>
              <a:rPr lang="en" sz="1100">
                <a:solidFill>
                  <a:schemeClr val="dk1"/>
                </a:solidFill>
                <a:latin typeface="Mulish SemiBold"/>
                <a:ea typeface="Mulish SemiBold"/>
                <a:cs typeface="Mulish SemiBold"/>
                <a:sym typeface="Mulish SemiBold"/>
              </a:rPr>
              <a:t>                  </a:t>
            </a:r>
            <a:r>
              <a:rPr lang="en" sz="1000">
                <a:solidFill>
                  <a:schemeClr val="dk1"/>
                </a:solidFill>
                <a:latin typeface="Mulish"/>
                <a:ea typeface="Mulish"/>
                <a:cs typeface="Mulish"/>
                <a:sym typeface="Mulish"/>
              </a:rPr>
              <a:t>Obtenha proteção avançada com implantações rápidas e simples, atualizações automáticas e manutenção mínima para segurança de tempo de execução leve.</a:t>
            </a:r>
            <a:endParaRPr sz="1000">
              <a:solidFill>
                <a:schemeClr val="dk1"/>
              </a:solidFill>
              <a:latin typeface="Mulish"/>
              <a:ea typeface="Mulish"/>
              <a:cs typeface="Mulish"/>
              <a:sym typeface="Mulish"/>
            </a:endParaRPr>
          </a:p>
          <a:p>
            <a:pPr marL="342900" lvl="0" indent="-228600" algn="l" rtl="0">
              <a:lnSpc>
                <a:spcPct val="112000"/>
              </a:lnSpc>
              <a:spcBef>
                <a:spcPts val="900"/>
              </a:spcBef>
              <a:spcAft>
                <a:spcPts val="0"/>
              </a:spcAft>
              <a:buClr>
                <a:schemeClr val="dk1"/>
              </a:buClr>
              <a:buSzPts val="1000"/>
              <a:buFont typeface="Mulish"/>
              <a:buChar char="﹢"/>
            </a:pPr>
            <a:r>
              <a:rPr lang="en" sz="1100" b="1">
                <a:solidFill>
                  <a:schemeClr val="dk1"/>
                </a:solidFill>
                <a:latin typeface="Mulish"/>
                <a:ea typeface="Mulish"/>
                <a:cs typeface="Mulish"/>
                <a:sym typeface="Mulish"/>
              </a:rPr>
              <a:t>Aproveite os insights em tempo real       </a:t>
            </a:r>
            <a:r>
              <a:rPr lang="en" sz="1100">
                <a:solidFill>
                  <a:schemeClr val="dk1"/>
                </a:solidFill>
                <a:latin typeface="Mulish SemiBold"/>
                <a:ea typeface="Mulish SemiBold"/>
                <a:cs typeface="Mulish SemiBold"/>
                <a:sym typeface="Mulish SemiBold"/>
              </a:rPr>
              <a:t>                           </a:t>
            </a:r>
            <a:r>
              <a:rPr lang="en" sz="1000">
                <a:solidFill>
                  <a:schemeClr val="dk1"/>
                </a:solidFill>
                <a:latin typeface="Mulish"/>
                <a:ea typeface="Mulish"/>
                <a:cs typeface="Mulish"/>
                <a:sym typeface="Mulish"/>
              </a:rPr>
              <a:t>Visão em tempo real de fluxos de atividades, ameaças e comportamentos maliciosos diretamente da Plataforma Orca.</a:t>
            </a:r>
            <a:endParaRPr sz="1000">
              <a:solidFill>
                <a:schemeClr val="dk1"/>
              </a:solidFill>
              <a:latin typeface="Mulish"/>
              <a:ea typeface="Mulish"/>
              <a:cs typeface="Mulish"/>
              <a:sym typeface="Mulish"/>
            </a:endParaRPr>
          </a:p>
          <a:p>
            <a:pPr marL="342900" marR="0" lvl="0" indent="-234950" algn="l" rtl="0">
              <a:lnSpc>
                <a:spcPct val="112000"/>
              </a:lnSpc>
              <a:spcBef>
                <a:spcPts val="900"/>
              </a:spcBef>
              <a:spcAft>
                <a:spcPts val="900"/>
              </a:spcAft>
              <a:buClr>
                <a:schemeClr val="dk1"/>
              </a:buClr>
              <a:buSzPts val="1100"/>
              <a:buFont typeface="Mulish SemiBold"/>
              <a:buChar char="﹢"/>
            </a:pPr>
            <a:r>
              <a:rPr lang="en" sz="1100" b="1">
                <a:solidFill>
                  <a:schemeClr val="dk1"/>
                </a:solidFill>
                <a:latin typeface="Mulish"/>
                <a:ea typeface="Mulish"/>
                <a:cs typeface="Mulish"/>
                <a:sym typeface="Mulish"/>
              </a:rPr>
              <a:t>Detecte uma ampla gama de ameaças em tempo de execução                                                          </a:t>
            </a:r>
            <a:r>
              <a:rPr lang="en" sz="1000">
                <a:solidFill>
                  <a:schemeClr val="dk1"/>
                </a:solidFill>
                <a:latin typeface="Mulish"/>
                <a:ea typeface="Mulish"/>
                <a:cs typeface="Mulish"/>
                <a:sym typeface="Mulish"/>
              </a:rPr>
              <a:t>Ampla gama de detecções de tempo de execução que reforçam a descoberta abrangente de riscos da Orca, com a capacidade de criar detecções personalizadas conforme necessário.</a:t>
            </a:r>
            <a:endParaRPr sz="1000">
              <a:solidFill>
                <a:schemeClr val="dk1"/>
              </a:solidFill>
              <a:latin typeface="Mulish"/>
              <a:ea typeface="Mulish"/>
              <a:cs typeface="Mulish"/>
              <a:sym typeface="Mulish"/>
            </a:endParaRPr>
          </a:p>
        </p:txBody>
      </p:sp>
      <p:pic>
        <p:nvPicPr>
          <p:cNvPr id="645" name="Google Shape;645;p120"/>
          <p:cNvPicPr preferRelativeResize="0"/>
          <p:nvPr/>
        </p:nvPicPr>
        <p:blipFill rotWithShape="1">
          <a:blip r:embed="rId3">
            <a:alphaModFix/>
          </a:blip>
          <a:srcRect/>
          <a:stretch/>
        </p:blipFill>
        <p:spPr>
          <a:xfrm>
            <a:off x="0" y="932200"/>
            <a:ext cx="4914922" cy="30718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121"/>
          <p:cNvSpPr/>
          <p:nvPr/>
        </p:nvSpPr>
        <p:spPr>
          <a:xfrm>
            <a:off x="615450" y="453925"/>
            <a:ext cx="7991400" cy="3156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0000"/>
              </a:buClr>
              <a:buSzPts val="800"/>
              <a:buFont typeface="Arial"/>
              <a:buNone/>
            </a:pPr>
            <a:r>
              <a:rPr lang="en" sz="2100">
                <a:solidFill>
                  <a:schemeClr val="lt1"/>
                </a:solidFill>
                <a:latin typeface="Montserrat Medium"/>
                <a:ea typeface="Montserrat Medium"/>
                <a:cs typeface="Montserrat Medium"/>
                <a:sym typeface="Montserrat Medium"/>
              </a:rPr>
              <a:t>A Orca está entregando a plataforma do futuro</a:t>
            </a:r>
            <a:endParaRPr sz="2300" b="1">
              <a:solidFill>
                <a:srgbClr val="595959"/>
              </a:solidFill>
              <a:latin typeface="Poppins"/>
              <a:ea typeface="Poppins"/>
              <a:cs typeface="Poppins"/>
              <a:sym typeface="Poppins"/>
            </a:endParaRPr>
          </a:p>
        </p:txBody>
      </p:sp>
      <p:sp>
        <p:nvSpPr>
          <p:cNvPr id="651" name="Google Shape;651;p121"/>
          <p:cNvSpPr/>
          <p:nvPr/>
        </p:nvSpPr>
        <p:spPr>
          <a:xfrm flipH="1">
            <a:off x="3073375" y="866675"/>
            <a:ext cx="5742300" cy="18300"/>
          </a:xfrm>
          <a:prstGeom prst="roundRect">
            <a:avLst>
              <a:gd name="adj" fmla="val 50000"/>
            </a:avLst>
          </a:prstGeom>
          <a:gradFill>
            <a:gsLst>
              <a:gs pos="0">
                <a:srgbClr val="44546A">
                  <a:alpha val="0"/>
                </a:srgbClr>
              </a:gs>
              <a:gs pos="0">
                <a:schemeClr val="dk2"/>
              </a:gs>
              <a:gs pos="89000">
                <a:schemeClr val="dk2"/>
              </a:gs>
              <a:gs pos="100000">
                <a:srgbClr val="44546A">
                  <a:alpha val="0"/>
                </a:srgbClr>
              </a:gs>
            </a:gsLst>
            <a:lin ang="10800025"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nvGrpSpPr>
          <p:cNvPr id="652" name="Google Shape;652;p121"/>
          <p:cNvGrpSpPr/>
          <p:nvPr/>
        </p:nvGrpSpPr>
        <p:grpSpPr>
          <a:xfrm>
            <a:off x="657600" y="1127724"/>
            <a:ext cx="3657248" cy="707693"/>
            <a:chOff x="615450" y="1198725"/>
            <a:chExt cx="3661275" cy="654000"/>
          </a:xfrm>
        </p:grpSpPr>
        <p:sp>
          <p:nvSpPr>
            <p:cNvPr id="653" name="Google Shape;653;p121"/>
            <p:cNvSpPr/>
            <p:nvPr/>
          </p:nvSpPr>
          <p:spPr>
            <a:xfrm rot="5400000">
              <a:off x="2119125" y="-304875"/>
              <a:ext cx="6540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54" name="Google Shape;654;p121"/>
            <p:cNvSpPr/>
            <p:nvPr/>
          </p:nvSpPr>
          <p:spPr>
            <a:xfrm>
              <a:off x="615450" y="1198725"/>
              <a:ext cx="234900" cy="6540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55" name="Google Shape;655;p121"/>
            <p:cNvSpPr txBox="1"/>
            <p:nvPr/>
          </p:nvSpPr>
          <p:spPr>
            <a:xfrm rot="-5400000">
              <a:off x="413417" y="1422875"/>
              <a:ext cx="644400" cy="215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CSPM</a:t>
              </a:r>
              <a:endParaRPr sz="1100">
                <a:solidFill>
                  <a:schemeClr val="lt1"/>
                </a:solidFill>
                <a:latin typeface="Mulish Light"/>
                <a:ea typeface="Mulish Light"/>
                <a:cs typeface="Mulish Light"/>
                <a:sym typeface="Mulish Light"/>
              </a:endParaRPr>
            </a:p>
          </p:txBody>
        </p:sp>
        <p:sp>
          <p:nvSpPr>
            <p:cNvPr id="656" name="Google Shape;656;p121"/>
            <p:cNvSpPr/>
            <p:nvPr/>
          </p:nvSpPr>
          <p:spPr>
            <a:xfrm flipH="1">
              <a:off x="820425" y="142150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57" name="Google Shape;657;p121"/>
            <p:cNvSpPr/>
            <p:nvPr/>
          </p:nvSpPr>
          <p:spPr>
            <a:xfrm>
              <a:off x="850358" y="1208195"/>
              <a:ext cx="32166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Asset Inventory</a:t>
              </a:r>
              <a:endParaRPr sz="1300">
                <a:solidFill>
                  <a:schemeClr val="lt1"/>
                </a:solidFill>
                <a:latin typeface="Mulish Light"/>
                <a:ea typeface="Mulish Light"/>
                <a:cs typeface="Mulish Light"/>
                <a:sym typeface="Mulish Light"/>
              </a:endParaRPr>
            </a:p>
          </p:txBody>
        </p:sp>
        <p:sp>
          <p:nvSpPr>
            <p:cNvPr id="658" name="Google Shape;658;p121"/>
            <p:cNvSpPr/>
            <p:nvPr/>
          </p:nvSpPr>
          <p:spPr>
            <a:xfrm flipH="1">
              <a:off x="820425" y="163480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59" name="Google Shape;659;p121"/>
            <p:cNvSpPr/>
            <p:nvPr/>
          </p:nvSpPr>
          <p:spPr>
            <a:xfrm>
              <a:off x="850358" y="1421498"/>
              <a:ext cx="32166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Compliance Reporting </a:t>
              </a:r>
              <a:endParaRPr sz="700">
                <a:solidFill>
                  <a:schemeClr val="lt1"/>
                </a:solidFill>
                <a:latin typeface="Mulish Light"/>
                <a:ea typeface="Mulish Light"/>
                <a:cs typeface="Mulish Light"/>
                <a:sym typeface="Mulish Light"/>
              </a:endParaRPr>
            </a:p>
          </p:txBody>
        </p:sp>
        <p:sp>
          <p:nvSpPr>
            <p:cNvPr id="660" name="Google Shape;660;p121"/>
            <p:cNvSpPr/>
            <p:nvPr/>
          </p:nvSpPr>
          <p:spPr>
            <a:xfrm>
              <a:off x="850358" y="1634800"/>
              <a:ext cx="32739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Continuous Configuration Assessment &amp; Guardrails </a:t>
              </a:r>
              <a:endParaRPr sz="700">
                <a:solidFill>
                  <a:schemeClr val="lt1"/>
                </a:solidFill>
                <a:latin typeface="Mulish Light"/>
                <a:ea typeface="Mulish Light"/>
                <a:cs typeface="Mulish Light"/>
                <a:sym typeface="Mulish Light"/>
              </a:endParaRPr>
            </a:p>
          </p:txBody>
        </p:sp>
      </p:grpSp>
      <p:grpSp>
        <p:nvGrpSpPr>
          <p:cNvPr id="661" name="Google Shape;661;p121"/>
          <p:cNvGrpSpPr/>
          <p:nvPr/>
        </p:nvGrpSpPr>
        <p:grpSpPr>
          <a:xfrm>
            <a:off x="657629" y="1950330"/>
            <a:ext cx="3657248" cy="512272"/>
            <a:chOff x="613025" y="2006090"/>
            <a:chExt cx="3661275" cy="445260"/>
          </a:xfrm>
        </p:grpSpPr>
        <p:sp>
          <p:nvSpPr>
            <p:cNvPr id="662" name="Google Shape;662;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63" name="Google Shape;663;p121"/>
            <p:cNvSpPr/>
            <p:nvPr/>
          </p:nvSpPr>
          <p:spPr>
            <a:xfrm>
              <a:off x="613025" y="2006275"/>
              <a:ext cx="234900" cy="4416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64" name="Google Shape;664;p121"/>
            <p:cNvSpPr txBox="1"/>
            <p:nvPr/>
          </p:nvSpPr>
          <p:spPr>
            <a:xfrm rot="-5400000">
              <a:off x="514335" y="2117390"/>
              <a:ext cx="4323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KSPM</a:t>
              </a:r>
              <a:endParaRPr sz="1100">
                <a:solidFill>
                  <a:schemeClr val="lt1"/>
                </a:solidFill>
                <a:latin typeface="Mulish Light"/>
                <a:ea typeface="Mulish Light"/>
                <a:cs typeface="Mulish Light"/>
                <a:sym typeface="Mulish Light"/>
              </a:endParaRPr>
            </a:p>
          </p:txBody>
        </p:sp>
        <p:sp>
          <p:nvSpPr>
            <p:cNvPr id="665" name="Google Shape;665;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66" name="Google Shape;666;p121"/>
            <p:cNvSpPr/>
            <p:nvPr/>
          </p:nvSpPr>
          <p:spPr>
            <a:xfrm>
              <a:off x="847905" y="2015743"/>
              <a:ext cx="32832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K8s Benchmarks &amp; Compliance </a:t>
              </a:r>
              <a:endParaRPr sz="700">
                <a:solidFill>
                  <a:schemeClr val="lt1"/>
                </a:solidFill>
                <a:latin typeface="Mulish Light"/>
                <a:ea typeface="Mulish Light"/>
                <a:cs typeface="Mulish Light"/>
                <a:sym typeface="Mulish Light"/>
              </a:endParaRPr>
            </a:p>
          </p:txBody>
        </p:sp>
        <p:sp>
          <p:nvSpPr>
            <p:cNvPr id="667" name="Google Shape;667;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68" name="Google Shape;668;p121"/>
            <p:cNvSpPr/>
            <p:nvPr/>
          </p:nvSpPr>
          <p:spPr>
            <a:xfrm>
              <a:off x="847905" y="2229048"/>
              <a:ext cx="33216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K8s Control Plane Assessment </a:t>
              </a:r>
              <a:endParaRPr sz="700">
                <a:solidFill>
                  <a:schemeClr val="lt1"/>
                </a:solidFill>
                <a:latin typeface="Mulish Light"/>
                <a:ea typeface="Mulish Light"/>
                <a:cs typeface="Mulish Light"/>
                <a:sym typeface="Mulish Light"/>
              </a:endParaRPr>
            </a:p>
          </p:txBody>
        </p:sp>
      </p:grpSp>
      <p:grpSp>
        <p:nvGrpSpPr>
          <p:cNvPr id="669" name="Google Shape;669;p121"/>
          <p:cNvGrpSpPr/>
          <p:nvPr/>
        </p:nvGrpSpPr>
        <p:grpSpPr>
          <a:xfrm>
            <a:off x="657625" y="3913427"/>
            <a:ext cx="3657248" cy="768777"/>
            <a:chOff x="610563" y="3763575"/>
            <a:chExt cx="3661275" cy="654000"/>
          </a:xfrm>
        </p:grpSpPr>
        <p:sp>
          <p:nvSpPr>
            <p:cNvPr id="670" name="Google Shape;670;p121"/>
            <p:cNvSpPr/>
            <p:nvPr/>
          </p:nvSpPr>
          <p:spPr>
            <a:xfrm rot="5400000">
              <a:off x="2114238" y="2259975"/>
              <a:ext cx="6540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71" name="Google Shape;671;p121"/>
            <p:cNvSpPr/>
            <p:nvPr/>
          </p:nvSpPr>
          <p:spPr>
            <a:xfrm>
              <a:off x="610563" y="3763575"/>
              <a:ext cx="234900" cy="6540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72" name="Google Shape;672;p121"/>
            <p:cNvSpPr txBox="1"/>
            <p:nvPr/>
          </p:nvSpPr>
          <p:spPr>
            <a:xfrm rot="-5400000">
              <a:off x="405813" y="3990426"/>
              <a:ext cx="644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CDR</a:t>
              </a:r>
              <a:endParaRPr sz="1100">
                <a:solidFill>
                  <a:schemeClr val="lt1"/>
                </a:solidFill>
                <a:latin typeface="Mulish Light"/>
                <a:ea typeface="Mulish Light"/>
                <a:cs typeface="Mulish Light"/>
                <a:sym typeface="Mulish Light"/>
              </a:endParaRPr>
            </a:p>
          </p:txBody>
        </p:sp>
        <p:sp>
          <p:nvSpPr>
            <p:cNvPr id="673" name="Google Shape;673;p121"/>
            <p:cNvSpPr/>
            <p:nvPr/>
          </p:nvSpPr>
          <p:spPr>
            <a:xfrm flipH="1">
              <a:off x="815538" y="39863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74" name="Google Shape;674;p121"/>
            <p:cNvSpPr/>
            <p:nvPr/>
          </p:nvSpPr>
          <p:spPr>
            <a:xfrm>
              <a:off x="845471" y="3773046"/>
              <a:ext cx="33024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Attack Path Analysis</a:t>
              </a:r>
              <a:endParaRPr sz="700">
                <a:solidFill>
                  <a:schemeClr val="lt1"/>
                </a:solidFill>
                <a:latin typeface="Mulish Light"/>
                <a:ea typeface="Mulish Light"/>
                <a:cs typeface="Mulish Light"/>
                <a:sym typeface="Mulish Light"/>
              </a:endParaRPr>
            </a:p>
          </p:txBody>
        </p:sp>
        <p:sp>
          <p:nvSpPr>
            <p:cNvPr id="675" name="Google Shape;675;p121"/>
            <p:cNvSpPr/>
            <p:nvPr/>
          </p:nvSpPr>
          <p:spPr>
            <a:xfrm flipH="1">
              <a:off x="815538" y="41996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676" name="Google Shape;676;p121"/>
            <p:cNvSpPr/>
            <p:nvPr/>
          </p:nvSpPr>
          <p:spPr>
            <a:xfrm>
              <a:off x="845471" y="3986357"/>
              <a:ext cx="33024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Agentless Breach Detection</a:t>
              </a:r>
              <a:endParaRPr sz="700">
                <a:solidFill>
                  <a:schemeClr val="lt1"/>
                </a:solidFill>
                <a:latin typeface="Mulish Light"/>
                <a:ea typeface="Mulish Light"/>
                <a:cs typeface="Mulish Light"/>
                <a:sym typeface="Mulish Light"/>
              </a:endParaRPr>
            </a:p>
          </p:txBody>
        </p:sp>
        <p:sp>
          <p:nvSpPr>
            <p:cNvPr id="677" name="Google Shape;677;p121"/>
            <p:cNvSpPr/>
            <p:nvPr/>
          </p:nvSpPr>
          <p:spPr>
            <a:xfrm>
              <a:off x="845471" y="4199645"/>
              <a:ext cx="32547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Third-Party Agent Ingestion</a:t>
              </a:r>
              <a:endParaRPr sz="700">
                <a:solidFill>
                  <a:schemeClr val="lt1"/>
                </a:solidFill>
                <a:latin typeface="Mulish Light"/>
                <a:ea typeface="Mulish Light"/>
                <a:cs typeface="Mulish Light"/>
                <a:sym typeface="Mulish Light"/>
              </a:endParaRPr>
            </a:p>
          </p:txBody>
        </p:sp>
      </p:grpSp>
      <p:grpSp>
        <p:nvGrpSpPr>
          <p:cNvPr id="678" name="Google Shape;678;p121"/>
          <p:cNvGrpSpPr/>
          <p:nvPr/>
        </p:nvGrpSpPr>
        <p:grpSpPr>
          <a:xfrm>
            <a:off x="4743923" y="1127872"/>
            <a:ext cx="3648100" cy="956054"/>
            <a:chOff x="615456" y="1198726"/>
            <a:chExt cx="3661281" cy="1054200"/>
          </a:xfrm>
        </p:grpSpPr>
        <p:sp>
          <p:nvSpPr>
            <p:cNvPr id="679" name="Google Shape;679;p121"/>
            <p:cNvSpPr/>
            <p:nvPr/>
          </p:nvSpPr>
          <p:spPr>
            <a:xfrm rot="5400000">
              <a:off x="1919036" y="-104774"/>
              <a:ext cx="10542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80" name="Google Shape;680;p121"/>
            <p:cNvSpPr/>
            <p:nvPr/>
          </p:nvSpPr>
          <p:spPr>
            <a:xfrm>
              <a:off x="615456" y="1198726"/>
              <a:ext cx="234900" cy="10542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81" name="Google Shape;681;p121"/>
            <p:cNvSpPr txBox="1"/>
            <p:nvPr/>
          </p:nvSpPr>
          <p:spPr>
            <a:xfrm rot="-5400000">
              <a:off x="212126" y="1624176"/>
              <a:ext cx="1044600" cy="212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APP SEC</a:t>
              </a:r>
              <a:endParaRPr sz="700" b="1">
                <a:solidFill>
                  <a:schemeClr val="lt1"/>
                </a:solidFill>
                <a:latin typeface="Mulish"/>
                <a:ea typeface="Mulish"/>
                <a:cs typeface="Mulish"/>
                <a:sym typeface="Mulish"/>
              </a:endParaRPr>
            </a:p>
          </p:txBody>
        </p:sp>
        <p:sp>
          <p:nvSpPr>
            <p:cNvPr id="682" name="Google Shape;682;p121"/>
            <p:cNvSpPr/>
            <p:nvPr/>
          </p:nvSpPr>
          <p:spPr>
            <a:xfrm flipH="1">
              <a:off x="820425" y="142150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683" name="Google Shape;683;p121"/>
            <p:cNvSpPr/>
            <p:nvPr/>
          </p:nvSpPr>
          <p:spPr>
            <a:xfrm>
              <a:off x="850351" y="1208201"/>
              <a:ext cx="3234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SAST &amp; Software Composition Analysis (SCA)</a:t>
              </a:r>
              <a:endParaRPr sz="700">
                <a:solidFill>
                  <a:schemeClr val="lt1"/>
                </a:solidFill>
                <a:latin typeface="Mulish Light"/>
                <a:ea typeface="Mulish Light"/>
                <a:cs typeface="Mulish Light"/>
                <a:sym typeface="Mulish Light"/>
              </a:endParaRPr>
            </a:p>
          </p:txBody>
        </p:sp>
        <p:sp>
          <p:nvSpPr>
            <p:cNvPr id="684" name="Google Shape;684;p121"/>
            <p:cNvSpPr/>
            <p:nvPr/>
          </p:nvSpPr>
          <p:spPr>
            <a:xfrm flipH="1">
              <a:off x="820425" y="163480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685" name="Google Shape;685;p121"/>
            <p:cNvSpPr/>
            <p:nvPr/>
          </p:nvSpPr>
          <p:spPr>
            <a:xfrm>
              <a:off x="850351" y="1421501"/>
              <a:ext cx="3234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Infrastructure-as-Code (IaC) Scanning </a:t>
              </a:r>
              <a:endParaRPr sz="700">
                <a:solidFill>
                  <a:schemeClr val="lt1"/>
                </a:solidFill>
                <a:latin typeface="Mulish Light"/>
                <a:ea typeface="Mulish Light"/>
                <a:cs typeface="Mulish Light"/>
                <a:sym typeface="Mulish Light"/>
              </a:endParaRPr>
            </a:p>
          </p:txBody>
        </p:sp>
        <p:sp>
          <p:nvSpPr>
            <p:cNvPr id="686" name="Google Shape;686;p121"/>
            <p:cNvSpPr/>
            <p:nvPr/>
          </p:nvSpPr>
          <p:spPr>
            <a:xfrm>
              <a:off x="850351" y="1639426"/>
              <a:ext cx="32250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Container Image &amp; Registry Scanning </a:t>
              </a:r>
              <a:endParaRPr sz="700">
                <a:solidFill>
                  <a:schemeClr val="lt1"/>
                </a:solidFill>
                <a:latin typeface="Mulish Light"/>
                <a:ea typeface="Mulish Light"/>
                <a:cs typeface="Mulish Light"/>
                <a:sym typeface="Mulish Light"/>
              </a:endParaRPr>
            </a:p>
          </p:txBody>
        </p:sp>
      </p:grpSp>
      <p:grpSp>
        <p:nvGrpSpPr>
          <p:cNvPr id="687" name="Google Shape;687;p121"/>
          <p:cNvGrpSpPr/>
          <p:nvPr/>
        </p:nvGrpSpPr>
        <p:grpSpPr>
          <a:xfrm>
            <a:off x="4743791" y="2127800"/>
            <a:ext cx="3648094" cy="403639"/>
            <a:chOff x="613025" y="2006275"/>
            <a:chExt cx="3661275" cy="445075"/>
          </a:xfrm>
        </p:grpSpPr>
        <p:sp>
          <p:nvSpPr>
            <p:cNvPr id="688" name="Google Shape;688;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89" name="Google Shape;689;p121"/>
            <p:cNvSpPr/>
            <p:nvPr/>
          </p:nvSpPr>
          <p:spPr>
            <a:xfrm>
              <a:off x="613025" y="2006275"/>
              <a:ext cx="234900" cy="44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90" name="Google Shape;690;p121"/>
            <p:cNvSpPr txBox="1"/>
            <p:nvPr/>
          </p:nvSpPr>
          <p:spPr>
            <a:xfrm rot="-5400000">
              <a:off x="524633" y="2116788"/>
              <a:ext cx="422700" cy="22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CIEM</a:t>
              </a:r>
              <a:endParaRPr sz="1100">
                <a:solidFill>
                  <a:schemeClr val="lt1"/>
                </a:solidFill>
                <a:latin typeface="Mulish Light"/>
                <a:ea typeface="Mulish Light"/>
                <a:cs typeface="Mulish Light"/>
                <a:sym typeface="Mulish Light"/>
              </a:endParaRPr>
            </a:p>
          </p:txBody>
        </p:sp>
        <p:sp>
          <p:nvSpPr>
            <p:cNvPr id="691" name="Google Shape;691;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692" name="Google Shape;692;p121"/>
            <p:cNvSpPr/>
            <p:nvPr/>
          </p:nvSpPr>
          <p:spPr>
            <a:xfrm>
              <a:off x="847904" y="2015751"/>
              <a:ext cx="31677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Entitlement Risk Management &amp; Permission Analysis  </a:t>
              </a:r>
              <a:endParaRPr sz="700">
                <a:solidFill>
                  <a:schemeClr val="lt1"/>
                </a:solidFill>
                <a:latin typeface="Mulish Light"/>
                <a:ea typeface="Mulish Light"/>
                <a:cs typeface="Mulish Light"/>
                <a:sym typeface="Mulish Light"/>
              </a:endParaRPr>
            </a:p>
          </p:txBody>
        </p:sp>
        <p:sp>
          <p:nvSpPr>
            <p:cNvPr id="693" name="Google Shape;693;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694" name="Google Shape;694;p121"/>
            <p:cNvSpPr/>
            <p:nvPr/>
          </p:nvSpPr>
          <p:spPr>
            <a:xfrm>
              <a:off x="847903" y="2229051"/>
              <a:ext cx="3225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IAM Policies </a:t>
              </a:r>
              <a:endParaRPr sz="700">
                <a:solidFill>
                  <a:schemeClr val="lt1"/>
                </a:solidFill>
                <a:latin typeface="Mulish Light"/>
                <a:ea typeface="Mulish Light"/>
                <a:cs typeface="Mulish Light"/>
                <a:sym typeface="Mulish Light"/>
              </a:endParaRPr>
            </a:p>
          </p:txBody>
        </p:sp>
      </p:grpSp>
      <p:grpSp>
        <p:nvGrpSpPr>
          <p:cNvPr id="695" name="Google Shape;695;p121"/>
          <p:cNvGrpSpPr/>
          <p:nvPr/>
        </p:nvGrpSpPr>
        <p:grpSpPr>
          <a:xfrm>
            <a:off x="4743791" y="2571878"/>
            <a:ext cx="3648094" cy="403639"/>
            <a:chOff x="613025" y="2006275"/>
            <a:chExt cx="3661275" cy="445075"/>
          </a:xfrm>
        </p:grpSpPr>
        <p:sp>
          <p:nvSpPr>
            <p:cNvPr id="696" name="Google Shape;696;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97" name="Google Shape;697;p121"/>
            <p:cNvSpPr/>
            <p:nvPr/>
          </p:nvSpPr>
          <p:spPr>
            <a:xfrm>
              <a:off x="613025" y="2006275"/>
              <a:ext cx="234900" cy="44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698" name="Google Shape;698;p121"/>
            <p:cNvSpPr txBox="1"/>
            <p:nvPr/>
          </p:nvSpPr>
          <p:spPr>
            <a:xfrm rot="-5400000">
              <a:off x="524633" y="2116788"/>
              <a:ext cx="422700" cy="22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API</a:t>
              </a:r>
              <a:endParaRPr sz="1100">
                <a:solidFill>
                  <a:schemeClr val="lt1"/>
                </a:solidFill>
                <a:latin typeface="Mulish Light"/>
                <a:ea typeface="Mulish Light"/>
                <a:cs typeface="Mulish Light"/>
                <a:sym typeface="Mulish Light"/>
              </a:endParaRPr>
            </a:p>
          </p:txBody>
        </p:sp>
        <p:sp>
          <p:nvSpPr>
            <p:cNvPr id="699" name="Google Shape;699;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00" name="Google Shape;700;p121"/>
            <p:cNvSpPr/>
            <p:nvPr/>
          </p:nvSpPr>
          <p:spPr>
            <a:xfrm>
              <a:off x="847904" y="2015750"/>
              <a:ext cx="31677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API Inventory </a:t>
              </a:r>
              <a:endParaRPr sz="700">
                <a:solidFill>
                  <a:schemeClr val="lt1"/>
                </a:solidFill>
                <a:latin typeface="Mulish Light"/>
                <a:ea typeface="Mulish Light"/>
                <a:cs typeface="Mulish Light"/>
                <a:sym typeface="Mulish Light"/>
              </a:endParaRPr>
            </a:p>
          </p:txBody>
        </p:sp>
        <p:sp>
          <p:nvSpPr>
            <p:cNvPr id="701" name="Google Shape;701;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02" name="Google Shape;702;p121"/>
            <p:cNvSpPr/>
            <p:nvPr/>
          </p:nvSpPr>
          <p:spPr>
            <a:xfrm>
              <a:off x="847904" y="2229050"/>
              <a:ext cx="31677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Exposure Identification &amp; Risk Analysis </a:t>
              </a:r>
              <a:endParaRPr sz="700">
                <a:solidFill>
                  <a:schemeClr val="lt1"/>
                </a:solidFill>
                <a:latin typeface="Mulish Light"/>
                <a:ea typeface="Mulish Light"/>
                <a:cs typeface="Mulish Light"/>
                <a:sym typeface="Mulish Light"/>
              </a:endParaRPr>
            </a:p>
          </p:txBody>
        </p:sp>
      </p:grpSp>
      <p:grpSp>
        <p:nvGrpSpPr>
          <p:cNvPr id="703" name="Google Shape;703;p121"/>
          <p:cNvGrpSpPr/>
          <p:nvPr/>
        </p:nvGrpSpPr>
        <p:grpSpPr>
          <a:xfrm>
            <a:off x="4743700" y="3015956"/>
            <a:ext cx="3648094" cy="403639"/>
            <a:chOff x="613025" y="2006275"/>
            <a:chExt cx="3661275" cy="445075"/>
          </a:xfrm>
        </p:grpSpPr>
        <p:sp>
          <p:nvSpPr>
            <p:cNvPr id="704" name="Google Shape;704;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05" name="Google Shape;705;p121"/>
            <p:cNvSpPr/>
            <p:nvPr/>
          </p:nvSpPr>
          <p:spPr>
            <a:xfrm>
              <a:off x="613025" y="2006275"/>
              <a:ext cx="234900" cy="44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06" name="Google Shape;706;p121"/>
            <p:cNvSpPr txBox="1"/>
            <p:nvPr/>
          </p:nvSpPr>
          <p:spPr>
            <a:xfrm rot="-5400000">
              <a:off x="524633" y="2116788"/>
              <a:ext cx="422700" cy="22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DSPM</a:t>
              </a:r>
              <a:endParaRPr sz="1100">
                <a:solidFill>
                  <a:schemeClr val="lt1"/>
                </a:solidFill>
                <a:latin typeface="Mulish Light"/>
                <a:ea typeface="Mulish Light"/>
                <a:cs typeface="Mulish Light"/>
                <a:sym typeface="Mulish Light"/>
              </a:endParaRPr>
            </a:p>
          </p:txBody>
        </p:sp>
        <p:sp>
          <p:nvSpPr>
            <p:cNvPr id="707" name="Google Shape;707;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08" name="Google Shape;708;p121"/>
            <p:cNvSpPr/>
            <p:nvPr/>
          </p:nvSpPr>
          <p:spPr>
            <a:xfrm>
              <a:off x="847919" y="2015750"/>
              <a:ext cx="31392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PII Analysis and Exposure Scanning </a:t>
              </a:r>
              <a:endParaRPr sz="700">
                <a:solidFill>
                  <a:schemeClr val="lt1"/>
                </a:solidFill>
                <a:latin typeface="Mulish Light"/>
                <a:ea typeface="Mulish Light"/>
                <a:cs typeface="Mulish Light"/>
                <a:sym typeface="Mulish Light"/>
              </a:endParaRPr>
            </a:p>
          </p:txBody>
        </p:sp>
        <p:sp>
          <p:nvSpPr>
            <p:cNvPr id="709" name="Google Shape;709;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10" name="Google Shape;710;p121"/>
            <p:cNvSpPr/>
            <p:nvPr/>
          </p:nvSpPr>
          <p:spPr>
            <a:xfrm>
              <a:off x="847919" y="2229050"/>
              <a:ext cx="31392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Asset Inventory (Workloads, Buckets, and Databases)  </a:t>
              </a:r>
              <a:endParaRPr sz="700">
                <a:solidFill>
                  <a:schemeClr val="lt1"/>
                </a:solidFill>
                <a:latin typeface="Mulish Light"/>
                <a:ea typeface="Mulish Light"/>
                <a:cs typeface="Mulish Light"/>
                <a:sym typeface="Mulish Light"/>
              </a:endParaRPr>
            </a:p>
          </p:txBody>
        </p:sp>
      </p:grpSp>
      <p:grpSp>
        <p:nvGrpSpPr>
          <p:cNvPr id="711" name="Google Shape;711;p121"/>
          <p:cNvGrpSpPr/>
          <p:nvPr/>
        </p:nvGrpSpPr>
        <p:grpSpPr>
          <a:xfrm>
            <a:off x="4743790" y="3460033"/>
            <a:ext cx="3648094" cy="403639"/>
            <a:chOff x="613025" y="2006275"/>
            <a:chExt cx="3661275" cy="445075"/>
          </a:xfrm>
        </p:grpSpPr>
        <p:sp>
          <p:nvSpPr>
            <p:cNvPr id="712" name="Google Shape;712;p121"/>
            <p:cNvSpPr/>
            <p:nvPr/>
          </p:nvSpPr>
          <p:spPr>
            <a:xfrm rot="5400000">
              <a:off x="2222900" y="396475"/>
              <a:ext cx="4416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13" name="Google Shape;713;p121"/>
            <p:cNvSpPr/>
            <p:nvPr/>
          </p:nvSpPr>
          <p:spPr>
            <a:xfrm>
              <a:off x="613025" y="2006275"/>
              <a:ext cx="234900" cy="441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14" name="Google Shape;714;p121"/>
            <p:cNvSpPr txBox="1"/>
            <p:nvPr/>
          </p:nvSpPr>
          <p:spPr>
            <a:xfrm rot="-5400000">
              <a:off x="524633" y="2116788"/>
              <a:ext cx="422700" cy="220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AI-SEC</a:t>
              </a:r>
              <a:endParaRPr sz="1100">
                <a:solidFill>
                  <a:schemeClr val="lt1"/>
                </a:solidFill>
                <a:latin typeface="Mulish Light"/>
                <a:ea typeface="Mulish Light"/>
                <a:cs typeface="Mulish Light"/>
                <a:sym typeface="Mulish Light"/>
              </a:endParaRPr>
            </a:p>
          </p:txBody>
        </p:sp>
        <p:sp>
          <p:nvSpPr>
            <p:cNvPr id="715" name="Google Shape;715;p121"/>
            <p:cNvSpPr/>
            <p:nvPr/>
          </p:nvSpPr>
          <p:spPr>
            <a:xfrm flipH="1">
              <a:off x="817988" y="22290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16" name="Google Shape;716;p121"/>
            <p:cNvSpPr/>
            <p:nvPr/>
          </p:nvSpPr>
          <p:spPr>
            <a:xfrm>
              <a:off x="847904" y="2015750"/>
              <a:ext cx="3234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AI &amp; ML Bill of Materials and Inventory</a:t>
              </a:r>
              <a:endParaRPr sz="700">
                <a:solidFill>
                  <a:schemeClr val="lt1"/>
                </a:solidFill>
                <a:latin typeface="Mulish Light"/>
                <a:ea typeface="Mulish Light"/>
                <a:cs typeface="Mulish Light"/>
                <a:sym typeface="Mulish Light"/>
              </a:endParaRPr>
            </a:p>
          </p:txBody>
        </p:sp>
        <p:sp>
          <p:nvSpPr>
            <p:cNvPr id="717" name="Google Shape;717;p121"/>
            <p:cNvSpPr/>
            <p:nvPr/>
          </p:nvSpPr>
          <p:spPr>
            <a:xfrm flipH="1">
              <a:off x="817988" y="2442350"/>
              <a:ext cx="3456300" cy="90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18" name="Google Shape;718;p121"/>
            <p:cNvSpPr/>
            <p:nvPr/>
          </p:nvSpPr>
          <p:spPr>
            <a:xfrm>
              <a:off x="847904" y="2229050"/>
              <a:ext cx="3234300" cy="2133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Exposure Alerting &amp; Sensitive Data Detection</a:t>
              </a:r>
              <a:endParaRPr sz="700">
                <a:solidFill>
                  <a:schemeClr val="lt1"/>
                </a:solidFill>
                <a:latin typeface="Mulish Light"/>
                <a:ea typeface="Mulish Light"/>
                <a:cs typeface="Mulish Light"/>
                <a:sym typeface="Mulish Light"/>
              </a:endParaRPr>
            </a:p>
          </p:txBody>
        </p:sp>
      </p:grpSp>
      <p:grpSp>
        <p:nvGrpSpPr>
          <p:cNvPr id="719" name="Google Shape;719;p121"/>
          <p:cNvGrpSpPr/>
          <p:nvPr/>
        </p:nvGrpSpPr>
        <p:grpSpPr>
          <a:xfrm>
            <a:off x="4743792" y="3904200"/>
            <a:ext cx="3648103" cy="793758"/>
            <a:chOff x="610564" y="3763583"/>
            <a:chExt cx="3661283" cy="884804"/>
          </a:xfrm>
        </p:grpSpPr>
        <p:sp>
          <p:nvSpPr>
            <p:cNvPr id="720" name="Google Shape;720;p121"/>
            <p:cNvSpPr/>
            <p:nvPr/>
          </p:nvSpPr>
          <p:spPr>
            <a:xfrm rot="5400000">
              <a:off x="2003697" y="2370533"/>
              <a:ext cx="8751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21" name="Google Shape;721;p121"/>
            <p:cNvSpPr/>
            <p:nvPr/>
          </p:nvSpPr>
          <p:spPr>
            <a:xfrm>
              <a:off x="610564" y="3763583"/>
              <a:ext cx="234900" cy="8751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22" name="Google Shape;722;p121"/>
            <p:cNvSpPr txBox="1"/>
            <p:nvPr/>
          </p:nvSpPr>
          <p:spPr>
            <a:xfrm rot="-5400000">
              <a:off x="290305" y="4105837"/>
              <a:ext cx="875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INTEGRATIONS</a:t>
              </a:r>
              <a:endParaRPr sz="1100">
                <a:solidFill>
                  <a:schemeClr val="lt1"/>
                </a:solidFill>
                <a:latin typeface="Mulish Light"/>
                <a:ea typeface="Mulish Light"/>
                <a:cs typeface="Mulish Light"/>
                <a:sym typeface="Mulish Light"/>
              </a:endParaRPr>
            </a:p>
          </p:txBody>
        </p:sp>
        <p:sp>
          <p:nvSpPr>
            <p:cNvPr id="723" name="Google Shape;723;p121"/>
            <p:cNvSpPr/>
            <p:nvPr/>
          </p:nvSpPr>
          <p:spPr>
            <a:xfrm flipH="1">
              <a:off x="815538" y="39863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24" name="Google Shape;724;p121"/>
            <p:cNvSpPr/>
            <p:nvPr/>
          </p:nvSpPr>
          <p:spPr>
            <a:xfrm>
              <a:off x="845490" y="3773061"/>
              <a:ext cx="32061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Alerting &amp; Ticketing  </a:t>
              </a:r>
              <a:endParaRPr sz="700">
                <a:solidFill>
                  <a:schemeClr val="lt1"/>
                </a:solidFill>
                <a:latin typeface="Mulish Light"/>
                <a:ea typeface="Mulish Light"/>
                <a:cs typeface="Mulish Light"/>
                <a:sym typeface="Mulish Light"/>
              </a:endParaRPr>
            </a:p>
          </p:txBody>
        </p:sp>
        <p:sp>
          <p:nvSpPr>
            <p:cNvPr id="725" name="Google Shape;725;p121"/>
            <p:cNvSpPr/>
            <p:nvPr/>
          </p:nvSpPr>
          <p:spPr>
            <a:xfrm flipH="1">
              <a:off x="815538" y="4199650"/>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grpSp>
      <p:sp>
        <p:nvSpPr>
          <p:cNvPr id="726" name="Google Shape;726;p121"/>
          <p:cNvSpPr/>
          <p:nvPr/>
        </p:nvSpPr>
        <p:spPr>
          <a:xfrm>
            <a:off x="4968772" y="4111149"/>
            <a:ext cx="3222600" cy="1911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Asset Management  </a:t>
            </a:r>
            <a:endParaRPr sz="700">
              <a:solidFill>
                <a:schemeClr val="lt1"/>
              </a:solidFill>
              <a:latin typeface="Mulish Light"/>
              <a:ea typeface="Mulish Light"/>
              <a:cs typeface="Mulish Light"/>
              <a:sym typeface="Mulish Light"/>
            </a:endParaRPr>
          </a:p>
        </p:txBody>
      </p:sp>
      <p:sp>
        <p:nvSpPr>
          <p:cNvPr id="727" name="Google Shape;727;p121"/>
          <p:cNvSpPr/>
          <p:nvPr/>
        </p:nvSpPr>
        <p:spPr>
          <a:xfrm>
            <a:off x="4968772" y="4302400"/>
            <a:ext cx="3222600" cy="1911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CI/CD Tools </a:t>
            </a:r>
            <a:endParaRPr sz="700">
              <a:solidFill>
                <a:schemeClr val="lt1"/>
              </a:solidFill>
              <a:latin typeface="Mulish Light"/>
              <a:ea typeface="Mulish Light"/>
              <a:cs typeface="Mulish Light"/>
              <a:sym typeface="Mulish Light"/>
            </a:endParaRPr>
          </a:p>
        </p:txBody>
      </p:sp>
      <p:sp>
        <p:nvSpPr>
          <p:cNvPr id="728" name="Google Shape;728;p121"/>
          <p:cNvSpPr/>
          <p:nvPr/>
        </p:nvSpPr>
        <p:spPr>
          <a:xfrm>
            <a:off x="4968772" y="4491067"/>
            <a:ext cx="3222600" cy="1911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SOAR Tools </a:t>
            </a:r>
            <a:endParaRPr sz="700">
              <a:solidFill>
                <a:schemeClr val="lt1"/>
              </a:solidFill>
              <a:latin typeface="Mulish Light"/>
              <a:ea typeface="Mulish Light"/>
              <a:cs typeface="Mulish Light"/>
              <a:sym typeface="Mulish Light"/>
            </a:endParaRPr>
          </a:p>
        </p:txBody>
      </p:sp>
      <p:sp>
        <p:nvSpPr>
          <p:cNvPr id="729" name="Google Shape;729;p121"/>
          <p:cNvSpPr txBox="1"/>
          <p:nvPr/>
        </p:nvSpPr>
        <p:spPr>
          <a:xfrm>
            <a:off x="657600" y="798875"/>
            <a:ext cx="25887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000">
                <a:solidFill>
                  <a:schemeClr val="lt1"/>
                </a:solidFill>
                <a:latin typeface="Mulish"/>
                <a:ea typeface="Mulish"/>
                <a:cs typeface="Mulish"/>
                <a:sym typeface="Mulish"/>
              </a:rPr>
              <a:t>Orca Cloud Security Platform (CNAPP)</a:t>
            </a:r>
            <a:endParaRPr sz="1000">
              <a:solidFill>
                <a:schemeClr val="lt1"/>
              </a:solidFill>
              <a:latin typeface="Mulish"/>
              <a:ea typeface="Mulish"/>
              <a:cs typeface="Mulish"/>
              <a:sym typeface="Mulish"/>
            </a:endParaRPr>
          </a:p>
        </p:txBody>
      </p:sp>
      <p:sp>
        <p:nvSpPr>
          <p:cNvPr id="730" name="Google Shape;730;p121"/>
          <p:cNvSpPr/>
          <p:nvPr/>
        </p:nvSpPr>
        <p:spPr>
          <a:xfrm flipH="1">
            <a:off x="4948050" y="4491058"/>
            <a:ext cx="3444000" cy="84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31" name="Google Shape;731;p121"/>
          <p:cNvSpPr/>
          <p:nvPr/>
        </p:nvSpPr>
        <p:spPr>
          <a:xfrm>
            <a:off x="4973421" y="1748037"/>
            <a:ext cx="3213300" cy="1398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Open Source License Scanning </a:t>
            </a:r>
            <a:endParaRPr sz="700">
              <a:solidFill>
                <a:schemeClr val="lt1"/>
              </a:solidFill>
              <a:latin typeface="Mulish Light"/>
              <a:ea typeface="Mulish Light"/>
              <a:cs typeface="Mulish Light"/>
              <a:sym typeface="Mulish Light"/>
            </a:endParaRPr>
          </a:p>
        </p:txBody>
      </p:sp>
      <p:sp>
        <p:nvSpPr>
          <p:cNvPr id="732" name="Google Shape;732;p121"/>
          <p:cNvSpPr/>
          <p:nvPr/>
        </p:nvSpPr>
        <p:spPr>
          <a:xfrm>
            <a:off x="4973421" y="1897993"/>
            <a:ext cx="3195000" cy="193500"/>
          </a:xfrm>
          <a:prstGeom prst="roundRect">
            <a:avLst>
              <a:gd name="adj" fmla="val 8604"/>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Cloud-to-Dev Tracing </a:t>
            </a:r>
            <a:endParaRPr sz="700">
              <a:solidFill>
                <a:schemeClr val="lt1"/>
              </a:solidFill>
              <a:latin typeface="Mulish Light"/>
              <a:ea typeface="Mulish Light"/>
              <a:cs typeface="Mulish Light"/>
              <a:sym typeface="Mulish Light"/>
            </a:endParaRPr>
          </a:p>
        </p:txBody>
      </p:sp>
      <p:sp>
        <p:nvSpPr>
          <p:cNvPr id="733" name="Google Shape;733;p121"/>
          <p:cNvSpPr/>
          <p:nvPr/>
        </p:nvSpPr>
        <p:spPr>
          <a:xfrm flipH="1">
            <a:off x="4948027" y="1709099"/>
            <a:ext cx="3444000" cy="84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sp>
        <p:nvSpPr>
          <p:cNvPr id="734" name="Google Shape;734;p121"/>
          <p:cNvSpPr/>
          <p:nvPr/>
        </p:nvSpPr>
        <p:spPr>
          <a:xfrm flipH="1">
            <a:off x="4948027" y="1895057"/>
            <a:ext cx="3444000" cy="8400"/>
          </a:xfrm>
          <a:prstGeom prst="roundRect">
            <a:avLst>
              <a:gd name="adj" fmla="val 50000"/>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sz="1300"/>
          </a:p>
        </p:txBody>
      </p:sp>
      <p:grpSp>
        <p:nvGrpSpPr>
          <p:cNvPr id="735" name="Google Shape;735;p121"/>
          <p:cNvGrpSpPr/>
          <p:nvPr/>
        </p:nvGrpSpPr>
        <p:grpSpPr>
          <a:xfrm>
            <a:off x="657625" y="2577382"/>
            <a:ext cx="3657248" cy="1221382"/>
            <a:chOff x="613000" y="2533658"/>
            <a:chExt cx="3661275" cy="1100939"/>
          </a:xfrm>
        </p:grpSpPr>
        <p:sp>
          <p:nvSpPr>
            <p:cNvPr id="736" name="Google Shape;736;p121"/>
            <p:cNvSpPr/>
            <p:nvPr/>
          </p:nvSpPr>
          <p:spPr>
            <a:xfrm rot="5400000">
              <a:off x="1895575" y="1251158"/>
              <a:ext cx="1096200" cy="3661200"/>
            </a:xfrm>
            <a:prstGeom prst="round2SameRect">
              <a:avLst>
                <a:gd name="adj1" fmla="val 4375"/>
                <a:gd name="adj2" fmla="val 0"/>
              </a:avLst>
            </a:prstGeom>
            <a:solidFill>
              <a:srgbClr val="101921">
                <a:alpha val="50000"/>
              </a:srgbClr>
            </a:solidFill>
            <a:ln w="9525" cap="flat" cmpd="sng">
              <a:solidFill>
                <a:schemeClr val="accent1"/>
              </a:solidFill>
              <a:prstDash val="solid"/>
              <a:round/>
              <a:headEnd type="none" w="sm" len="sm"/>
              <a:tailEnd type="none" w="sm" len="sm"/>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37" name="Google Shape;737;p121"/>
            <p:cNvSpPr/>
            <p:nvPr/>
          </p:nvSpPr>
          <p:spPr>
            <a:xfrm>
              <a:off x="613000" y="2533659"/>
              <a:ext cx="234900" cy="1096200"/>
            </a:xfrm>
            <a:prstGeom prst="rect">
              <a:avLst/>
            </a:prstGeom>
            <a:solidFill>
              <a:schemeClr val="accent1"/>
            </a:solidFill>
            <a:ln>
              <a:noFill/>
            </a:ln>
          </p:spPr>
          <p:txBody>
            <a:bodyPr spcFirstLastPara="1" wrap="square" lIns="91425" tIns="91425" rIns="0" bIns="91425" anchor="ctr" anchorCtr="0">
              <a:noAutofit/>
            </a:bodyPr>
            <a:lstStyle/>
            <a:p>
              <a:pPr marL="0" lvl="0" indent="0" algn="ctr" rtl="0">
                <a:spcBef>
                  <a:spcPts val="0"/>
                </a:spcBef>
                <a:spcAft>
                  <a:spcPts val="0"/>
                </a:spcAft>
                <a:buNone/>
              </a:pPr>
              <a:endParaRPr sz="1300">
                <a:latin typeface="Mulish Light"/>
                <a:ea typeface="Mulish Light"/>
                <a:cs typeface="Mulish Light"/>
                <a:sym typeface="Mulish Light"/>
              </a:endParaRPr>
            </a:p>
          </p:txBody>
        </p:sp>
        <p:sp>
          <p:nvSpPr>
            <p:cNvPr id="738" name="Google Shape;738;p121"/>
            <p:cNvSpPr txBox="1"/>
            <p:nvPr/>
          </p:nvSpPr>
          <p:spPr>
            <a:xfrm rot="-5400000">
              <a:off x="184750" y="2984047"/>
              <a:ext cx="1091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700" b="1">
                  <a:solidFill>
                    <a:schemeClr val="lt1"/>
                  </a:solidFill>
                  <a:latin typeface="Mulish"/>
                  <a:ea typeface="Mulish"/>
                  <a:cs typeface="Mulish"/>
                  <a:sym typeface="Mulish"/>
                </a:rPr>
                <a:t>CWPP</a:t>
              </a:r>
              <a:endParaRPr sz="1100">
                <a:solidFill>
                  <a:schemeClr val="lt1"/>
                </a:solidFill>
                <a:latin typeface="Mulish Light"/>
                <a:ea typeface="Mulish Light"/>
                <a:cs typeface="Mulish Light"/>
                <a:sym typeface="Mulish Light"/>
              </a:endParaRPr>
            </a:p>
          </p:txBody>
        </p:sp>
        <p:sp>
          <p:nvSpPr>
            <p:cNvPr id="739" name="Google Shape;739;p121"/>
            <p:cNvSpPr/>
            <p:nvPr/>
          </p:nvSpPr>
          <p:spPr>
            <a:xfrm flipH="1">
              <a:off x="817975" y="2756413"/>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40" name="Google Shape;740;p121"/>
            <p:cNvSpPr/>
            <p:nvPr/>
          </p:nvSpPr>
          <p:spPr>
            <a:xfrm>
              <a:off x="847909" y="2543134"/>
              <a:ext cx="32319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Vulnerability Management (Host OS, Container, Function) </a:t>
              </a:r>
              <a:endParaRPr sz="700">
                <a:solidFill>
                  <a:schemeClr val="lt1"/>
                </a:solidFill>
                <a:latin typeface="Mulish Light"/>
                <a:ea typeface="Mulish Light"/>
                <a:cs typeface="Mulish Light"/>
                <a:sym typeface="Mulish Light"/>
              </a:endParaRPr>
            </a:p>
          </p:txBody>
        </p:sp>
        <p:sp>
          <p:nvSpPr>
            <p:cNvPr id="741" name="Google Shape;741;p121"/>
            <p:cNvSpPr/>
            <p:nvPr/>
          </p:nvSpPr>
          <p:spPr>
            <a:xfrm flipH="1">
              <a:off x="817975" y="2969713"/>
              <a:ext cx="34563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42" name="Google Shape;742;p121"/>
            <p:cNvSpPr/>
            <p:nvPr/>
          </p:nvSpPr>
          <p:spPr>
            <a:xfrm>
              <a:off x="847908" y="2756402"/>
              <a:ext cx="32832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Workload Compliance </a:t>
              </a:r>
              <a:endParaRPr sz="700">
                <a:solidFill>
                  <a:schemeClr val="lt1"/>
                </a:solidFill>
                <a:latin typeface="Mulish Light"/>
                <a:ea typeface="Mulish Light"/>
                <a:cs typeface="Mulish Light"/>
                <a:sym typeface="Mulish Light"/>
              </a:endParaRPr>
            </a:p>
          </p:txBody>
        </p:sp>
        <p:sp>
          <p:nvSpPr>
            <p:cNvPr id="743" name="Google Shape;743;p121"/>
            <p:cNvSpPr/>
            <p:nvPr/>
          </p:nvSpPr>
          <p:spPr>
            <a:xfrm>
              <a:off x="847908" y="2969716"/>
              <a:ext cx="32832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Malware Analysis </a:t>
              </a:r>
              <a:endParaRPr sz="700">
                <a:solidFill>
                  <a:schemeClr val="lt1"/>
                </a:solidFill>
                <a:latin typeface="Mulish Light"/>
                <a:ea typeface="Mulish Light"/>
                <a:cs typeface="Mulish Light"/>
                <a:sym typeface="Mulish Light"/>
              </a:endParaRPr>
            </a:p>
          </p:txBody>
        </p:sp>
        <p:sp>
          <p:nvSpPr>
            <p:cNvPr id="744" name="Google Shape;744;p121"/>
            <p:cNvSpPr/>
            <p:nvPr/>
          </p:nvSpPr>
          <p:spPr>
            <a:xfrm flipH="1">
              <a:off x="838800" y="3192025"/>
              <a:ext cx="34197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45" name="Google Shape;745;p121"/>
            <p:cNvSpPr/>
            <p:nvPr/>
          </p:nvSpPr>
          <p:spPr>
            <a:xfrm flipH="1">
              <a:off x="851750" y="3405325"/>
              <a:ext cx="3419700" cy="9000"/>
            </a:xfrm>
            <a:prstGeom prst="roundRect">
              <a:avLst>
                <a:gd name="adj" fmla="val 50000"/>
              </a:avLst>
            </a:prstGeom>
            <a:solidFill>
              <a:schemeClr val="accent1"/>
            </a:solidFill>
            <a:ln>
              <a:noFill/>
            </a:ln>
          </p:spPr>
          <p:txBody>
            <a:bodyPr spcFirstLastPara="1" wrap="square" lIns="68575" tIns="68575" rIns="0" bIns="68575" anchor="ctr" anchorCtr="0">
              <a:noAutofit/>
            </a:bodyPr>
            <a:lstStyle/>
            <a:p>
              <a:pPr marL="0" lvl="0" indent="0" algn="l" rtl="0">
                <a:spcBef>
                  <a:spcPts val="0"/>
                </a:spcBef>
                <a:spcAft>
                  <a:spcPts val="0"/>
                </a:spcAft>
                <a:buNone/>
              </a:pPr>
              <a:endParaRPr sz="1300"/>
            </a:p>
          </p:txBody>
        </p:sp>
        <p:sp>
          <p:nvSpPr>
            <p:cNvPr id="746" name="Google Shape;746;p121"/>
            <p:cNvSpPr/>
            <p:nvPr/>
          </p:nvSpPr>
          <p:spPr>
            <a:xfrm>
              <a:off x="847900" y="3192025"/>
              <a:ext cx="32319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Log Collection &amp; Inspection </a:t>
              </a:r>
              <a:endParaRPr sz="700">
                <a:solidFill>
                  <a:schemeClr val="lt1"/>
                </a:solidFill>
                <a:latin typeface="Mulish Light"/>
                <a:ea typeface="Mulish Light"/>
                <a:cs typeface="Mulish Light"/>
                <a:sym typeface="Mulish Light"/>
              </a:endParaRPr>
            </a:p>
          </p:txBody>
        </p:sp>
        <p:sp>
          <p:nvSpPr>
            <p:cNvPr id="747" name="Google Shape;747;p121"/>
            <p:cNvSpPr/>
            <p:nvPr/>
          </p:nvSpPr>
          <p:spPr>
            <a:xfrm>
              <a:off x="847908" y="3405315"/>
              <a:ext cx="3283200" cy="213300"/>
            </a:xfrm>
            <a:prstGeom prst="roundRect">
              <a:avLst>
                <a:gd name="adj" fmla="val 8604"/>
              </a:avLst>
            </a:prstGeom>
            <a:noFill/>
            <a:ln>
              <a:noFill/>
            </a:ln>
          </p:spPr>
          <p:txBody>
            <a:bodyPr spcFirstLastPara="1" wrap="square" lIns="91425" tIns="91425" rIns="0" bIns="91425" anchor="ctr" anchorCtr="0">
              <a:noAutofit/>
            </a:bodyPr>
            <a:lstStyle/>
            <a:p>
              <a:pPr marL="0" lvl="0" indent="0" algn="l" rtl="0">
                <a:spcBef>
                  <a:spcPts val="0"/>
                </a:spcBef>
                <a:spcAft>
                  <a:spcPts val="0"/>
                </a:spcAft>
                <a:buNone/>
              </a:pPr>
              <a:r>
                <a:rPr lang="en" sz="700">
                  <a:solidFill>
                    <a:schemeClr val="lt1"/>
                  </a:solidFill>
                  <a:latin typeface="Mulish Light"/>
                  <a:ea typeface="Mulish Light"/>
                  <a:cs typeface="Mulish Light"/>
                  <a:sym typeface="Mulish Light"/>
                </a:rPr>
                <a:t>Sensor-Based Runtime Protection </a:t>
              </a:r>
              <a:endParaRPr sz="700">
                <a:solidFill>
                  <a:schemeClr val="lt1"/>
                </a:solidFill>
                <a:latin typeface="Mulish Light"/>
                <a:ea typeface="Mulish Light"/>
                <a:cs typeface="Mulish Light"/>
                <a:sym typeface="Mulish Light"/>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122"/>
          <p:cNvSpPr txBox="1">
            <a:spLocks noGrp="1"/>
          </p:cNvSpPr>
          <p:nvPr>
            <p:ph type="title"/>
          </p:nvPr>
        </p:nvSpPr>
        <p:spPr>
          <a:xfrm>
            <a:off x="1280160" y="2252400"/>
            <a:ext cx="7159200" cy="6624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SzPts val="4200"/>
              <a:buNone/>
            </a:pPr>
            <a:r>
              <a:rPr lang="en"/>
              <a:t>Customer Support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123"/>
          <p:cNvSpPr/>
          <p:nvPr/>
        </p:nvSpPr>
        <p:spPr>
          <a:xfrm>
            <a:off x="563750" y="543875"/>
            <a:ext cx="8043000" cy="5814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800"/>
              <a:buFont typeface="Arial"/>
              <a:buNone/>
            </a:pPr>
            <a:r>
              <a:rPr lang="en" sz="2300">
                <a:latin typeface="Manrope Medium"/>
                <a:ea typeface="Manrope Medium"/>
                <a:cs typeface="Manrope Medium"/>
                <a:sym typeface="Manrope Medium"/>
              </a:rPr>
              <a:t>Capacidades de CSM e CSE </a:t>
            </a:r>
            <a:endParaRPr>
              <a:solidFill>
                <a:srgbClr val="FF0000"/>
              </a:solidFill>
            </a:endParaRPr>
          </a:p>
        </p:txBody>
      </p:sp>
      <p:sp>
        <p:nvSpPr>
          <p:cNvPr id="758" name="Google Shape;758;p123"/>
          <p:cNvSpPr/>
          <p:nvPr/>
        </p:nvSpPr>
        <p:spPr>
          <a:xfrm flipH="1">
            <a:off x="566444" y="1236413"/>
            <a:ext cx="8037600" cy="18300"/>
          </a:xfrm>
          <a:prstGeom prst="roundRect">
            <a:avLst>
              <a:gd name="adj" fmla="val 50000"/>
            </a:avLst>
          </a:prstGeom>
          <a:solidFill>
            <a:schemeClr val="accent3"/>
          </a:solidFill>
          <a:ln>
            <a:noFill/>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123"/>
          <p:cNvSpPr/>
          <p:nvPr/>
        </p:nvSpPr>
        <p:spPr>
          <a:xfrm>
            <a:off x="539750"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0" name="Google Shape;760;p123"/>
          <p:cNvSpPr/>
          <p:nvPr/>
        </p:nvSpPr>
        <p:spPr>
          <a:xfrm>
            <a:off x="2178606"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1" name="Google Shape;761;p123"/>
          <p:cNvSpPr/>
          <p:nvPr/>
        </p:nvSpPr>
        <p:spPr>
          <a:xfrm>
            <a:off x="3817462"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2" name="Google Shape;762;p123"/>
          <p:cNvSpPr/>
          <p:nvPr/>
        </p:nvSpPr>
        <p:spPr>
          <a:xfrm>
            <a:off x="5456318"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3" name="Google Shape;763;p123"/>
          <p:cNvSpPr/>
          <p:nvPr/>
        </p:nvSpPr>
        <p:spPr>
          <a:xfrm>
            <a:off x="7095173" y="1394463"/>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4" name="Google Shape;764;p123"/>
          <p:cNvSpPr/>
          <p:nvPr/>
        </p:nvSpPr>
        <p:spPr>
          <a:xfrm>
            <a:off x="539750" y="3093541"/>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5" name="Google Shape;765;p123"/>
          <p:cNvSpPr/>
          <p:nvPr/>
        </p:nvSpPr>
        <p:spPr>
          <a:xfrm>
            <a:off x="2178606" y="3064262"/>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6" name="Google Shape;766;p123"/>
          <p:cNvSpPr/>
          <p:nvPr/>
        </p:nvSpPr>
        <p:spPr>
          <a:xfrm>
            <a:off x="3817462" y="3093541"/>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7" name="Google Shape;767;p123"/>
          <p:cNvSpPr/>
          <p:nvPr/>
        </p:nvSpPr>
        <p:spPr>
          <a:xfrm>
            <a:off x="5456318" y="3093541"/>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8" name="Google Shape;768;p123"/>
          <p:cNvSpPr/>
          <p:nvPr/>
        </p:nvSpPr>
        <p:spPr>
          <a:xfrm>
            <a:off x="7095173" y="3093541"/>
            <a:ext cx="1515300" cy="1565700"/>
          </a:xfrm>
          <a:prstGeom prst="roundRect">
            <a:avLst>
              <a:gd name="adj" fmla="val 9649"/>
            </a:avLst>
          </a:prstGeom>
          <a:solidFill>
            <a:schemeClr val="lt1"/>
          </a:solidFill>
          <a:ln w="9525"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69" name="Google Shape;769;p123"/>
          <p:cNvSpPr txBox="1"/>
          <p:nvPr/>
        </p:nvSpPr>
        <p:spPr>
          <a:xfrm>
            <a:off x="951533" y="1525171"/>
            <a:ext cx="954900" cy="184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CSM e CSE atribuídos: início da integração</a:t>
            </a:r>
            <a:endParaRPr/>
          </a:p>
        </p:txBody>
      </p:sp>
      <p:sp>
        <p:nvSpPr>
          <p:cNvPr id="770" name="Google Shape;770;p123"/>
          <p:cNvSpPr/>
          <p:nvPr/>
        </p:nvSpPr>
        <p:spPr>
          <a:xfrm>
            <a:off x="688354"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71" name="Google Shape;771;p123"/>
          <p:cNvSpPr txBox="1"/>
          <p:nvPr/>
        </p:nvSpPr>
        <p:spPr>
          <a:xfrm>
            <a:off x="688354" y="1823181"/>
            <a:ext cx="1218300" cy="110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Seu Customer Success Manager (CSM) e seu Customer Success Engineer (CSE) são seus principais pontos de contato e o orientarão em toda a sua jornada com a Orca. Eles estão aqui para garantir que o valor seja gerado por meio da adoção e implementação. Pense no seu CSM como seu gerente de contas e no seu CSE como sua contraparte técnica.</a:t>
            </a:r>
            <a:endParaRPr/>
          </a:p>
        </p:txBody>
      </p:sp>
      <p:sp>
        <p:nvSpPr>
          <p:cNvPr id="772" name="Google Shape;772;p123"/>
          <p:cNvSpPr txBox="1"/>
          <p:nvPr/>
        </p:nvSpPr>
        <p:spPr>
          <a:xfrm>
            <a:off x="2590389" y="1571337"/>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Chamadas de cadencia</a:t>
            </a:r>
            <a:endParaRPr/>
          </a:p>
        </p:txBody>
      </p:sp>
      <p:sp>
        <p:nvSpPr>
          <p:cNvPr id="773" name="Google Shape;773;p123"/>
          <p:cNvSpPr/>
          <p:nvPr/>
        </p:nvSpPr>
        <p:spPr>
          <a:xfrm>
            <a:off x="2327210"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74" name="Google Shape;774;p123"/>
          <p:cNvSpPr txBox="1"/>
          <p:nvPr/>
        </p:nvSpPr>
        <p:spPr>
          <a:xfrm>
            <a:off x="2327199" y="1823175"/>
            <a:ext cx="1342800" cy="1100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00000"/>
              </a:buClr>
              <a:buSzPts val="550"/>
              <a:buFont typeface="Arial"/>
              <a:buNone/>
            </a:pPr>
            <a:r>
              <a:rPr lang="en" sz="550">
                <a:solidFill>
                  <a:schemeClr val="dk1"/>
                </a:solidFill>
                <a:latin typeface="Mulish"/>
                <a:ea typeface="Mulish"/>
                <a:cs typeface="Mulish"/>
                <a:sym typeface="Mulish"/>
              </a:rPr>
              <a:t>Las llamadas de cadencia son puntos de contacto recurrentes con su equipo de atención al cliente, que ofrecen la oportunidad de sincronizarse sobre dónde se encuentra en su recorrido con Orca. Aquí tendrá la oportunidad de analizar cómo sus procesos y flujos de trabajo incorporan las mejores prácticas de Orca, analizar los próximos pasos para avanzar y analizar cualquier solicitud de funciones o problema que haya enviado.</a:t>
            </a:r>
            <a:endParaRPr/>
          </a:p>
          <a:p>
            <a:pPr marL="0" marR="0" lvl="0" indent="0" algn="l" rtl="0">
              <a:lnSpc>
                <a:spcPct val="100000"/>
              </a:lnSpc>
              <a:spcBef>
                <a:spcPts val="0"/>
              </a:spcBef>
              <a:spcAft>
                <a:spcPts val="0"/>
              </a:spcAft>
              <a:buClr>
                <a:srgbClr val="000000"/>
              </a:buClr>
              <a:buSzPts val="550"/>
              <a:buFont typeface="Arial"/>
              <a:buNone/>
            </a:pPr>
            <a:endParaRPr sz="550">
              <a:solidFill>
                <a:srgbClr val="101921"/>
              </a:solidFill>
              <a:latin typeface="Mulish"/>
              <a:ea typeface="Mulish"/>
              <a:cs typeface="Mulish"/>
              <a:sym typeface="Mulish"/>
            </a:endParaRPr>
          </a:p>
        </p:txBody>
      </p:sp>
      <p:sp>
        <p:nvSpPr>
          <p:cNvPr id="775" name="Google Shape;775;p123"/>
          <p:cNvSpPr txBox="1"/>
          <p:nvPr/>
        </p:nvSpPr>
        <p:spPr>
          <a:xfrm>
            <a:off x="4229245" y="1525171"/>
            <a:ext cx="954900" cy="1848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Análise Anual de Ameaças</a:t>
            </a:r>
            <a:endParaRPr/>
          </a:p>
        </p:txBody>
      </p:sp>
      <p:sp>
        <p:nvSpPr>
          <p:cNvPr id="776" name="Google Shape;776;p123"/>
          <p:cNvSpPr/>
          <p:nvPr/>
        </p:nvSpPr>
        <p:spPr>
          <a:xfrm>
            <a:off x="3966066"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77" name="Google Shape;777;p123"/>
          <p:cNvSpPr txBox="1"/>
          <p:nvPr/>
        </p:nvSpPr>
        <p:spPr>
          <a:xfrm>
            <a:off x="3966066" y="1823181"/>
            <a:ext cx="1218300" cy="369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A Orca realiza uma revisão completa de seu ambiente e fornece um resumo das descobertas.</a:t>
            </a:r>
            <a:endParaRPr/>
          </a:p>
        </p:txBody>
      </p:sp>
      <p:sp>
        <p:nvSpPr>
          <p:cNvPr id="778" name="Google Shape;778;p123"/>
          <p:cNvSpPr txBox="1"/>
          <p:nvPr/>
        </p:nvSpPr>
        <p:spPr>
          <a:xfrm>
            <a:off x="5868101" y="1571337"/>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Treinamento</a:t>
            </a:r>
            <a:endParaRPr/>
          </a:p>
        </p:txBody>
      </p:sp>
      <p:sp>
        <p:nvSpPr>
          <p:cNvPr id="779" name="Google Shape;779;p123"/>
          <p:cNvSpPr/>
          <p:nvPr/>
        </p:nvSpPr>
        <p:spPr>
          <a:xfrm>
            <a:off x="5604922"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80" name="Google Shape;780;p123"/>
          <p:cNvSpPr txBox="1"/>
          <p:nvPr/>
        </p:nvSpPr>
        <p:spPr>
          <a:xfrm>
            <a:off x="5604922" y="1823181"/>
            <a:ext cx="1218300" cy="831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O Treinamento para Clientes da Orca oferece uma sessão de treinamento ao vivo conduzida pelo seu CSE. Ele o guiará por cada área do produto e reservará um tempo para perguntas e respostas. Esta sessão será gravada e compartilhada com sua equipe para uso futuro.</a:t>
            </a:r>
            <a:endParaRPr/>
          </a:p>
        </p:txBody>
      </p:sp>
      <p:sp>
        <p:nvSpPr>
          <p:cNvPr id="781" name="Google Shape;781;p123"/>
          <p:cNvSpPr txBox="1"/>
          <p:nvPr/>
        </p:nvSpPr>
        <p:spPr>
          <a:xfrm>
            <a:off x="7506956" y="1571337"/>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a:solidFill>
                  <a:srgbClr val="0080FF"/>
                </a:solidFill>
                <a:latin typeface="Mulish"/>
                <a:ea typeface="Mulish"/>
                <a:cs typeface="Mulish"/>
                <a:sym typeface="Mulish"/>
              </a:rPr>
              <a:t>Guia de operações</a:t>
            </a:r>
            <a:endParaRPr/>
          </a:p>
        </p:txBody>
      </p:sp>
      <p:sp>
        <p:nvSpPr>
          <p:cNvPr id="782" name="Google Shape;782;p123"/>
          <p:cNvSpPr/>
          <p:nvPr/>
        </p:nvSpPr>
        <p:spPr>
          <a:xfrm>
            <a:off x="7243777" y="1515855"/>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83" name="Google Shape;783;p123"/>
          <p:cNvSpPr txBox="1"/>
          <p:nvPr/>
        </p:nvSpPr>
        <p:spPr>
          <a:xfrm>
            <a:off x="7243777" y="1823181"/>
            <a:ext cx="1218300" cy="931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550"/>
              <a:buFont typeface="Arial"/>
              <a:buNone/>
            </a:pPr>
            <a:r>
              <a:rPr lang="en" sz="550">
                <a:solidFill>
                  <a:srgbClr val="101921"/>
                </a:solidFill>
                <a:latin typeface="Mulish"/>
                <a:ea typeface="Mulish"/>
                <a:cs typeface="Mulish"/>
                <a:sym typeface="Mulish"/>
              </a:rPr>
              <a:t>O Guia de Melhores Práticas de Operações da Orca é uma coleção documentada das etapas e práticas mais benéficas que a Orca observou em sua base de clientes. Você terá acesso ao nosso Guia de Operações dentro do conjunto de documentação da Orca, e as melhores práticas serão discutidas em momentos apropriados ao longo de sua jornada com a Orca, durante nossas ligações da Cadence.</a:t>
            </a:r>
            <a:endParaRPr/>
          </a:p>
        </p:txBody>
      </p:sp>
      <p:sp>
        <p:nvSpPr>
          <p:cNvPr id="784" name="Google Shape;784;p123"/>
          <p:cNvSpPr txBox="1"/>
          <p:nvPr/>
        </p:nvSpPr>
        <p:spPr>
          <a:xfrm>
            <a:off x="951533" y="3270415"/>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rgbClr val="0080FF"/>
                </a:solidFill>
                <a:latin typeface="Mulish"/>
                <a:ea typeface="Mulish"/>
                <a:cs typeface="Mulish"/>
                <a:sym typeface="Mulish"/>
              </a:rPr>
              <a:t>Feature Release Reviews</a:t>
            </a:r>
            <a:endParaRPr/>
          </a:p>
        </p:txBody>
      </p:sp>
      <p:sp>
        <p:nvSpPr>
          <p:cNvPr id="785" name="Google Shape;785;p123"/>
          <p:cNvSpPr/>
          <p:nvPr/>
        </p:nvSpPr>
        <p:spPr>
          <a:xfrm>
            <a:off x="688354" y="3214933"/>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86" name="Google Shape;786;p123"/>
          <p:cNvSpPr txBox="1"/>
          <p:nvPr/>
        </p:nvSpPr>
        <p:spPr>
          <a:xfrm>
            <a:off x="688354" y="3522259"/>
            <a:ext cx="1218300" cy="461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Durante as ligações regulares da Cadence, seu CSE e CSM compartilharão as últimas atualizações do produto e os melhores insights sobre a Orca.</a:t>
            </a:r>
            <a:endParaRPr/>
          </a:p>
        </p:txBody>
      </p:sp>
      <p:sp>
        <p:nvSpPr>
          <p:cNvPr id="787" name="Google Shape;787;p123"/>
          <p:cNvSpPr txBox="1"/>
          <p:nvPr/>
        </p:nvSpPr>
        <p:spPr>
          <a:xfrm>
            <a:off x="2590389" y="3241136"/>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rgbClr val="0080FF"/>
                </a:solidFill>
                <a:latin typeface="Mulish"/>
                <a:ea typeface="Mulish"/>
                <a:cs typeface="Mulish"/>
                <a:sym typeface="Mulish"/>
              </a:rPr>
              <a:t>Roadmap Reviews</a:t>
            </a:r>
            <a:endParaRPr/>
          </a:p>
        </p:txBody>
      </p:sp>
      <p:sp>
        <p:nvSpPr>
          <p:cNvPr id="788" name="Google Shape;788;p123"/>
          <p:cNvSpPr/>
          <p:nvPr/>
        </p:nvSpPr>
        <p:spPr>
          <a:xfrm>
            <a:off x="2327210" y="3185654"/>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89" name="Google Shape;789;p123"/>
          <p:cNvSpPr txBox="1"/>
          <p:nvPr/>
        </p:nvSpPr>
        <p:spPr>
          <a:xfrm>
            <a:off x="2327210" y="3492980"/>
            <a:ext cx="1218300" cy="1269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rgbClr val="000000"/>
              </a:buClr>
              <a:buSzPts val="550"/>
              <a:buFont typeface="Arial"/>
              <a:buNone/>
            </a:pPr>
            <a:r>
              <a:rPr lang="en" sz="550">
                <a:solidFill>
                  <a:schemeClr val="dk1"/>
                </a:solidFill>
                <a:latin typeface="Mulish"/>
                <a:ea typeface="Mulish"/>
                <a:cs typeface="Mulish"/>
                <a:sym typeface="Mulish"/>
              </a:rPr>
              <a:t>Como la seguridad en la nube está en constante evolución, queremos asegurarnos de que los clientes comprendan por completo la visión, las prioridades y el progreso de Orca Security. Para ello, llevamos a cabo sesiones trimestrales sobre la hoja de ruta que se centran en funciones o proyectos individuales o en una hoja de ruta completa del producto. El equipo de Éxito del cliente coordinará estas sesiones para usted y lo conectará con usted.</a:t>
            </a:r>
            <a:endParaRPr/>
          </a:p>
          <a:p>
            <a:pPr marL="0" lvl="0" indent="0" algn="l" rtl="0">
              <a:spcBef>
                <a:spcPts val="0"/>
              </a:spcBef>
              <a:spcAft>
                <a:spcPts val="0"/>
              </a:spcAft>
              <a:buClr>
                <a:srgbClr val="000000"/>
              </a:buClr>
              <a:buSzPts val="550"/>
              <a:buFont typeface="Arial"/>
              <a:buNone/>
            </a:pPr>
            <a:endParaRPr sz="550">
              <a:solidFill>
                <a:schemeClr val="dk1"/>
              </a:solidFill>
              <a:latin typeface="Mulish"/>
              <a:ea typeface="Mulish"/>
              <a:cs typeface="Mulish"/>
              <a:sym typeface="Mulish"/>
            </a:endParaRPr>
          </a:p>
          <a:p>
            <a:pPr marL="0" marR="0" lvl="0" indent="0" algn="l" rtl="0">
              <a:lnSpc>
                <a:spcPct val="100000"/>
              </a:lnSpc>
              <a:spcBef>
                <a:spcPts val="0"/>
              </a:spcBef>
              <a:spcAft>
                <a:spcPts val="0"/>
              </a:spcAft>
              <a:buClr>
                <a:srgbClr val="000000"/>
              </a:buClr>
              <a:buSzPts val="550"/>
              <a:buFont typeface="Arial"/>
              <a:buNone/>
            </a:pPr>
            <a:endParaRPr sz="550">
              <a:solidFill>
                <a:srgbClr val="101921"/>
              </a:solidFill>
              <a:latin typeface="Mulish"/>
              <a:ea typeface="Mulish"/>
              <a:cs typeface="Mulish"/>
              <a:sym typeface="Mulish"/>
            </a:endParaRPr>
          </a:p>
        </p:txBody>
      </p:sp>
      <p:sp>
        <p:nvSpPr>
          <p:cNvPr id="790" name="Google Shape;790;p123"/>
          <p:cNvSpPr txBox="1"/>
          <p:nvPr/>
        </p:nvSpPr>
        <p:spPr>
          <a:xfrm>
            <a:off x="4229245" y="3270415"/>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rgbClr val="0080FF"/>
                </a:solidFill>
                <a:latin typeface="Mulish"/>
                <a:ea typeface="Mulish"/>
                <a:cs typeface="Mulish"/>
                <a:sym typeface="Mulish"/>
              </a:rPr>
              <a:t>Business Review</a:t>
            </a:r>
            <a:endParaRPr/>
          </a:p>
        </p:txBody>
      </p:sp>
      <p:sp>
        <p:nvSpPr>
          <p:cNvPr id="791" name="Google Shape;791;p123"/>
          <p:cNvSpPr/>
          <p:nvPr/>
        </p:nvSpPr>
        <p:spPr>
          <a:xfrm>
            <a:off x="3966066" y="3214933"/>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92" name="Google Shape;792;p123"/>
          <p:cNvSpPr txBox="1"/>
          <p:nvPr/>
        </p:nvSpPr>
        <p:spPr>
          <a:xfrm>
            <a:off x="3966066" y="3459022"/>
            <a:ext cx="1218300" cy="1200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Como a segurança na nuvem está em constante evolução, queremos garantir que nossos clientes entendam completamente a visão, as prioridades e o progresso da Orca Security. Para isso, realizamos sessões trimestrais de roteiro, com foco em recursos ou projetos individuais ou em um roteiro completo do produto. A equipe de Sucesso do Cliente coordenará essas sessões e entrará em contato com você.</a:t>
            </a:r>
            <a:endParaRPr/>
          </a:p>
        </p:txBody>
      </p:sp>
      <p:sp>
        <p:nvSpPr>
          <p:cNvPr id="793" name="Google Shape;793;p123"/>
          <p:cNvSpPr txBox="1"/>
          <p:nvPr/>
        </p:nvSpPr>
        <p:spPr>
          <a:xfrm>
            <a:off x="5868101" y="3224249"/>
            <a:ext cx="954900" cy="2772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None/>
            </a:pPr>
            <a:r>
              <a:rPr lang="en" sz="600" b="1">
                <a:solidFill>
                  <a:srgbClr val="0080FF"/>
                </a:solidFill>
                <a:latin typeface="Mulish"/>
                <a:ea typeface="Mulish"/>
                <a:cs typeface="Mulish"/>
                <a:sym typeface="Mulish"/>
              </a:rPr>
              <a:t>Solicitação de Recurso</a:t>
            </a:r>
            <a:endParaRPr sz="600" b="1">
              <a:solidFill>
                <a:srgbClr val="0080FF"/>
              </a:solidFill>
              <a:latin typeface="Mulish"/>
              <a:ea typeface="Mulish"/>
              <a:cs typeface="Mulish"/>
              <a:sym typeface="Mulish"/>
            </a:endParaRPr>
          </a:p>
          <a:p>
            <a:pPr marL="0" lvl="0" indent="0" algn="l" rtl="0">
              <a:spcBef>
                <a:spcPts val="0"/>
              </a:spcBef>
              <a:spcAft>
                <a:spcPts val="0"/>
              </a:spcAft>
              <a:buNone/>
            </a:pPr>
            <a:r>
              <a:rPr lang="en" sz="600" b="1">
                <a:solidFill>
                  <a:srgbClr val="0080FF"/>
                </a:solidFill>
                <a:latin typeface="Mulish"/>
                <a:ea typeface="Mulish"/>
                <a:cs typeface="Mulish"/>
                <a:sym typeface="Mulish"/>
              </a:rPr>
              <a:t>Acompanhamento</a:t>
            </a:r>
            <a:endParaRPr sz="600" b="1">
              <a:solidFill>
                <a:srgbClr val="0080FF"/>
              </a:solidFill>
              <a:latin typeface="Mulish"/>
              <a:ea typeface="Mulish"/>
              <a:cs typeface="Mulish"/>
              <a:sym typeface="Mulish"/>
            </a:endParaRPr>
          </a:p>
          <a:p>
            <a:pPr marL="0" lvl="0" indent="0" algn="l" rtl="0">
              <a:spcBef>
                <a:spcPts val="0"/>
              </a:spcBef>
              <a:spcAft>
                <a:spcPts val="0"/>
              </a:spcAft>
              <a:buNone/>
            </a:pPr>
            <a:endParaRPr sz="600" b="1">
              <a:solidFill>
                <a:srgbClr val="0080FF"/>
              </a:solidFill>
              <a:latin typeface="Mulish"/>
              <a:ea typeface="Mulish"/>
              <a:cs typeface="Mulish"/>
              <a:sym typeface="Mulish"/>
            </a:endParaRPr>
          </a:p>
        </p:txBody>
      </p:sp>
      <p:sp>
        <p:nvSpPr>
          <p:cNvPr id="794" name="Google Shape;794;p123"/>
          <p:cNvSpPr/>
          <p:nvPr/>
        </p:nvSpPr>
        <p:spPr>
          <a:xfrm>
            <a:off x="5604922" y="3214933"/>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95" name="Google Shape;795;p123"/>
          <p:cNvSpPr txBox="1"/>
          <p:nvPr/>
        </p:nvSpPr>
        <p:spPr>
          <a:xfrm>
            <a:off x="5604922" y="3522259"/>
            <a:ext cx="1218300" cy="1015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a:solidFill>
                  <a:srgbClr val="101921"/>
                </a:solidFill>
                <a:latin typeface="Mulish"/>
                <a:ea typeface="Mulish"/>
                <a:cs typeface="Mulish"/>
                <a:sym typeface="Mulish"/>
              </a:rPr>
              <a:t>Sua equipe de suporte ao cliente monitora as solicitações de recursos que você enviou e as compartilha com você no seu Rastreador de Sucesso do Cliente. Durante as ligações regulares da Cadence, você terá a oportunidade de revisar suas solicitações e problemas pendentes e priorizar os itens mais benéficos para sua equipe.</a:t>
            </a:r>
            <a:endParaRPr/>
          </a:p>
        </p:txBody>
      </p:sp>
      <p:sp>
        <p:nvSpPr>
          <p:cNvPr id="796" name="Google Shape;796;p123"/>
          <p:cNvSpPr txBox="1"/>
          <p:nvPr/>
        </p:nvSpPr>
        <p:spPr>
          <a:xfrm>
            <a:off x="7506956" y="3270415"/>
            <a:ext cx="954900" cy="924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rgbClr val="0080FF"/>
                </a:solidFill>
                <a:latin typeface="Mulish"/>
                <a:ea typeface="Mulish"/>
                <a:cs typeface="Mulish"/>
                <a:sym typeface="Mulish"/>
              </a:rPr>
              <a:t>Executive Sponsorship</a:t>
            </a:r>
            <a:endParaRPr/>
          </a:p>
        </p:txBody>
      </p:sp>
      <p:sp>
        <p:nvSpPr>
          <p:cNvPr id="797" name="Google Shape;797;p123"/>
          <p:cNvSpPr/>
          <p:nvPr/>
        </p:nvSpPr>
        <p:spPr>
          <a:xfrm>
            <a:off x="7243777" y="3214933"/>
            <a:ext cx="203400" cy="203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98" name="Google Shape;798;p123"/>
          <p:cNvSpPr txBox="1"/>
          <p:nvPr/>
        </p:nvSpPr>
        <p:spPr>
          <a:xfrm>
            <a:off x="7243777" y="3522259"/>
            <a:ext cx="1218300" cy="1015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550"/>
              <a:buFont typeface="Arial"/>
              <a:buNone/>
            </a:pPr>
            <a:r>
              <a:rPr lang="en" sz="550">
                <a:solidFill>
                  <a:srgbClr val="101921"/>
                </a:solidFill>
                <a:latin typeface="Mulish"/>
                <a:ea typeface="Mulish"/>
                <a:cs typeface="Mulish"/>
                <a:sym typeface="Mulish"/>
              </a:rPr>
              <a:t>O Executive Sponsorship  da Orca permite que sua equipe executiva se alinhe à Equipe de Liderança Executiva da Orca. O programa permite que um executivo designado da Orca posicione e represente a empresa perante o cliente. O programa se concentra no setor do cliente, na dinâmica de mercado, na estratégia de negócios e em como a Orca pode ajudar o cliente a avançar nessa estratégia.</a:t>
            </a:r>
            <a:endParaRPr/>
          </a:p>
        </p:txBody>
      </p:sp>
      <p:sp>
        <p:nvSpPr>
          <p:cNvPr id="799" name="Google Shape;799;p123"/>
          <p:cNvSpPr/>
          <p:nvPr/>
        </p:nvSpPr>
        <p:spPr>
          <a:xfrm>
            <a:off x="744068" y="1565156"/>
            <a:ext cx="91870" cy="104697"/>
          </a:xfrm>
          <a:custGeom>
            <a:avLst/>
            <a:gdLst/>
            <a:ahLst/>
            <a:cxnLst/>
            <a:rect l="l" t="t" r="r" b="b"/>
            <a:pathLst>
              <a:path w="112" h="128" extrusionOk="0">
                <a:moveTo>
                  <a:pt x="48" y="44"/>
                </a:moveTo>
                <a:cubicBezTo>
                  <a:pt x="24" y="44"/>
                  <a:pt x="24" y="44"/>
                  <a:pt x="24" y="44"/>
                </a:cubicBezTo>
                <a:cubicBezTo>
                  <a:pt x="24" y="52"/>
                  <a:pt x="24" y="52"/>
                  <a:pt x="24" y="52"/>
                </a:cubicBezTo>
                <a:cubicBezTo>
                  <a:pt x="48" y="52"/>
                  <a:pt x="48" y="52"/>
                  <a:pt x="48" y="52"/>
                </a:cubicBezTo>
                <a:cubicBezTo>
                  <a:pt x="48" y="44"/>
                  <a:pt x="48" y="44"/>
                  <a:pt x="48" y="44"/>
                </a:cubicBezTo>
                <a:close/>
                <a:moveTo>
                  <a:pt x="48" y="28"/>
                </a:moveTo>
                <a:cubicBezTo>
                  <a:pt x="24" y="28"/>
                  <a:pt x="24" y="28"/>
                  <a:pt x="24" y="28"/>
                </a:cubicBezTo>
                <a:cubicBezTo>
                  <a:pt x="24" y="36"/>
                  <a:pt x="24" y="36"/>
                  <a:pt x="24" y="36"/>
                </a:cubicBezTo>
                <a:cubicBezTo>
                  <a:pt x="48" y="36"/>
                  <a:pt x="48" y="36"/>
                  <a:pt x="48" y="36"/>
                </a:cubicBezTo>
                <a:cubicBezTo>
                  <a:pt x="48" y="28"/>
                  <a:pt x="48" y="28"/>
                  <a:pt x="48" y="28"/>
                </a:cubicBezTo>
                <a:close/>
                <a:moveTo>
                  <a:pt x="24" y="68"/>
                </a:moveTo>
                <a:cubicBezTo>
                  <a:pt x="88" y="68"/>
                  <a:pt x="88" y="68"/>
                  <a:pt x="88" y="68"/>
                </a:cubicBezTo>
                <a:cubicBezTo>
                  <a:pt x="88" y="60"/>
                  <a:pt x="88" y="60"/>
                  <a:pt x="88" y="60"/>
                </a:cubicBezTo>
                <a:cubicBezTo>
                  <a:pt x="24" y="60"/>
                  <a:pt x="24" y="60"/>
                  <a:pt x="24" y="60"/>
                </a:cubicBezTo>
                <a:cubicBezTo>
                  <a:pt x="24" y="68"/>
                  <a:pt x="24" y="68"/>
                  <a:pt x="24" y="68"/>
                </a:cubicBezTo>
                <a:close/>
                <a:moveTo>
                  <a:pt x="76" y="0"/>
                </a:moveTo>
                <a:cubicBezTo>
                  <a:pt x="12" y="0"/>
                  <a:pt x="12" y="0"/>
                  <a:pt x="12" y="0"/>
                </a:cubicBezTo>
                <a:cubicBezTo>
                  <a:pt x="5" y="0"/>
                  <a:pt x="0" y="5"/>
                  <a:pt x="0" y="12"/>
                </a:cubicBezTo>
                <a:cubicBezTo>
                  <a:pt x="0" y="116"/>
                  <a:pt x="0" y="116"/>
                  <a:pt x="0" y="116"/>
                </a:cubicBezTo>
                <a:cubicBezTo>
                  <a:pt x="0" y="123"/>
                  <a:pt x="5" y="128"/>
                  <a:pt x="12" y="128"/>
                </a:cubicBezTo>
                <a:cubicBezTo>
                  <a:pt x="100" y="128"/>
                  <a:pt x="100" y="128"/>
                  <a:pt x="100" y="128"/>
                </a:cubicBezTo>
                <a:cubicBezTo>
                  <a:pt x="107" y="128"/>
                  <a:pt x="112" y="123"/>
                  <a:pt x="112" y="116"/>
                </a:cubicBezTo>
                <a:cubicBezTo>
                  <a:pt x="112" y="36"/>
                  <a:pt x="112" y="36"/>
                  <a:pt x="112" y="36"/>
                </a:cubicBezTo>
                <a:cubicBezTo>
                  <a:pt x="76" y="0"/>
                  <a:pt x="76" y="0"/>
                  <a:pt x="76" y="0"/>
                </a:cubicBezTo>
                <a:close/>
                <a:moveTo>
                  <a:pt x="76" y="12"/>
                </a:moveTo>
                <a:cubicBezTo>
                  <a:pt x="100" y="36"/>
                  <a:pt x="100" y="36"/>
                  <a:pt x="100" y="36"/>
                </a:cubicBezTo>
                <a:cubicBezTo>
                  <a:pt x="84" y="36"/>
                  <a:pt x="84" y="36"/>
                  <a:pt x="84" y="36"/>
                </a:cubicBezTo>
                <a:cubicBezTo>
                  <a:pt x="80" y="36"/>
                  <a:pt x="76" y="33"/>
                  <a:pt x="76" y="28"/>
                </a:cubicBezTo>
                <a:cubicBezTo>
                  <a:pt x="76" y="12"/>
                  <a:pt x="76" y="12"/>
                  <a:pt x="76" y="12"/>
                </a:cubicBezTo>
                <a:close/>
                <a:moveTo>
                  <a:pt x="104" y="112"/>
                </a:moveTo>
                <a:cubicBezTo>
                  <a:pt x="104" y="117"/>
                  <a:pt x="100" y="120"/>
                  <a:pt x="96" y="120"/>
                </a:cubicBezTo>
                <a:cubicBezTo>
                  <a:pt x="16" y="120"/>
                  <a:pt x="16" y="120"/>
                  <a:pt x="16" y="120"/>
                </a:cubicBezTo>
                <a:cubicBezTo>
                  <a:pt x="12" y="120"/>
                  <a:pt x="8" y="117"/>
                  <a:pt x="8" y="112"/>
                </a:cubicBezTo>
                <a:cubicBezTo>
                  <a:pt x="8" y="16"/>
                  <a:pt x="8" y="16"/>
                  <a:pt x="8" y="16"/>
                </a:cubicBezTo>
                <a:cubicBezTo>
                  <a:pt x="8" y="12"/>
                  <a:pt x="12" y="8"/>
                  <a:pt x="16" y="8"/>
                </a:cubicBezTo>
                <a:cubicBezTo>
                  <a:pt x="68" y="8"/>
                  <a:pt x="68" y="8"/>
                  <a:pt x="68" y="8"/>
                </a:cubicBezTo>
                <a:cubicBezTo>
                  <a:pt x="68" y="32"/>
                  <a:pt x="68" y="32"/>
                  <a:pt x="68" y="32"/>
                </a:cubicBezTo>
                <a:cubicBezTo>
                  <a:pt x="68" y="39"/>
                  <a:pt x="73" y="44"/>
                  <a:pt x="80" y="44"/>
                </a:cubicBezTo>
                <a:cubicBezTo>
                  <a:pt x="104" y="44"/>
                  <a:pt x="104" y="44"/>
                  <a:pt x="104" y="44"/>
                </a:cubicBezTo>
                <a:cubicBezTo>
                  <a:pt x="104" y="112"/>
                  <a:pt x="104" y="112"/>
                  <a:pt x="104" y="112"/>
                </a:cubicBezTo>
                <a:close/>
                <a:moveTo>
                  <a:pt x="24" y="84"/>
                </a:moveTo>
                <a:cubicBezTo>
                  <a:pt x="88" y="84"/>
                  <a:pt x="88" y="84"/>
                  <a:pt x="88" y="84"/>
                </a:cubicBezTo>
                <a:cubicBezTo>
                  <a:pt x="88" y="76"/>
                  <a:pt x="88" y="76"/>
                  <a:pt x="88" y="76"/>
                </a:cubicBezTo>
                <a:cubicBezTo>
                  <a:pt x="24" y="76"/>
                  <a:pt x="24" y="76"/>
                  <a:pt x="24" y="76"/>
                </a:cubicBezTo>
                <a:cubicBezTo>
                  <a:pt x="24" y="84"/>
                  <a:pt x="24" y="84"/>
                  <a:pt x="24" y="84"/>
                </a:cubicBezTo>
                <a:close/>
                <a:moveTo>
                  <a:pt x="24" y="100"/>
                </a:moveTo>
                <a:cubicBezTo>
                  <a:pt x="88" y="100"/>
                  <a:pt x="88" y="100"/>
                  <a:pt x="88" y="100"/>
                </a:cubicBezTo>
                <a:cubicBezTo>
                  <a:pt x="88" y="92"/>
                  <a:pt x="88" y="92"/>
                  <a:pt x="88" y="92"/>
                </a:cubicBezTo>
                <a:cubicBezTo>
                  <a:pt x="24" y="92"/>
                  <a:pt x="24" y="92"/>
                  <a:pt x="24" y="92"/>
                </a:cubicBezTo>
                <a:cubicBezTo>
                  <a:pt x="24" y="100"/>
                  <a:pt x="24" y="100"/>
                  <a:pt x="24" y="10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123"/>
          <p:cNvSpPr/>
          <p:nvPr/>
        </p:nvSpPr>
        <p:spPr>
          <a:xfrm>
            <a:off x="2383139" y="1551122"/>
            <a:ext cx="91440" cy="132764"/>
          </a:xfrm>
          <a:custGeom>
            <a:avLst/>
            <a:gdLst/>
            <a:ahLst/>
            <a:cxnLst/>
            <a:rect l="l" t="t" r="r" b="b"/>
            <a:pathLst>
              <a:path w="88" h="128" extrusionOk="0">
                <a:moveTo>
                  <a:pt x="76" y="128"/>
                </a:moveTo>
                <a:cubicBezTo>
                  <a:pt x="12" y="128"/>
                  <a:pt x="12" y="128"/>
                  <a:pt x="12" y="128"/>
                </a:cubicBezTo>
                <a:cubicBezTo>
                  <a:pt x="5" y="128"/>
                  <a:pt x="0" y="123"/>
                  <a:pt x="0" y="116"/>
                </a:cubicBezTo>
                <a:cubicBezTo>
                  <a:pt x="0" y="12"/>
                  <a:pt x="0" y="12"/>
                  <a:pt x="0" y="12"/>
                </a:cubicBezTo>
                <a:cubicBezTo>
                  <a:pt x="0" y="5"/>
                  <a:pt x="5" y="0"/>
                  <a:pt x="12" y="0"/>
                </a:cubicBezTo>
                <a:cubicBezTo>
                  <a:pt x="76" y="0"/>
                  <a:pt x="76" y="0"/>
                  <a:pt x="76" y="0"/>
                </a:cubicBezTo>
                <a:cubicBezTo>
                  <a:pt x="83" y="0"/>
                  <a:pt x="88" y="5"/>
                  <a:pt x="88" y="12"/>
                </a:cubicBezTo>
                <a:cubicBezTo>
                  <a:pt x="88" y="116"/>
                  <a:pt x="88" y="116"/>
                  <a:pt x="88" y="116"/>
                </a:cubicBezTo>
                <a:cubicBezTo>
                  <a:pt x="88" y="123"/>
                  <a:pt x="83" y="128"/>
                  <a:pt x="76" y="128"/>
                </a:cubicBezTo>
                <a:close/>
                <a:moveTo>
                  <a:pt x="80" y="16"/>
                </a:moveTo>
                <a:cubicBezTo>
                  <a:pt x="80" y="12"/>
                  <a:pt x="76" y="8"/>
                  <a:pt x="72" y="8"/>
                </a:cubicBezTo>
                <a:cubicBezTo>
                  <a:pt x="16" y="8"/>
                  <a:pt x="16" y="8"/>
                  <a:pt x="16" y="8"/>
                </a:cubicBezTo>
                <a:cubicBezTo>
                  <a:pt x="12" y="8"/>
                  <a:pt x="8" y="12"/>
                  <a:pt x="8" y="16"/>
                </a:cubicBezTo>
                <a:cubicBezTo>
                  <a:pt x="8" y="112"/>
                  <a:pt x="8" y="112"/>
                  <a:pt x="8" y="112"/>
                </a:cubicBezTo>
                <a:cubicBezTo>
                  <a:pt x="8" y="117"/>
                  <a:pt x="12" y="120"/>
                  <a:pt x="16" y="120"/>
                </a:cubicBezTo>
                <a:cubicBezTo>
                  <a:pt x="72" y="120"/>
                  <a:pt x="72" y="120"/>
                  <a:pt x="72" y="120"/>
                </a:cubicBezTo>
                <a:cubicBezTo>
                  <a:pt x="76" y="120"/>
                  <a:pt x="80" y="117"/>
                  <a:pt x="80" y="112"/>
                </a:cubicBezTo>
                <a:cubicBezTo>
                  <a:pt x="80" y="16"/>
                  <a:pt x="80" y="16"/>
                  <a:pt x="80" y="16"/>
                </a:cubicBezTo>
                <a:close/>
                <a:moveTo>
                  <a:pt x="52" y="24"/>
                </a:moveTo>
                <a:cubicBezTo>
                  <a:pt x="36" y="24"/>
                  <a:pt x="36" y="24"/>
                  <a:pt x="36" y="24"/>
                </a:cubicBezTo>
                <a:cubicBezTo>
                  <a:pt x="34" y="24"/>
                  <a:pt x="32" y="22"/>
                  <a:pt x="32" y="20"/>
                </a:cubicBezTo>
                <a:cubicBezTo>
                  <a:pt x="32" y="18"/>
                  <a:pt x="34" y="16"/>
                  <a:pt x="36" y="16"/>
                </a:cubicBezTo>
                <a:cubicBezTo>
                  <a:pt x="52" y="16"/>
                  <a:pt x="52" y="16"/>
                  <a:pt x="52" y="16"/>
                </a:cubicBezTo>
                <a:cubicBezTo>
                  <a:pt x="54" y="16"/>
                  <a:pt x="56" y="18"/>
                  <a:pt x="56" y="20"/>
                </a:cubicBezTo>
                <a:cubicBezTo>
                  <a:pt x="56" y="22"/>
                  <a:pt x="54" y="24"/>
                  <a:pt x="52" y="24"/>
                </a:cubicBezTo>
                <a:close/>
                <a:moveTo>
                  <a:pt x="44" y="96"/>
                </a:moveTo>
                <a:cubicBezTo>
                  <a:pt x="48" y="96"/>
                  <a:pt x="52" y="100"/>
                  <a:pt x="52" y="104"/>
                </a:cubicBezTo>
                <a:cubicBezTo>
                  <a:pt x="52" y="109"/>
                  <a:pt x="48" y="112"/>
                  <a:pt x="44" y="112"/>
                </a:cubicBezTo>
                <a:cubicBezTo>
                  <a:pt x="40" y="112"/>
                  <a:pt x="36" y="109"/>
                  <a:pt x="36" y="104"/>
                </a:cubicBezTo>
                <a:cubicBezTo>
                  <a:pt x="36" y="100"/>
                  <a:pt x="40" y="96"/>
                  <a:pt x="44" y="9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123"/>
          <p:cNvSpPr/>
          <p:nvPr/>
        </p:nvSpPr>
        <p:spPr>
          <a:xfrm>
            <a:off x="5660851" y="1571935"/>
            <a:ext cx="91440" cy="91138"/>
          </a:xfrm>
          <a:custGeom>
            <a:avLst/>
            <a:gdLst/>
            <a:ahLst/>
            <a:cxnLst/>
            <a:rect l="l" t="t" r="r" b="b"/>
            <a:pathLst>
              <a:path w="128" h="128" extrusionOk="0">
                <a:moveTo>
                  <a:pt x="128" y="88"/>
                </a:moveTo>
                <a:cubicBezTo>
                  <a:pt x="128" y="98"/>
                  <a:pt x="121" y="106"/>
                  <a:pt x="112" y="108"/>
                </a:cubicBezTo>
                <a:cubicBezTo>
                  <a:pt x="112" y="128"/>
                  <a:pt x="112" y="128"/>
                  <a:pt x="112" y="128"/>
                </a:cubicBezTo>
                <a:cubicBezTo>
                  <a:pt x="104" y="128"/>
                  <a:pt x="104" y="128"/>
                  <a:pt x="104" y="128"/>
                </a:cubicBezTo>
                <a:cubicBezTo>
                  <a:pt x="104" y="108"/>
                  <a:pt x="104" y="108"/>
                  <a:pt x="104" y="108"/>
                </a:cubicBezTo>
                <a:cubicBezTo>
                  <a:pt x="95" y="106"/>
                  <a:pt x="88" y="98"/>
                  <a:pt x="88" y="88"/>
                </a:cubicBezTo>
                <a:cubicBezTo>
                  <a:pt x="88" y="77"/>
                  <a:pt x="97" y="68"/>
                  <a:pt x="108" y="68"/>
                </a:cubicBezTo>
                <a:cubicBezTo>
                  <a:pt x="119" y="68"/>
                  <a:pt x="128" y="77"/>
                  <a:pt x="128" y="88"/>
                </a:cubicBezTo>
                <a:close/>
                <a:moveTo>
                  <a:pt x="108" y="76"/>
                </a:moveTo>
                <a:cubicBezTo>
                  <a:pt x="101" y="76"/>
                  <a:pt x="96" y="82"/>
                  <a:pt x="96" y="88"/>
                </a:cubicBezTo>
                <a:cubicBezTo>
                  <a:pt x="96" y="95"/>
                  <a:pt x="101" y="100"/>
                  <a:pt x="108" y="100"/>
                </a:cubicBezTo>
                <a:cubicBezTo>
                  <a:pt x="115" y="100"/>
                  <a:pt x="120" y="95"/>
                  <a:pt x="120" y="88"/>
                </a:cubicBezTo>
                <a:cubicBezTo>
                  <a:pt x="120" y="82"/>
                  <a:pt x="115" y="76"/>
                  <a:pt x="108" y="76"/>
                </a:cubicBezTo>
                <a:close/>
                <a:moveTo>
                  <a:pt x="104" y="0"/>
                </a:moveTo>
                <a:cubicBezTo>
                  <a:pt x="112" y="0"/>
                  <a:pt x="112" y="0"/>
                  <a:pt x="112" y="0"/>
                </a:cubicBezTo>
                <a:cubicBezTo>
                  <a:pt x="112" y="68"/>
                  <a:pt x="112" y="68"/>
                  <a:pt x="112" y="68"/>
                </a:cubicBezTo>
                <a:cubicBezTo>
                  <a:pt x="108" y="68"/>
                  <a:pt x="108" y="68"/>
                  <a:pt x="108" y="68"/>
                </a:cubicBezTo>
                <a:cubicBezTo>
                  <a:pt x="104" y="68"/>
                  <a:pt x="104" y="68"/>
                  <a:pt x="104" y="68"/>
                </a:cubicBezTo>
                <a:cubicBezTo>
                  <a:pt x="104" y="0"/>
                  <a:pt x="104" y="0"/>
                  <a:pt x="104" y="0"/>
                </a:cubicBezTo>
                <a:close/>
                <a:moveTo>
                  <a:pt x="68" y="60"/>
                </a:moveTo>
                <a:cubicBezTo>
                  <a:pt x="68" y="128"/>
                  <a:pt x="68" y="128"/>
                  <a:pt x="68" y="128"/>
                </a:cubicBezTo>
                <a:cubicBezTo>
                  <a:pt x="60" y="128"/>
                  <a:pt x="60" y="128"/>
                  <a:pt x="60" y="128"/>
                </a:cubicBezTo>
                <a:cubicBezTo>
                  <a:pt x="60" y="60"/>
                  <a:pt x="60" y="60"/>
                  <a:pt x="60" y="60"/>
                </a:cubicBezTo>
                <a:cubicBezTo>
                  <a:pt x="51" y="58"/>
                  <a:pt x="44" y="50"/>
                  <a:pt x="44" y="40"/>
                </a:cubicBezTo>
                <a:cubicBezTo>
                  <a:pt x="44" y="30"/>
                  <a:pt x="51" y="22"/>
                  <a:pt x="60" y="21"/>
                </a:cubicBezTo>
                <a:cubicBezTo>
                  <a:pt x="60" y="0"/>
                  <a:pt x="60" y="0"/>
                  <a:pt x="60" y="0"/>
                </a:cubicBezTo>
                <a:cubicBezTo>
                  <a:pt x="68" y="0"/>
                  <a:pt x="68" y="0"/>
                  <a:pt x="68" y="0"/>
                </a:cubicBezTo>
                <a:cubicBezTo>
                  <a:pt x="68" y="21"/>
                  <a:pt x="68" y="21"/>
                  <a:pt x="68" y="21"/>
                </a:cubicBezTo>
                <a:cubicBezTo>
                  <a:pt x="77" y="22"/>
                  <a:pt x="84" y="30"/>
                  <a:pt x="84" y="40"/>
                </a:cubicBezTo>
                <a:cubicBezTo>
                  <a:pt x="84" y="50"/>
                  <a:pt x="77" y="58"/>
                  <a:pt x="68" y="60"/>
                </a:cubicBezTo>
                <a:close/>
                <a:moveTo>
                  <a:pt x="64" y="28"/>
                </a:moveTo>
                <a:cubicBezTo>
                  <a:pt x="57" y="28"/>
                  <a:pt x="52" y="34"/>
                  <a:pt x="52" y="40"/>
                </a:cubicBezTo>
                <a:cubicBezTo>
                  <a:pt x="52" y="47"/>
                  <a:pt x="57" y="52"/>
                  <a:pt x="64" y="52"/>
                </a:cubicBezTo>
                <a:cubicBezTo>
                  <a:pt x="71" y="52"/>
                  <a:pt x="76" y="47"/>
                  <a:pt x="76" y="40"/>
                </a:cubicBezTo>
                <a:cubicBezTo>
                  <a:pt x="76" y="34"/>
                  <a:pt x="71" y="28"/>
                  <a:pt x="64" y="28"/>
                </a:cubicBezTo>
                <a:close/>
                <a:moveTo>
                  <a:pt x="24" y="108"/>
                </a:moveTo>
                <a:cubicBezTo>
                  <a:pt x="24" y="128"/>
                  <a:pt x="24" y="128"/>
                  <a:pt x="24" y="128"/>
                </a:cubicBezTo>
                <a:cubicBezTo>
                  <a:pt x="16" y="128"/>
                  <a:pt x="16" y="128"/>
                  <a:pt x="16" y="128"/>
                </a:cubicBezTo>
                <a:cubicBezTo>
                  <a:pt x="16" y="108"/>
                  <a:pt x="16" y="108"/>
                  <a:pt x="16" y="108"/>
                </a:cubicBezTo>
                <a:cubicBezTo>
                  <a:pt x="7" y="106"/>
                  <a:pt x="0" y="98"/>
                  <a:pt x="0" y="88"/>
                </a:cubicBezTo>
                <a:cubicBezTo>
                  <a:pt x="0" y="77"/>
                  <a:pt x="9" y="68"/>
                  <a:pt x="20" y="68"/>
                </a:cubicBezTo>
                <a:cubicBezTo>
                  <a:pt x="31" y="68"/>
                  <a:pt x="40" y="77"/>
                  <a:pt x="40" y="88"/>
                </a:cubicBezTo>
                <a:cubicBezTo>
                  <a:pt x="40" y="98"/>
                  <a:pt x="33" y="106"/>
                  <a:pt x="24" y="108"/>
                </a:cubicBezTo>
                <a:close/>
                <a:moveTo>
                  <a:pt x="20" y="76"/>
                </a:moveTo>
                <a:cubicBezTo>
                  <a:pt x="13" y="76"/>
                  <a:pt x="8" y="82"/>
                  <a:pt x="8" y="88"/>
                </a:cubicBezTo>
                <a:cubicBezTo>
                  <a:pt x="8" y="95"/>
                  <a:pt x="13" y="100"/>
                  <a:pt x="20" y="100"/>
                </a:cubicBezTo>
                <a:cubicBezTo>
                  <a:pt x="27" y="100"/>
                  <a:pt x="32" y="95"/>
                  <a:pt x="32" y="88"/>
                </a:cubicBezTo>
                <a:cubicBezTo>
                  <a:pt x="32" y="82"/>
                  <a:pt x="27" y="76"/>
                  <a:pt x="20" y="76"/>
                </a:cubicBezTo>
                <a:close/>
                <a:moveTo>
                  <a:pt x="16" y="0"/>
                </a:moveTo>
                <a:cubicBezTo>
                  <a:pt x="24" y="0"/>
                  <a:pt x="24" y="0"/>
                  <a:pt x="24" y="0"/>
                </a:cubicBezTo>
                <a:cubicBezTo>
                  <a:pt x="24" y="68"/>
                  <a:pt x="24" y="68"/>
                  <a:pt x="24" y="68"/>
                </a:cubicBezTo>
                <a:cubicBezTo>
                  <a:pt x="20" y="68"/>
                  <a:pt x="20" y="68"/>
                  <a:pt x="20" y="68"/>
                </a:cubicBezTo>
                <a:cubicBezTo>
                  <a:pt x="16" y="68"/>
                  <a:pt x="16" y="68"/>
                  <a:pt x="16" y="68"/>
                </a:cubicBezTo>
                <a:cubicBezTo>
                  <a:pt x="16" y="0"/>
                  <a:pt x="16" y="0"/>
                  <a:pt x="16"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123"/>
          <p:cNvSpPr/>
          <p:nvPr/>
        </p:nvSpPr>
        <p:spPr>
          <a:xfrm>
            <a:off x="7299706" y="1571935"/>
            <a:ext cx="91440" cy="91138"/>
          </a:xfrm>
          <a:custGeom>
            <a:avLst/>
            <a:gdLst/>
            <a:ahLst/>
            <a:cxnLst/>
            <a:rect l="l" t="t" r="r" b="b"/>
            <a:pathLst>
              <a:path w="128" h="128" extrusionOk="0">
                <a:moveTo>
                  <a:pt x="115" y="82"/>
                </a:moveTo>
                <a:cubicBezTo>
                  <a:pt x="114" y="82"/>
                  <a:pt x="114" y="82"/>
                  <a:pt x="114" y="82"/>
                </a:cubicBezTo>
                <a:cubicBezTo>
                  <a:pt x="114" y="84"/>
                  <a:pt x="113" y="85"/>
                  <a:pt x="112" y="87"/>
                </a:cubicBezTo>
                <a:cubicBezTo>
                  <a:pt x="113" y="88"/>
                  <a:pt x="113" y="88"/>
                  <a:pt x="113" y="88"/>
                </a:cubicBezTo>
                <a:cubicBezTo>
                  <a:pt x="115" y="90"/>
                  <a:pt x="116" y="93"/>
                  <a:pt x="116" y="97"/>
                </a:cubicBezTo>
                <a:cubicBezTo>
                  <a:pt x="116" y="101"/>
                  <a:pt x="114" y="104"/>
                  <a:pt x="112" y="107"/>
                </a:cubicBezTo>
                <a:cubicBezTo>
                  <a:pt x="107" y="112"/>
                  <a:pt x="107" y="112"/>
                  <a:pt x="107" y="112"/>
                </a:cubicBezTo>
                <a:cubicBezTo>
                  <a:pt x="104" y="115"/>
                  <a:pt x="100" y="116"/>
                  <a:pt x="97" y="116"/>
                </a:cubicBezTo>
                <a:cubicBezTo>
                  <a:pt x="93" y="116"/>
                  <a:pt x="90" y="115"/>
                  <a:pt x="88" y="113"/>
                </a:cubicBezTo>
                <a:cubicBezTo>
                  <a:pt x="87" y="112"/>
                  <a:pt x="87" y="112"/>
                  <a:pt x="87" y="112"/>
                </a:cubicBezTo>
                <a:cubicBezTo>
                  <a:pt x="85" y="113"/>
                  <a:pt x="84" y="114"/>
                  <a:pt x="82" y="114"/>
                </a:cubicBezTo>
                <a:cubicBezTo>
                  <a:pt x="82" y="115"/>
                  <a:pt x="82" y="115"/>
                  <a:pt x="82" y="115"/>
                </a:cubicBezTo>
                <a:cubicBezTo>
                  <a:pt x="81" y="122"/>
                  <a:pt x="75" y="128"/>
                  <a:pt x="68" y="128"/>
                </a:cubicBezTo>
                <a:cubicBezTo>
                  <a:pt x="60" y="128"/>
                  <a:pt x="60" y="128"/>
                  <a:pt x="60" y="128"/>
                </a:cubicBezTo>
                <a:cubicBezTo>
                  <a:pt x="53" y="128"/>
                  <a:pt x="47" y="122"/>
                  <a:pt x="46" y="115"/>
                </a:cubicBezTo>
                <a:cubicBezTo>
                  <a:pt x="46" y="114"/>
                  <a:pt x="46" y="114"/>
                  <a:pt x="46" y="114"/>
                </a:cubicBezTo>
                <a:cubicBezTo>
                  <a:pt x="44" y="114"/>
                  <a:pt x="43" y="113"/>
                  <a:pt x="41" y="112"/>
                </a:cubicBezTo>
                <a:cubicBezTo>
                  <a:pt x="40" y="113"/>
                  <a:pt x="40" y="113"/>
                  <a:pt x="40" y="113"/>
                </a:cubicBezTo>
                <a:cubicBezTo>
                  <a:pt x="38" y="115"/>
                  <a:pt x="35" y="116"/>
                  <a:pt x="31" y="116"/>
                </a:cubicBezTo>
                <a:cubicBezTo>
                  <a:pt x="28" y="116"/>
                  <a:pt x="24" y="115"/>
                  <a:pt x="21" y="112"/>
                </a:cubicBezTo>
                <a:cubicBezTo>
                  <a:pt x="16" y="107"/>
                  <a:pt x="16" y="107"/>
                  <a:pt x="16" y="107"/>
                </a:cubicBezTo>
                <a:cubicBezTo>
                  <a:pt x="14" y="104"/>
                  <a:pt x="12" y="101"/>
                  <a:pt x="12" y="97"/>
                </a:cubicBezTo>
                <a:cubicBezTo>
                  <a:pt x="12" y="93"/>
                  <a:pt x="13" y="90"/>
                  <a:pt x="15" y="88"/>
                </a:cubicBezTo>
                <a:cubicBezTo>
                  <a:pt x="16" y="87"/>
                  <a:pt x="16" y="87"/>
                  <a:pt x="16" y="87"/>
                </a:cubicBezTo>
                <a:cubicBezTo>
                  <a:pt x="15" y="85"/>
                  <a:pt x="14" y="84"/>
                  <a:pt x="14" y="82"/>
                </a:cubicBezTo>
                <a:cubicBezTo>
                  <a:pt x="13" y="82"/>
                  <a:pt x="13" y="82"/>
                  <a:pt x="13" y="82"/>
                </a:cubicBezTo>
                <a:cubicBezTo>
                  <a:pt x="6" y="81"/>
                  <a:pt x="0" y="75"/>
                  <a:pt x="0" y="68"/>
                </a:cubicBezTo>
                <a:cubicBezTo>
                  <a:pt x="0" y="61"/>
                  <a:pt x="0" y="61"/>
                  <a:pt x="0" y="61"/>
                </a:cubicBezTo>
                <a:cubicBezTo>
                  <a:pt x="0" y="53"/>
                  <a:pt x="6" y="47"/>
                  <a:pt x="13" y="46"/>
                </a:cubicBezTo>
                <a:cubicBezTo>
                  <a:pt x="14" y="46"/>
                  <a:pt x="14" y="46"/>
                  <a:pt x="14" y="46"/>
                </a:cubicBezTo>
                <a:cubicBezTo>
                  <a:pt x="14" y="44"/>
                  <a:pt x="15" y="43"/>
                  <a:pt x="16" y="41"/>
                </a:cubicBezTo>
                <a:cubicBezTo>
                  <a:pt x="15" y="40"/>
                  <a:pt x="15" y="40"/>
                  <a:pt x="15" y="40"/>
                </a:cubicBezTo>
                <a:cubicBezTo>
                  <a:pt x="13" y="38"/>
                  <a:pt x="12" y="35"/>
                  <a:pt x="12" y="31"/>
                </a:cubicBezTo>
                <a:cubicBezTo>
                  <a:pt x="12" y="28"/>
                  <a:pt x="14" y="24"/>
                  <a:pt x="16" y="21"/>
                </a:cubicBezTo>
                <a:cubicBezTo>
                  <a:pt x="21" y="16"/>
                  <a:pt x="21" y="16"/>
                  <a:pt x="21" y="16"/>
                </a:cubicBezTo>
                <a:cubicBezTo>
                  <a:pt x="24" y="14"/>
                  <a:pt x="28" y="12"/>
                  <a:pt x="31" y="12"/>
                </a:cubicBezTo>
                <a:cubicBezTo>
                  <a:pt x="35" y="12"/>
                  <a:pt x="38" y="13"/>
                  <a:pt x="40" y="15"/>
                </a:cubicBezTo>
                <a:cubicBezTo>
                  <a:pt x="41" y="16"/>
                  <a:pt x="41" y="16"/>
                  <a:pt x="41" y="16"/>
                </a:cubicBezTo>
                <a:cubicBezTo>
                  <a:pt x="43" y="15"/>
                  <a:pt x="44" y="15"/>
                  <a:pt x="46" y="14"/>
                </a:cubicBezTo>
                <a:cubicBezTo>
                  <a:pt x="46" y="13"/>
                  <a:pt x="46" y="13"/>
                  <a:pt x="46" y="13"/>
                </a:cubicBezTo>
                <a:cubicBezTo>
                  <a:pt x="47" y="6"/>
                  <a:pt x="53" y="0"/>
                  <a:pt x="60" y="0"/>
                </a:cubicBezTo>
                <a:cubicBezTo>
                  <a:pt x="68" y="0"/>
                  <a:pt x="68" y="0"/>
                  <a:pt x="68" y="0"/>
                </a:cubicBezTo>
                <a:cubicBezTo>
                  <a:pt x="75" y="0"/>
                  <a:pt x="81" y="6"/>
                  <a:pt x="82" y="13"/>
                </a:cubicBezTo>
                <a:cubicBezTo>
                  <a:pt x="82" y="14"/>
                  <a:pt x="82" y="14"/>
                  <a:pt x="82" y="14"/>
                </a:cubicBezTo>
                <a:cubicBezTo>
                  <a:pt x="84" y="15"/>
                  <a:pt x="85" y="15"/>
                  <a:pt x="87" y="16"/>
                </a:cubicBezTo>
                <a:cubicBezTo>
                  <a:pt x="88" y="15"/>
                  <a:pt x="88" y="15"/>
                  <a:pt x="88" y="15"/>
                </a:cubicBezTo>
                <a:cubicBezTo>
                  <a:pt x="90" y="13"/>
                  <a:pt x="93" y="12"/>
                  <a:pt x="97" y="12"/>
                </a:cubicBezTo>
                <a:cubicBezTo>
                  <a:pt x="100" y="12"/>
                  <a:pt x="104" y="14"/>
                  <a:pt x="107" y="16"/>
                </a:cubicBezTo>
                <a:cubicBezTo>
                  <a:pt x="112" y="21"/>
                  <a:pt x="112" y="21"/>
                  <a:pt x="112" y="21"/>
                </a:cubicBezTo>
                <a:cubicBezTo>
                  <a:pt x="114" y="24"/>
                  <a:pt x="116" y="28"/>
                  <a:pt x="116" y="31"/>
                </a:cubicBezTo>
                <a:cubicBezTo>
                  <a:pt x="116" y="35"/>
                  <a:pt x="115" y="38"/>
                  <a:pt x="113" y="41"/>
                </a:cubicBezTo>
                <a:cubicBezTo>
                  <a:pt x="112" y="41"/>
                  <a:pt x="112" y="41"/>
                  <a:pt x="112" y="41"/>
                </a:cubicBezTo>
                <a:cubicBezTo>
                  <a:pt x="113" y="43"/>
                  <a:pt x="114" y="45"/>
                  <a:pt x="114" y="46"/>
                </a:cubicBezTo>
                <a:cubicBezTo>
                  <a:pt x="115" y="46"/>
                  <a:pt x="115" y="46"/>
                  <a:pt x="115" y="46"/>
                </a:cubicBezTo>
                <a:cubicBezTo>
                  <a:pt x="122" y="47"/>
                  <a:pt x="128" y="53"/>
                  <a:pt x="128" y="61"/>
                </a:cubicBezTo>
                <a:cubicBezTo>
                  <a:pt x="128" y="68"/>
                  <a:pt x="128" y="68"/>
                  <a:pt x="128" y="68"/>
                </a:cubicBezTo>
                <a:cubicBezTo>
                  <a:pt x="128" y="75"/>
                  <a:pt x="122" y="81"/>
                  <a:pt x="115" y="82"/>
                </a:cubicBezTo>
                <a:close/>
                <a:moveTo>
                  <a:pt x="120" y="61"/>
                </a:moveTo>
                <a:cubicBezTo>
                  <a:pt x="120" y="57"/>
                  <a:pt x="117" y="54"/>
                  <a:pt x="113" y="54"/>
                </a:cubicBezTo>
                <a:cubicBezTo>
                  <a:pt x="108" y="52"/>
                  <a:pt x="108" y="52"/>
                  <a:pt x="108" y="52"/>
                </a:cubicBezTo>
                <a:cubicBezTo>
                  <a:pt x="107" y="48"/>
                  <a:pt x="105" y="45"/>
                  <a:pt x="104" y="42"/>
                </a:cubicBezTo>
                <a:cubicBezTo>
                  <a:pt x="106" y="37"/>
                  <a:pt x="106" y="37"/>
                  <a:pt x="106" y="37"/>
                </a:cubicBezTo>
                <a:cubicBezTo>
                  <a:pt x="109" y="34"/>
                  <a:pt x="109" y="30"/>
                  <a:pt x="106" y="27"/>
                </a:cubicBezTo>
                <a:cubicBezTo>
                  <a:pt x="101" y="22"/>
                  <a:pt x="101" y="22"/>
                  <a:pt x="101" y="22"/>
                </a:cubicBezTo>
                <a:cubicBezTo>
                  <a:pt x="100" y="21"/>
                  <a:pt x="99" y="19"/>
                  <a:pt x="97" y="19"/>
                </a:cubicBezTo>
                <a:cubicBezTo>
                  <a:pt x="95" y="19"/>
                  <a:pt x="93" y="21"/>
                  <a:pt x="91" y="22"/>
                </a:cubicBezTo>
                <a:cubicBezTo>
                  <a:pt x="86" y="25"/>
                  <a:pt x="86" y="25"/>
                  <a:pt x="86" y="25"/>
                </a:cubicBezTo>
                <a:cubicBezTo>
                  <a:pt x="83" y="23"/>
                  <a:pt x="80" y="21"/>
                  <a:pt x="76" y="20"/>
                </a:cubicBezTo>
                <a:cubicBezTo>
                  <a:pt x="75" y="15"/>
                  <a:pt x="75" y="15"/>
                  <a:pt x="75" y="15"/>
                </a:cubicBezTo>
                <a:cubicBezTo>
                  <a:pt x="75" y="11"/>
                  <a:pt x="71" y="8"/>
                  <a:pt x="67" y="8"/>
                </a:cubicBezTo>
                <a:cubicBezTo>
                  <a:pt x="61" y="8"/>
                  <a:pt x="61" y="8"/>
                  <a:pt x="61" y="8"/>
                </a:cubicBezTo>
                <a:cubicBezTo>
                  <a:pt x="57" y="8"/>
                  <a:pt x="53" y="11"/>
                  <a:pt x="53" y="15"/>
                </a:cubicBezTo>
                <a:cubicBezTo>
                  <a:pt x="52" y="20"/>
                  <a:pt x="52" y="20"/>
                  <a:pt x="52" y="20"/>
                </a:cubicBezTo>
                <a:cubicBezTo>
                  <a:pt x="48" y="21"/>
                  <a:pt x="45" y="22"/>
                  <a:pt x="41" y="24"/>
                </a:cubicBezTo>
                <a:cubicBezTo>
                  <a:pt x="36" y="21"/>
                  <a:pt x="36" y="21"/>
                  <a:pt x="36" y="21"/>
                </a:cubicBezTo>
                <a:cubicBezTo>
                  <a:pt x="35" y="20"/>
                  <a:pt x="34" y="20"/>
                  <a:pt x="32" y="20"/>
                </a:cubicBezTo>
                <a:cubicBezTo>
                  <a:pt x="30" y="20"/>
                  <a:pt x="28" y="21"/>
                  <a:pt x="27" y="22"/>
                </a:cubicBezTo>
                <a:cubicBezTo>
                  <a:pt x="22" y="27"/>
                  <a:pt x="22" y="27"/>
                  <a:pt x="22" y="27"/>
                </a:cubicBezTo>
                <a:cubicBezTo>
                  <a:pt x="19" y="30"/>
                  <a:pt x="19" y="34"/>
                  <a:pt x="22" y="37"/>
                </a:cubicBezTo>
                <a:cubicBezTo>
                  <a:pt x="24" y="42"/>
                  <a:pt x="24" y="42"/>
                  <a:pt x="24" y="42"/>
                </a:cubicBezTo>
                <a:cubicBezTo>
                  <a:pt x="23" y="45"/>
                  <a:pt x="21" y="48"/>
                  <a:pt x="20" y="52"/>
                </a:cubicBezTo>
                <a:cubicBezTo>
                  <a:pt x="15" y="54"/>
                  <a:pt x="15" y="54"/>
                  <a:pt x="15" y="54"/>
                </a:cubicBezTo>
                <a:cubicBezTo>
                  <a:pt x="11" y="54"/>
                  <a:pt x="8" y="57"/>
                  <a:pt x="8" y="61"/>
                </a:cubicBezTo>
                <a:cubicBezTo>
                  <a:pt x="8" y="68"/>
                  <a:pt x="8" y="68"/>
                  <a:pt x="8" y="68"/>
                </a:cubicBezTo>
                <a:cubicBezTo>
                  <a:pt x="8" y="71"/>
                  <a:pt x="11" y="75"/>
                  <a:pt x="15" y="75"/>
                </a:cubicBezTo>
                <a:cubicBezTo>
                  <a:pt x="20" y="76"/>
                  <a:pt x="20" y="76"/>
                  <a:pt x="20" y="76"/>
                </a:cubicBezTo>
                <a:cubicBezTo>
                  <a:pt x="21" y="80"/>
                  <a:pt x="23" y="83"/>
                  <a:pt x="24" y="86"/>
                </a:cubicBezTo>
                <a:cubicBezTo>
                  <a:pt x="22" y="91"/>
                  <a:pt x="22" y="91"/>
                  <a:pt x="22" y="91"/>
                </a:cubicBezTo>
                <a:cubicBezTo>
                  <a:pt x="19" y="94"/>
                  <a:pt x="19" y="99"/>
                  <a:pt x="22" y="101"/>
                </a:cubicBezTo>
                <a:cubicBezTo>
                  <a:pt x="27" y="106"/>
                  <a:pt x="27" y="106"/>
                  <a:pt x="27" y="106"/>
                </a:cubicBezTo>
                <a:cubicBezTo>
                  <a:pt x="28" y="108"/>
                  <a:pt x="30" y="108"/>
                  <a:pt x="32" y="108"/>
                </a:cubicBezTo>
                <a:cubicBezTo>
                  <a:pt x="34" y="108"/>
                  <a:pt x="35" y="108"/>
                  <a:pt x="37" y="106"/>
                </a:cubicBezTo>
                <a:cubicBezTo>
                  <a:pt x="42" y="104"/>
                  <a:pt x="42" y="104"/>
                  <a:pt x="42" y="104"/>
                </a:cubicBezTo>
                <a:cubicBezTo>
                  <a:pt x="45" y="106"/>
                  <a:pt x="48" y="107"/>
                  <a:pt x="52" y="108"/>
                </a:cubicBezTo>
                <a:cubicBezTo>
                  <a:pt x="53" y="113"/>
                  <a:pt x="53" y="113"/>
                  <a:pt x="53" y="113"/>
                </a:cubicBezTo>
                <a:cubicBezTo>
                  <a:pt x="53" y="117"/>
                  <a:pt x="57" y="120"/>
                  <a:pt x="61" y="120"/>
                </a:cubicBezTo>
                <a:cubicBezTo>
                  <a:pt x="67" y="120"/>
                  <a:pt x="67" y="120"/>
                  <a:pt x="67" y="120"/>
                </a:cubicBezTo>
                <a:cubicBezTo>
                  <a:pt x="71" y="120"/>
                  <a:pt x="75" y="117"/>
                  <a:pt x="75" y="113"/>
                </a:cubicBezTo>
                <a:cubicBezTo>
                  <a:pt x="76" y="108"/>
                  <a:pt x="76" y="108"/>
                  <a:pt x="76" y="108"/>
                </a:cubicBezTo>
                <a:cubicBezTo>
                  <a:pt x="80" y="107"/>
                  <a:pt x="83" y="106"/>
                  <a:pt x="86" y="104"/>
                </a:cubicBezTo>
                <a:cubicBezTo>
                  <a:pt x="91" y="106"/>
                  <a:pt x="91" y="106"/>
                  <a:pt x="91" y="106"/>
                </a:cubicBezTo>
                <a:cubicBezTo>
                  <a:pt x="93" y="108"/>
                  <a:pt x="94" y="108"/>
                  <a:pt x="96" y="108"/>
                </a:cubicBezTo>
                <a:cubicBezTo>
                  <a:pt x="98" y="108"/>
                  <a:pt x="100" y="108"/>
                  <a:pt x="101" y="106"/>
                </a:cubicBezTo>
                <a:cubicBezTo>
                  <a:pt x="106" y="101"/>
                  <a:pt x="106" y="101"/>
                  <a:pt x="106" y="101"/>
                </a:cubicBezTo>
                <a:cubicBezTo>
                  <a:pt x="109" y="99"/>
                  <a:pt x="109" y="94"/>
                  <a:pt x="106" y="91"/>
                </a:cubicBezTo>
                <a:cubicBezTo>
                  <a:pt x="104" y="86"/>
                  <a:pt x="104" y="86"/>
                  <a:pt x="104" y="86"/>
                </a:cubicBezTo>
                <a:cubicBezTo>
                  <a:pt x="105" y="83"/>
                  <a:pt x="107" y="80"/>
                  <a:pt x="108" y="76"/>
                </a:cubicBezTo>
                <a:cubicBezTo>
                  <a:pt x="113" y="75"/>
                  <a:pt x="113" y="75"/>
                  <a:pt x="113" y="75"/>
                </a:cubicBezTo>
                <a:cubicBezTo>
                  <a:pt x="117" y="75"/>
                  <a:pt x="120" y="71"/>
                  <a:pt x="120" y="68"/>
                </a:cubicBezTo>
                <a:cubicBezTo>
                  <a:pt x="120" y="61"/>
                  <a:pt x="120" y="61"/>
                  <a:pt x="120" y="61"/>
                </a:cubicBezTo>
                <a:close/>
                <a:moveTo>
                  <a:pt x="64" y="84"/>
                </a:moveTo>
                <a:cubicBezTo>
                  <a:pt x="53" y="84"/>
                  <a:pt x="44" y="75"/>
                  <a:pt x="44" y="64"/>
                </a:cubicBezTo>
                <a:cubicBezTo>
                  <a:pt x="44" y="53"/>
                  <a:pt x="53" y="44"/>
                  <a:pt x="64" y="44"/>
                </a:cubicBezTo>
                <a:cubicBezTo>
                  <a:pt x="75" y="44"/>
                  <a:pt x="84" y="53"/>
                  <a:pt x="84" y="64"/>
                </a:cubicBezTo>
                <a:cubicBezTo>
                  <a:pt x="84" y="75"/>
                  <a:pt x="75" y="84"/>
                  <a:pt x="64" y="84"/>
                </a:cubicBezTo>
                <a:close/>
                <a:moveTo>
                  <a:pt x="64" y="52"/>
                </a:moveTo>
                <a:cubicBezTo>
                  <a:pt x="57" y="52"/>
                  <a:pt x="52" y="57"/>
                  <a:pt x="52" y="64"/>
                </a:cubicBezTo>
                <a:cubicBezTo>
                  <a:pt x="52" y="71"/>
                  <a:pt x="57" y="76"/>
                  <a:pt x="64" y="76"/>
                </a:cubicBezTo>
                <a:cubicBezTo>
                  <a:pt x="71" y="76"/>
                  <a:pt x="76" y="71"/>
                  <a:pt x="76" y="64"/>
                </a:cubicBezTo>
                <a:cubicBezTo>
                  <a:pt x="76" y="57"/>
                  <a:pt x="71" y="52"/>
                  <a:pt x="64" y="5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123"/>
          <p:cNvSpPr/>
          <p:nvPr/>
        </p:nvSpPr>
        <p:spPr>
          <a:xfrm>
            <a:off x="741224" y="3270862"/>
            <a:ext cx="97558" cy="91440"/>
          </a:xfrm>
          <a:custGeom>
            <a:avLst/>
            <a:gdLst/>
            <a:ahLst/>
            <a:cxnLst/>
            <a:rect l="l" t="t" r="r" b="b"/>
            <a:pathLst>
              <a:path w="128" h="120" extrusionOk="0">
                <a:moveTo>
                  <a:pt x="100" y="40"/>
                </a:moveTo>
                <a:cubicBezTo>
                  <a:pt x="28" y="40"/>
                  <a:pt x="28" y="40"/>
                  <a:pt x="28" y="40"/>
                </a:cubicBezTo>
                <a:cubicBezTo>
                  <a:pt x="26" y="40"/>
                  <a:pt x="24" y="42"/>
                  <a:pt x="24" y="44"/>
                </a:cubicBezTo>
                <a:cubicBezTo>
                  <a:pt x="24" y="46"/>
                  <a:pt x="26" y="48"/>
                  <a:pt x="28" y="48"/>
                </a:cubicBezTo>
                <a:cubicBezTo>
                  <a:pt x="100" y="48"/>
                  <a:pt x="100" y="48"/>
                  <a:pt x="100" y="48"/>
                </a:cubicBezTo>
                <a:cubicBezTo>
                  <a:pt x="102" y="48"/>
                  <a:pt x="104" y="46"/>
                  <a:pt x="104" y="44"/>
                </a:cubicBezTo>
                <a:cubicBezTo>
                  <a:pt x="104" y="42"/>
                  <a:pt x="102" y="40"/>
                  <a:pt x="100" y="40"/>
                </a:cubicBezTo>
                <a:close/>
                <a:moveTo>
                  <a:pt x="116" y="0"/>
                </a:moveTo>
                <a:cubicBezTo>
                  <a:pt x="12" y="0"/>
                  <a:pt x="12" y="0"/>
                  <a:pt x="12" y="0"/>
                </a:cubicBezTo>
                <a:cubicBezTo>
                  <a:pt x="5" y="0"/>
                  <a:pt x="0" y="5"/>
                  <a:pt x="0" y="12"/>
                </a:cubicBezTo>
                <a:cubicBezTo>
                  <a:pt x="0" y="80"/>
                  <a:pt x="0" y="80"/>
                  <a:pt x="0" y="80"/>
                </a:cubicBezTo>
                <a:cubicBezTo>
                  <a:pt x="0" y="87"/>
                  <a:pt x="5" y="92"/>
                  <a:pt x="12" y="92"/>
                </a:cubicBezTo>
                <a:cubicBezTo>
                  <a:pt x="28" y="92"/>
                  <a:pt x="28" y="92"/>
                  <a:pt x="28" y="92"/>
                </a:cubicBezTo>
                <a:cubicBezTo>
                  <a:pt x="28" y="109"/>
                  <a:pt x="28" y="109"/>
                  <a:pt x="28" y="109"/>
                </a:cubicBezTo>
                <a:cubicBezTo>
                  <a:pt x="29" y="114"/>
                  <a:pt x="35" y="120"/>
                  <a:pt x="44" y="114"/>
                </a:cubicBezTo>
                <a:cubicBezTo>
                  <a:pt x="68" y="92"/>
                  <a:pt x="68" y="92"/>
                  <a:pt x="68" y="92"/>
                </a:cubicBezTo>
                <a:cubicBezTo>
                  <a:pt x="116" y="92"/>
                  <a:pt x="116" y="92"/>
                  <a:pt x="116" y="92"/>
                </a:cubicBezTo>
                <a:cubicBezTo>
                  <a:pt x="123" y="92"/>
                  <a:pt x="128" y="87"/>
                  <a:pt x="128" y="80"/>
                </a:cubicBezTo>
                <a:cubicBezTo>
                  <a:pt x="128" y="12"/>
                  <a:pt x="128" y="12"/>
                  <a:pt x="128" y="12"/>
                </a:cubicBezTo>
                <a:cubicBezTo>
                  <a:pt x="128" y="5"/>
                  <a:pt x="123" y="0"/>
                  <a:pt x="116" y="0"/>
                </a:cubicBezTo>
                <a:close/>
                <a:moveTo>
                  <a:pt x="120" y="76"/>
                </a:moveTo>
                <a:cubicBezTo>
                  <a:pt x="120" y="81"/>
                  <a:pt x="116" y="84"/>
                  <a:pt x="112" y="84"/>
                </a:cubicBezTo>
                <a:cubicBezTo>
                  <a:pt x="66" y="84"/>
                  <a:pt x="66" y="84"/>
                  <a:pt x="66" y="84"/>
                </a:cubicBezTo>
                <a:cubicBezTo>
                  <a:pt x="39" y="108"/>
                  <a:pt x="39" y="108"/>
                  <a:pt x="39" y="108"/>
                </a:cubicBezTo>
                <a:cubicBezTo>
                  <a:pt x="35" y="113"/>
                  <a:pt x="36" y="99"/>
                  <a:pt x="36" y="92"/>
                </a:cubicBezTo>
                <a:cubicBezTo>
                  <a:pt x="36" y="92"/>
                  <a:pt x="36" y="92"/>
                  <a:pt x="36" y="92"/>
                </a:cubicBezTo>
                <a:cubicBezTo>
                  <a:pt x="36" y="84"/>
                  <a:pt x="36" y="84"/>
                  <a:pt x="36" y="84"/>
                </a:cubicBezTo>
                <a:cubicBezTo>
                  <a:pt x="16" y="84"/>
                  <a:pt x="16" y="84"/>
                  <a:pt x="16" y="84"/>
                </a:cubicBezTo>
                <a:cubicBezTo>
                  <a:pt x="12" y="84"/>
                  <a:pt x="8" y="81"/>
                  <a:pt x="8" y="76"/>
                </a:cubicBezTo>
                <a:cubicBezTo>
                  <a:pt x="8" y="16"/>
                  <a:pt x="8" y="16"/>
                  <a:pt x="8" y="16"/>
                </a:cubicBezTo>
                <a:cubicBezTo>
                  <a:pt x="8" y="12"/>
                  <a:pt x="12" y="8"/>
                  <a:pt x="16" y="8"/>
                </a:cubicBezTo>
                <a:cubicBezTo>
                  <a:pt x="112" y="8"/>
                  <a:pt x="112" y="8"/>
                  <a:pt x="112" y="8"/>
                </a:cubicBezTo>
                <a:cubicBezTo>
                  <a:pt x="116" y="8"/>
                  <a:pt x="120" y="12"/>
                  <a:pt x="120" y="16"/>
                </a:cubicBezTo>
                <a:cubicBezTo>
                  <a:pt x="120" y="76"/>
                  <a:pt x="120" y="76"/>
                  <a:pt x="120" y="76"/>
                </a:cubicBezTo>
                <a:close/>
                <a:moveTo>
                  <a:pt x="100" y="24"/>
                </a:moveTo>
                <a:cubicBezTo>
                  <a:pt x="28" y="24"/>
                  <a:pt x="28" y="24"/>
                  <a:pt x="28" y="24"/>
                </a:cubicBezTo>
                <a:cubicBezTo>
                  <a:pt x="26" y="24"/>
                  <a:pt x="24" y="26"/>
                  <a:pt x="24" y="28"/>
                </a:cubicBezTo>
                <a:cubicBezTo>
                  <a:pt x="24" y="30"/>
                  <a:pt x="26" y="32"/>
                  <a:pt x="28" y="32"/>
                </a:cubicBezTo>
                <a:cubicBezTo>
                  <a:pt x="100" y="32"/>
                  <a:pt x="100" y="32"/>
                  <a:pt x="100" y="32"/>
                </a:cubicBezTo>
                <a:cubicBezTo>
                  <a:pt x="102" y="32"/>
                  <a:pt x="104" y="30"/>
                  <a:pt x="104" y="28"/>
                </a:cubicBezTo>
                <a:cubicBezTo>
                  <a:pt x="104" y="26"/>
                  <a:pt x="102" y="24"/>
                  <a:pt x="100" y="24"/>
                </a:cubicBezTo>
                <a:close/>
                <a:moveTo>
                  <a:pt x="72" y="56"/>
                </a:moveTo>
                <a:cubicBezTo>
                  <a:pt x="28" y="56"/>
                  <a:pt x="28" y="56"/>
                  <a:pt x="28" y="56"/>
                </a:cubicBezTo>
                <a:cubicBezTo>
                  <a:pt x="26" y="56"/>
                  <a:pt x="24" y="58"/>
                  <a:pt x="24" y="60"/>
                </a:cubicBezTo>
                <a:cubicBezTo>
                  <a:pt x="24" y="63"/>
                  <a:pt x="26" y="64"/>
                  <a:pt x="28" y="64"/>
                </a:cubicBezTo>
                <a:cubicBezTo>
                  <a:pt x="72" y="64"/>
                  <a:pt x="72" y="64"/>
                  <a:pt x="72" y="64"/>
                </a:cubicBezTo>
                <a:cubicBezTo>
                  <a:pt x="74" y="64"/>
                  <a:pt x="76" y="63"/>
                  <a:pt x="76" y="60"/>
                </a:cubicBezTo>
                <a:cubicBezTo>
                  <a:pt x="76" y="58"/>
                  <a:pt x="74" y="56"/>
                  <a:pt x="72" y="5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123"/>
          <p:cNvSpPr/>
          <p:nvPr/>
        </p:nvSpPr>
        <p:spPr>
          <a:xfrm>
            <a:off x="4021995" y="1571483"/>
            <a:ext cx="91440" cy="92043"/>
          </a:xfrm>
          <a:custGeom>
            <a:avLst/>
            <a:gdLst/>
            <a:ahLst/>
            <a:cxnLst/>
            <a:rect l="l" t="t" r="r" b="b"/>
            <a:pathLst>
              <a:path w="128" h="129" extrusionOk="0">
                <a:moveTo>
                  <a:pt x="127" y="127"/>
                </a:moveTo>
                <a:cubicBezTo>
                  <a:pt x="125" y="129"/>
                  <a:pt x="122" y="129"/>
                  <a:pt x="121" y="127"/>
                </a:cubicBezTo>
                <a:cubicBezTo>
                  <a:pt x="86" y="92"/>
                  <a:pt x="86" y="92"/>
                  <a:pt x="86" y="92"/>
                </a:cubicBezTo>
                <a:cubicBezTo>
                  <a:pt x="77" y="99"/>
                  <a:pt x="65" y="104"/>
                  <a:pt x="52" y="104"/>
                </a:cubicBezTo>
                <a:cubicBezTo>
                  <a:pt x="23" y="104"/>
                  <a:pt x="0" y="81"/>
                  <a:pt x="0" y="52"/>
                </a:cubicBezTo>
                <a:cubicBezTo>
                  <a:pt x="0" y="23"/>
                  <a:pt x="23" y="0"/>
                  <a:pt x="52" y="0"/>
                </a:cubicBezTo>
                <a:cubicBezTo>
                  <a:pt x="81" y="0"/>
                  <a:pt x="104" y="23"/>
                  <a:pt x="104" y="52"/>
                </a:cubicBezTo>
                <a:cubicBezTo>
                  <a:pt x="104" y="65"/>
                  <a:pt x="99" y="77"/>
                  <a:pt x="92" y="86"/>
                </a:cubicBezTo>
                <a:cubicBezTo>
                  <a:pt x="127" y="121"/>
                  <a:pt x="127" y="121"/>
                  <a:pt x="127" y="121"/>
                </a:cubicBezTo>
                <a:cubicBezTo>
                  <a:pt x="128" y="122"/>
                  <a:pt x="128" y="125"/>
                  <a:pt x="127" y="127"/>
                </a:cubicBezTo>
                <a:close/>
                <a:moveTo>
                  <a:pt x="52" y="8"/>
                </a:moveTo>
                <a:cubicBezTo>
                  <a:pt x="28" y="8"/>
                  <a:pt x="8" y="28"/>
                  <a:pt x="8" y="52"/>
                </a:cubicBezTo>
                <a:cubicBezTo>
                  <a:pt x="8" y="76"/>
                  <a:pt x="28" y="96"/>
                  <a:pt x="52" y="96"/>
                </a:cubicBezTo>
                <a:cubicBezTo>
                  <a:pt x="76" y="96"/>
                  <a:pt x="96" y="76"/>
                  <a:pt x="96" y="52"/>
                </a:cubicBezTo>
                <a:cubicBezTo>
                  <a:pt x="96" y="28"/>
                  <a:pt x="76" y="8"/>
                  <a:pt x="52" y="8"/>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123"/>
          <p:cNvSpPr/>
          <p:nvPr/>
        </p:nvSpPr>
        <p:spPr>
          <a:xfrm>
            <a:off x="2383139" y="3241583"/>
            <a:ext cx="91440" cy="91440"/>
          </a:xfrm>
          <a:custGeom>
            <a:avLst/>
            <a:gdLst/>
            <a:ahLst/>
            <a:cxnLst/>
            <a:rect l="l" t="t" r="r" b="b"/>
            <a:pathLst>
              <a:path w="128" h="128" extrusionOk="0">
                <a:moveTo>
                  <a:pt x="92" y="76"/>
                </a:moveTo>
                <a:cubicBezTo>
                  <a:pt x="78" y="76"/>
                  <a:pt x="68" y="88"/>
                  <a:pt x="52" y="88"/>
                </a:cubicBezTo>
                <a:cubicBezTo>
                  <a:pt x="32" y="88"/>
                  <a:pt x="16" y="76"/>
                  <a:pt x="16" y="76"/>
                </a:cubicBezTo>
                <a:cubicBezTo>
                  <a:pt x="16" y="8"/>
                  <a:pt x="16" y="8"/>
                  <a:pt x="16" y="8"/>
                </a:cubicBezTo>
                <a:cubicBezTo>
                  <a:pt x="16" y="8"/>
                  <a:pt x="30" y="20"/>
                  <a:pt x="52" y="20"/>
                </a:cubicBezTo>
                <a:cubicBezTo>
                  <a:pt x="68" y="20"/>
                  <a:pt x="76" y="8"/>
                  <a:pt x="92" y="8"/>
                </a:cubicBezTo>
                <a:cubicBezTo>
                  <a:pt x="112" y="8"/>
                  <a:pt x="128" y="20"/>
                  <a:pt x="128" y="20"/>
                </a:cubicBezTo>
                <a:cubicBezTo>
                  <a:pt x="128" y="88"/>
                  <a:pt x="128" y="88"/>
                  <a:pt x="128" y="88"/>
                </a:cubicBezTo>
                <a:cubicBezTo>
                  <a:pt x="128" y="88"/>
                  <a:pt x="112" y="76"/>
                  <a:pt x="92" y="76"/>
                </a:cubicBezTo>
                <a:close/>
                <a:moveTo>
                  <a:pt x="120" y="23"/>
                </a:moveTo>
                <a:cubicBezTo>
                  <a:pt x="113" y="20"/>
                  <a:pt x="103" y="16"/>
                  <a:pt x="92" y="16"/>
                </a:cubicBezTo>
                <a:cubicBezTo>
                  <a:pt x="76" y="16"/>
                  <a:pt x="68" y="28"/>
                  <a:pt x="52" y="28"/>
                </a:cubicBezTo>
                <a:cubicBezTo>
                  <a:pt x="40" y="28"/>
                  <a:pt x="30" y="24"/>
                  <a:pt x="24" y="21"/>
                </a:cubicBezTo>
                <a:cubicBezTo>
                  <a:pt x="24" y="38"/>
                  <a:pt x="24" y="62"/>
                  <a:pt x="24" y="73"/>
                </a:cubicBezTo>
                <a:cubicBezTo>
                  <a:pt x="31" y="76"/>
                  <a:pt x="41" y="80"/>
                  <a:pt x="52" y="80"/>
                </a:cubicBezTo>
                <a:cubicBezTo>
                  <a:pt x="68" y="80"/>
                  <a:pt x="78" y="68"/>
                  <a:pt x="92" y="68"/>
                </a:cubicBezTo>
                <a:cubicBezTo>
                  <a:pt x="104" y="68"/>
                  <a:pt x="114" y="72"/>
                  <a:pt x="120" y="75"/>
                </a:cubicBezTo>
                <a:cubicBezTo>
                  <a:pt x="120" y="61"/>
                  <a:pt x="120" y="49"/>
                  <a:pt x="120" y="23"/>
                </a:cubicBezTo>
                <a:close/>
                <a:moveTo>
                  <a:pt x="4" y="128"/>
                </a:moveTo>
                <a:cubicBezTo>
                  <a:pt x="2" y="128"/>
                  <a:pt x="0" y="126"/>
                  <a:pt x="0" y="124"/>
                </a:cubicBezTo>
                <a:cubicBezTo>
                  <a:pt x="0" y="4"/>
                  <a:pt x="0" y="4"/>
                  <a:pt x="0" y="4"/>
                </a:cubicBezTo>
                <a:cubicBezTo>
                  <a:pt x="0" y="2"/>
                  <a:pt x="2" y="0"/>
                  <a:pt x="4" y="0"/>
                </a:cubicBezTo>
                <a:cubicBezTo>
                  <a:pt x="6" y="0"/>
                  <a:pt x="8" y="2"/>
                  <a:pt x="8" y="4"/>
                </a:cubicBezTo>
                <a:cubicBezTo>
                  <a:pt x="8" y="124"/>
                  <a:pt x="8" y="124"/>
                  <a:pt x="8" y="124"/>
                </a:cubicBezTo>
                <a:cubicBezTo>
                  <a:pt x="8" y="126"/>
                  <a:pt x="6" y="128"/>
                  <a:pt x="4" y="128"/>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123"/>
          <p:cNvSpPr/>
          <p:nvPr/>
        </p:nvSpPr>
        <p:spPr>
          <a:xfrm>
            <a:off x="4021995" y="3260268"/>
            <a:ext cx="91440" cy="112628"/>
          </a:xfrm>
          <a:custGeom>
            <a:avLst/>
            <a:gdLst/>
            <a:ahLst/>
            <a:cxnLst/>
            <a:rect l="l" t="t" r="r" b="b"/>
            <a:pathLst>
              <a:path w="104" h="128" extrusionOk="0">
                <a:moveTo>
                  <a:pt x="76" y="96"/>
                </a:moveTo>
                <a:cubicBezTo>
                  <a:pt x="28" y="96"/>
                  <a:pt x="28" y="96"/>
                  <a:pt x="28" y="96"/>
                </a:cubicBezTo>
                <a:cubicBezTo>
                  <a:pt x="26" y="96"/>
                  <a:pt x="24" y="98"/>
                  <a:pt x="24" y="100"/>
                </a:cubicBezTo>
                <a:cubicBezTo>
                  <a:pt x="24" y="102"/>
                  <a:pt x="26" y="104"/>
                  <a:pt x="28" y="104"/>
                </a:cubicBezTo>
                <a:cubicBezTo>
                  <a:pt x="76" y="104"/>
                  <a:pt x="76" y="104"/>
                  <a:pt x="76" y="104"/>
                </a:cubicBezTo>
                <a:cubicBezTo>
                  <a:pt x="78" y="104"/>
                  <a:pt x="80" y="102"/>
                  <a:pt x="80" y="100"/>
                </a:cubicBezTo>
                <a:cubicBezTo>
                  <a:pt x="80" y="98"/>
                  <a:pt x="78" y="96"/>
                  <a:pt x="76" y="96"/>
                </a:cubicBezTo>
                <a:close/>
                <a:moveTo>
                  <a:pt x="92" y="20"/>
                </a:moveTo>
                <a:cubicBezTo>
                  <a:pt x="84" y="20"/>
                  <a:pt x="84" y="20"/>
                  <a:pt x="84" y="20"/>
                </a:cubicBezTo>
                <a:cubicBezTo>
                  <a:pt x="84" y="16"/>
                  <a:pt x="80" y="12"/>
                  <a:pt x="76" y="12"/>
                </a:cubicBezTo>
                <a:cubicBezTo>
                  <a:pt x="72" y="12"/>
                  <a:pt x="72" y="12"/>
                  <a:pt x="72" y="12"/>
                </a:cubicBezTo>
                <a:cubicBezTo>
                  <a:pt x="72" y="8"/>
                  <a:pt x="72" y="8"/>
                  <a:pt x="72" y="8"/>
                </a:cubicBezTo>
                <a:cubicBezTo>
                  <a:pt x="72" y="4"/>
                  <a:pt x="68" y="0"/>
                  <a:pt x="64" y="0"/>
                </a:cubicBezTo>
                <a:cubicBezTo>
                  <a:pt x="40" y="0"/>
                  <a:pt x="40" y="0"/>
                  <a:pt x="40" y="0"/>
                </a:cubicBezTo>
                <a:cubicBezTo>
                  <a:pt x="36" y="0"/>
                  <a:pt x="32" y="4"/>
                  <a:pt x="32" y="8"/>
                </a:cubicBezTo>
                <a:cubicBezTo>
                  <a:pt x="32" y="12"/>
                  <a:pt x="32" y="12"/>
                  <a:pt x="32" y="12"/>
                </a:cubicBezTo>
                <a:cubicBezTo>
                  <a:pt x="28" y="12"/>
                  <a:pt x="28" y="12"/>
                  <a:pt x="28" y="12"/>
                </a:cubicBezTo>
                <a:cubicBezTo>
                  <a:pt x="24" y="12"/>
                  <a:pt x="20" y="16"/>
                  <a:pt x="20" y="20"/>
                </a:cubicBezTo>
                <a:cubicBezTo>
                  <a:pt x="12" y="20"/>
                  <a:pt x="12" y="20"/>
                  <a:pt x="12" y="20"/>
                </a:cubicBezTo>
                <a:cubicBezTo>
                  <a:pt x="5" y="20"/>
                  <a:pt x="0" y="25"/>
                  <a:pt x="0" y="32"/>
                </a:cubicBezTo>
                <a:cubicBezTo>
                  <a:pt x="0" y="116"/>
                  <a:pt x="0" y="116"/>
                  <a:pt x="0" y="116"/>
                </a:cubicBezTo>
                <a:cubicBezTo>
                  <a:pt x="0" y="123"/>
                  <a:pt x="5" y="128"/>
                  <a:pt x="12" y="128"/>
                </a:cubicBezTo>
                <a:cubicBezTo>
                  <a:pt x="92" y="128"/>
                  <a:pt x="92" y="128"/>
                  <a:pt x="92" y="128"/>
                </a:cubicBezTo>
                <a:cubicBezTo>
                  <a:pt x="99" y="128"/>
                  <a:pt x="104" y="123"/>
                  <a:pt x="104" y="116"/>
                </a:cubicBezTo>
                <a:cubicBezTo>
                  <a:pt x="104" y="32"/>
                  <a:pt x="104" y="32"/>
                  <a:pt x="104" y="32"/>
                </a:cubicBezTo>
                <a:cubicBezTo>
                  <a:pt x="104" y="25"/>
                  <a:pt x="99" y="20"/>
                  <a:pt x="92" y="20"/>
                </a:cubicBezTo>
                <a:close/>
                <a:moveTo>
                  <a:pt x="34" y="20"/>
                </a:moveTo>
                <a:cubicBezTo>
                  <a:pt x="40" y="20"/>
                  <a:pt x="40" y="20"/>
                  <a:pt x="40" y="20"/>
                </a:cubicBezTo>
                <a:cubicBezTo>
                  <a:pt x="40" y="16"/>
                  <a:pt x="40" y="16"/>
                  <a:pt x="40" y="16"/>
                </a:cubicBezTo>
                <a:cubicBezTo>
                  <a:pt x="40" y="12"/>
                  <a:pt x="44" y="8"/>
                  <a:pt x="48" y="8"/>
                </a:cubicBezTo>
                <a:cubicBezTo>
                  <a:pt x="56" y="8"/>
                  <a:pt x="56" y="8"/>
                  <a:pt x="56" y="8"/>
                </a:cubicBezTo>
                <a:cubicBezTo>
                  <a:pt x="60" y="8"/>
                  <a:pt x="64" y="12"/>
                  <a:pt x="64" y="16"/>
                </a:cubicBezTo>
                <a:cubicBezTo>
                  <a:pt x="64" y="20"/>
                  <a:pt x="64" y="20"/>
                  <a:pt x="64" y="20"/>
                </a:cubicBezTo>
                <a:cubicBezTo>
                  <a:pt x="70" y="20"/>
                  <a:pt x="70" y="20"/>
                  <a:pt x="70" y="20"/>
                </a:cubicBezTo>
                <a:cubicBezTo>
                  <a:pt x="73" y="20"/>
                  <a:pt x="76" y="23"/>
                  <a:pt x="76" y="26"/>
                </a:cubicBezTo>
                <a:cubicBezTo>
                  <a:pt x="76" y="29"/>
                  <a:pt x="73" y="32"/>
                  <a:pt x="70" y="32"/>
                </a:cubicBezTo>
                <a:cubicBezTo>
                  <a:pt x="34" y="32"/>
                  <a:pt x="34" y="32"/>
                  <a:pt x="34" y="32"/>
                </a:cubicBezTo>
                <a:cubicBezTo>
                  <a:pt x="31" y="32"/>
                  <a:pt x="28" y="29"/>
                  <a:pt x="28" y="26"/>
                </a:cubicBezTo>
                <a:cubicBezTo>
                  <a:pt x="28" y="23"/>
                  <a:pt x="31" y="20"/>
                  <a:pt x="34" y="20"/>
                </a:cubicBezTo>
                <a:close/>
                <a:moveTo>
                  <a:pt x="96" y="112"/>
                </a:moveTo>
                <a:cubicBezTo>
                  <a:pt x="96" y="117"/>
                  <a:pt x="92" y="120"/>
                  <a:pt x="88" y="120"/>
                </a:cubicBezTo>
                <a:cubicBezTo>
                  <a:pt x="16" y="120"/>
                  <a:pt x="16" y="120"/>
                  <a:pt x="16" y="120"/>
                </a:cubicBezTo>
                <a:cubicBezTo>
                  <a:pt x="12" y="120"/>
                  <a:pt x="8" y="117"/>
                  <a:pt x="8" y="112"/>
                </a:cubicBezTo>
                <a:cubicBezTo>
                  <a:pt x="8" y="36"/>
                  <a:pt x="8" y="36"/>
                  <a:pt x="8" y="36"/>
                </a:cubicBezTo>
                <a:cubicBezTo>
                  <a:pt x="8" y="32"/>
                  <a:pt x="12" y="28"/>
                  <a:pt x="16" y="28"/>
                </a:cubicBezTo>
                <a:cubicBezTo>
                  <a:pt x="20" y="28"/>
                  <a:pt x="20" y="28"/>
                  <a:pt x="20" y="28"/>
                </a:cubicBezTo>
                <a:cubicBezTo>
                  <a:pt x="20" y="32"/>
                  <a:pt x="20" y="32"/>
                  <a:pt x="20" y="32"/>
                </a:cubicBezTo>
                <a:cubicBezTo>
                  <a:pt x="20" y="37"/>
                  <a:pt x="24" y="40"/>
                  <a:pt x="28" y="40"/>
                </a:cubicBezTo>
                <a:cubicBezTo>
                  <a:pt x="76" y="40"/>
                  <a:pt x="76" y="40"/>
                  <a:pt x="76" y="40"/>
                </a:cubicBezTo>
                <a:cubicBezTo>
                  <a:pt x="81" y="40"/>
                  <a:pt x="83" y="36"/>
                  <a:pt x="84" y="32"/>
                </a:cubicBezTo>
                <a:cubicBezTo>
                  <a:pt x="84" y="31"/>
                  <a:pt x="84" y="29"/>
                  <a:pt x="84" y="28"/>
                </a:cubicBezTo>
                <a:cubicBezTo>
                  <a:pt x="88" y="28"/>
                  <a:pt x="88" y="28"/>
                  <a:pt x="88" y="28"/>
                </a:cubicBezTo>
                <a:cubicBezTo>
                  <a:pt x="92" y="28"/>
                  <a:pt x="96" y="32"/>
                  <a:pt x="96" y="36"/>
                </a:cubicBezTo>
                <a:cubicBezTo>
                  <a:pt x="96" y="112"/>
                  <a:pt x="96" y="112"/>
                  <a:pt x="96" y="112"/>
                </a:cubicBezTo>
                <a:close/>
                <a:moveTo>
                  <a:pt x="76" y="76"/>
                </a:moveTo>
                <a:cubicBezTo>
                  <a:pt x="28" y="76"/>
                  <a:pt x="28" y="76"/>
                  <a:pt x="28" y="76"/>
                </a:cubicBezTo>
                <a:cubicBezTo>
                  <a:pt x="26" y="76"/>
                  <a:pt x="24" y="78"/>
                  <a:pt x="24" y="80"/>
                </a:cubicBezTo>
                <a:cubicBezTo>
                  <a:pt x="24" y="82"/>
                  <a:pt x="26" y="84"/>
                  <a:pt x="28" y="84"/>
                </a:cubicBezTo>
                <a:cubicBezTo>
                  <a:pt x="76" y="84"/>
                  <a:pt x="76" y="84"/>
                  <a:pt x="76" y="84"/>
                </a:cubicBezTo>
                <a:cubicBezTo>
                  <a:pt x="78" y="84"/>
                  <a:pt x="80" y="82"/>
                  <a:pt x="80" y="80"/>
                </a:cubicBezTo>
                <a:cubicBezTo>
                  <a:pt x="80" y="78"/>
                  <a:pt x="78" y="76"/>
                  <a:pt x="76" y="76"/>
                </a:cubicBezTo>
                <a:close/>
                <a:moveTo>
                  <a:pt x="76" y="56"/>
                </a:moveTo>
                <a:cubicBezTo>
                  <a:pt x="28" y="56"/>
                  <a:pt x="28" y="56"/>
                  <a:pt x="28" y="56"/>
                </a:cubicBezTo>
                <a:cubicBezTo>
                  <a:pt x="26" y="56"/>
                  <a:pt x="24" y="58"/>
                  <a:pt x="24" y="60"/>
                </a:cubicBezTo>
                <a:cubicBezTo>
                  <a:pt x="24" y="62"/>
                  <a:pt x="26" y="64"/>
                  <a:pt x="28" y="64"/>
                </a:cubicBezTo>
                <a:cubicBezTo>
                  <a:pt x="76" y="64"/>
                  <a:pt x="76" y="64"/>
                  <a:pt x="76" y="64"/>
                </a:cubicBezTo>
                <a:cubicBezTo>
                  <a:pt x="78" y="64"/>
                  <a:pt x="80" y="62"/>
                  <a:pt x="80" y="60"/>
                </a:cubicBezTo>
                <a:cubicBezTo>
                  <a:pt x="80" y="58"/>
                  <a:pt x="78" y="56"/>
                  <a:pt x="76" y="5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123"/>
          <p:cNvSpPr/>
          <p:nvPr/>
        </p:nvSpPr>
        <p:spPr>
          <a:xfrm>
            <a:off x="5660700" y="3270862"/>
            <a:ext cx="91743" cy="91440"/>
          </a:xfrm>
          <a:custGeom>
            <a:avLst/>
            <a:gdLst/>
            <a:ahLst/>
            <a:cxnLst/>
            <a:rect l="l" t="t" r="r" b="b"/>
            <a:pathLst>
              <a:path w="128" h="128" extrusionOk="0">
                <a:moveTo>
                  <a:pt x="124" y="92"/>
                </a:moveTo>
                <a:cubicBezTo>
                  <a:pt x="120" y="92"/>
                  <a:pt x="120" y="92"/>
                  <a:pt x="120" y="92"/>
                </a:cubicBezTo>
                <a:cubicBezTo>
                  <a:pt x="120" y="8"/>
                  <a:pt x="120" y="8"/>
                  <a:pt x="120" y="8"/>
                </a:cubicBezTo>
                <a:cubicBezTo>
                  <a:pt x="124" y="8"/>
                  <a:pt x="124" y="8"/>
                  <a:pt x="124" y="8"/>
                </a:cubicBezTo>
                <a:cubicBezTo>
                  <a:pt x="126" y="8"/>
                  <a:pt x="128" y="6"/>
                  <a:pt x="128" y="4"/>
                </a:cubicBezTo>
                <a:cubicBezTo>
                  <a:pt x="128" y="2"/>
                  <a:pt x="126" y="0"/>
                  <a:pt x="124" y="0"/>
                </a:cubicBezTo>
                <a:cubicBezTo>
                  <a:pt x="4" y="0"/>
                  <a:pt x="4" y="0"/>
                  <a:pt x="4" y="0"/>
                </a:cubicBezTo>
                <a:cubicBezTo>
                  <a:pt x="2" y="0"/>
                  <a:pt x="0" y="2"/>
                  <a:pt x="0" y="4"/>
                </a:cubicBezTo>
                <a:cubicBezTo>
                  <a:pt x="0" y="6"/>
                  <a:pt x="2" y="8"/>
                  <a:pt x="4" y="8"/>
                </a:cubicBezTo>
                <a:cubicBezTo>
                  <a:pt x="8" y="8"/>
                  <a:pt x="8" y="8"/>
                  <a:pt x="8" y="8"/>
                </a:cubicBezTo>
                <a:cubicBezTo>
                  <a:pt x="8" y="92"/>
                  <a:pt x="8" y="92"/>
                  <a:pt x="8" y="92"/>
                </a:cubicBezTo>
                <a:cubicBezTo>
                  <a:pt x="4" y="92"/>
                  <a:pt x="4" y="92"/>
                  <a:pt x="4" y="92"/>
                </a:cubicBezTo>
                <a:cubicBezTo>
                  <a:pt x="2" y="92"/>
                  <a:pt x="0" y="94"/>
                  <a:pt x="0" y="96"/>
                </a:cubicBezTo>
                <a:cubicBezTo>
                  <a:pt x="0" y="98"/>
                  <a:pt x="2" y="100"/>
                  <a:pt x="4" y="100"/>
                </a:cubicBezTo>
                <a:cubicBezTo>
                  <a:pt x="42" y="100"/>
                  <a:pt x="42" y="100"/>
                  <a:pt x="42" y="100"/>
                </a:cubicBezTo>
                <a:cubicBezTo>
                  <a:pt x="21" y="121"/>
                  <a:pt x="21" y="121"/>
                  <a:pt x="21" y="121"/>
                </a:cubicBezTo>
                <a:cubicBezTo>
                  <a:pt x="20" y="122"/>
                  <a:pt x="20" y="125"/>
                  <a:pt x="21" y="127"/>
                </a:cubicBezTo>
                <a:cubicBezTo>
                  <a:pt x="23" y="128"/>
                  <a:pt x="25" y="128"/>
                  <a:pt x="27" y="127"/>
                </a:cubicBezTo>
                <a:cubicBezTo>
                  <a:pt x="54" y="100"/>
                  <a:pt x="54" y="100"/>
                  <a:pt x="54" y="100"/>
                </a:cubicBezTo>
                <a:cubicBezTo>
                  <a:pt x="60" y="100"/>
                  <a:pt x="60" y="100"/>
                  <a:pt x="60" y="100"/>
                </a:cubicBezTo>
                <a:cubicBezTo>
                  <a:pt x="60" y="116"/>
                  <a:pt x="60" y="116"/>
                  <a:pt x="60" y="116"/>
                </a:cubicBezTo>
                <a:cubicBezTo>
                  <a:pt x="60" y="118"/>
                  <a:pt x="62" y="120"/>
                  <a:pt x="64" y="120"/>
                </a:cubicBezTo>
                <a:cubicBezTo>
                  <a:pt x="66" y="120"/>
                  <a:pt x="68" y="118"/>
                  <a:pt x="68" y="116"/>
                </a:cubicBezTo>
                <a:cubicBezTo>
                  <a:pt x="68" y="100"/>
                  <a:pt x="68" y="100"/>
                  <a:pt x="68" y="100"/>
                </a:cubicBezTo>
                <a:cubicBezTo>
                  <a:pt x="74" y="100"/>
                  <a:pt x="74" y="100"/>
                  <a:pt x="74" y="100"/>
                </a:cubicBezTo>
                <a:cubicBezTo>
                  <a:pt x="101" y="127"/>
                  <a:pt x="101" y="127"/>
                  <a:pt x="101" y="127"/>
                </a:cubicBezTo>
                <a:cubicBezTo>
                  <a:pt x="103" y="128"/>
                  <a:pt x="105" y="128"/>
                  <a:pt x="107" y="127"/>
                </a:cubicBezTo>
                <a:cubicBezTo>
                  <a:pt x="108" y="125"/>
                  <a:pt x="108" y="122"/>
                  <a:pt x="107" y="121"/>
                </a:cubicBezTo>
                <a:cubicBezTo>
                  <a:pt x="86" y="100"/>
                  <a:pt x="86" y="100"/>
                  <a:pt x="86" y="100"/>
                </a:cubicBezTo>
                <a:cubicBezTo>
                  <a:pt x="124" y="100"/>
                  <a:pt x="124" y="100"/>
                  <a:pt x="124" y="100"/>
                </a:cubicBezTo>
                <a:cubicBezTo>
                  <a:pt x="126" y="100"/>
                  <a:pt x="128" y="98"/>
                  <a:pt x="128" y="96"/>
                </a:cubicBezTo>
                <a:cubicBezTo>
                  <a:pt x="128" y="94"/>
                  <a:pt x="126" y="92"/>
                  <a:pt x="124" y="92"/>
                </a:cubicBezTo>
                <a:close/>
                <a:moveTo>
                  <a:pt x="112" y="92"/>
                </a:moveTo>
                <a:cubicBezTo>
                  <a:pt x="76" y="92"/>
                  <a:pt x="76" y="92"/>
                  <a:pt x="76" y="92"/>
                </a:cubicBezTo>
                <a:cubicBezTo>
                  <a:pt x="76" y="92"/>
                  <a:pt x="76" y="92"/>
                  <a:pt x="76" y="92"/>
                </a:cubicBezTo>
                <a:cubicBezTo>
                  <a:pt x="52" y="92"/>
                  <a:pt x="52" y="92"/>
                  <a:pt x="52" y="92"/>
                </a:cubicBezTo>
                <a:cubicBezTo>
                  <a:pt x="52" y="92"/>
                  <a:pt x="52" y="92"/>
                  <a:pt x="52" y="92"/>
                </a:cubicBezTo>
                <a:cubicBezTo>
                  <a:pt x="16" y="92"/>
                  <a:pt x="16" y="92"/>
                  <a:pt x="16" y="92"/>
                </a:cubicBezTo>
                <a:cubicBezTo>
                  <a:pt x="16" y="8"/>
                  <a:pt x="16" y="8"/>
                  <a:pt x="16" y="8"/>
                </a:cubicBezTo>
                <a:cubicBezTo>
                  <a:pt x="112" y="8"/>
                  <a:pt x="112" y="8"/>
                  <a:pt x="112" y="8"/>
                </a:cubicBezTo>
                <a:cubicBezTo>
                  <a:pt x="112" y="92"/>
                  <a:pt x="112" y="92"/>
                  <a:pt x="112" y="92"/>
                </a:cubicBezTo>
                <a:close/>
                <a:moveTo>
                  <a:pt x="43" y="59"/>
                </a:moveTo>
                <a:cubicBezTo>
                  <a:pt x="52" y="50"/>
                  <a:pt x="52" y="50"/>
                  <a:pt x="52" y="50"/>
                </a:cubicBezTo>
                <a:cubicBezTo>
                  <a:pt x="65" y="63"/>
                  <a:pt x="65" y="63"/>
                  <a:pt x="65" y="63"/>
                </a:cubicBezTo>
                <a:cubicBezTo>
                  <a:pt x="66" y="64"/>
                  <a:pt x="67" y="64"/>
                  <a:pt x="68" y="64"/>
                </a:cubicBezTo>
                <a:cubicBezTo>
                  <a:pt x="69" y="64"/>
                  <a:pt x="70" y="64"/>
                  <a:pt x="71" y="63"/>
                </a:cubicBezTo>
                <a:cubicBezTo>
                  <a:pt x="91" y="43"/>
                  <a:pt x="91" y="43"/>
                  <a:pt x="91" y="43"/>
                </a:cubicBezTo>
                <a:cubicBezTo>
                  <a:pt x="92" y="41"/>
                  <a:pt x="92" y="39"/>
                  <a:pt x="91" y="37"/>
                </a:cubicBezTo>
                <a:cubicBezTo>
                  <a:pt x="89" y="36"/>
                  <a:pt x="87" y="36"/>
                  <a:pt x="85" y="37"/>
                </a:cubicBezTo>
                <a:cubicBezTo>
                  <a:pt x="68" y="54"/>
                  <a:pt x="68" y="54"/>
                  <a:pt x="68" y="54"/>
                </a:cubicBezTo>
                <a:cubicBezTo>
                  <a:pt x="55" y="41"/>
                  <a:pt x="55" y="41"/>
                  <a:pt x="55" y="41"/>
                </a:cubicBezTo>
                <a:cubicBezTo>
                  <a:pt x="55" y="41"/>
                  <a:pt x="54" y="41"/>
                  <a:pt x="54" y="40"/>
                </a:cubicBezTo>
                <a:cubicBezTo>
                  <a:pt x="52" y="40"/>
                  <a:pt x="50" y="40"/>
                  <a:pt x="49" y="41"/>
                </a:cubicBezTo>
                <a:cubicBezTo>
                  <a:pt x="37" y="53"/>
                  <a:pt x="37" y="53"/>
                  <a:pt x="37" y="53"/>
                </a:cubicBezTo>
                <a:cubicBezTo>
                  <a:pt x="36" y="54"/>
                  <a:pt x="36" y="57"/>
                  <a:pt x="37" y="59"/>
                </a:cubicBezTo>
                <a:cubicBezTo>
                  <a:pt x="39" y="60"/>
                  <a:pt x="41" y="60"/>
                  <a:pt x="43" y="5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123"/>
          <p:cNvSpPr/>
          <p:nvPr/>
        </p:nvSpPr>
        <p:spPr>
          <a:xfrm>
            <a:off x="7299706" y="3271013"/>
            <a:ext cx="91440" cy="91138"/>
          </a:xfrm>
          <a:custGeom>
            <a:avLst/>
            <a:gdLst/>
            <a:ahLst/>
            <a:cxnLst/>
            <a:rect l="l" t="t" r="r" b="b"/>
            <a:pathLst>
              <a:path w="128" h="128" extrusionOk="0">
                <a:moveTo>
                  <a:pt x="126" y="118"/>
                </a:moveTo>
                <a:cubicBezTo>
                  <a:pt x="121" y="126"/>
                  <a:pt x="89" y="128"/>
                  <a:pt x="64" y="128"/>
                </a:cubicBezTo>
                <a:cubicBezTo>
                  <a:pt x="39" y="128"/>
                  <a:pt x="7" y="126"/>
                  <a:pt x="1" y="118"/>
                </a:cubicBezTo>
                <a:cubicBezTo>
                  <a:pt x="0" y="116"/>
                  <a:pt x="0" y="113"/>
                  <a:pt x="1" y="111"/>
                </a:cubicBezTo>
                <a:cubicBezTo>
                  <a:pt x="6" y="96"/>
                  <a:pt x="16" y="92"/>
                  <a:pt x="24" y="91"/>
                </a:cubicBezTo>
                <a:cubicBezTo>
                  <a:pt x="31" y="90"/>
                  <a:pt x="37" y="88"/>
                  <a:pt x="40" y="86"/>
                </a:cubicBezTo>
                <a:cubicBezTo>
                  <a:pt x="40" y="85"/>
                  <a:pt x="40" y="79"/>
                  <a:pt x="40" y="75"/>
                </a:cubicBezTo>
                <a:cubicBezTo>
                  <a:pt x="33" y="67"/>
                  <a:pt x="28" y="55"/>
                  <a:pt x="28" y="44"/>
                </a:cubicBezTo>
                <a:cubicBezTo>
                  <a:pt x="28" y="20"/>
                  <a:pt x="40" y="0"/>
                  <a:pt x="64" y="0"/>
                </a:cubicBezTo>
                <a:cubicBezTo>
                  <a:pt x="88" y="0"/>
                  <a:pt x="100" y="20"/>
                  <a:pt x="100" y="44"/>
                </a:cubicBezTo>
                <a:cubicBezTo>
                  <a:pt x="100" y="55"/>
                  <a:pt x="95" y="67"/>
                  <a:pt x="88" y="75"/>
                </a:cubicBezTo>
                <a:cubicBezTo>
                  <a:pt x="88" y="77"/>
                  <a:pt x="88" y="79"/>
                  <a:pt x="88" y="86"/>
                </a:cubicBezTo>
                <a:cubicBezTo>
                  <a:pt x="91" y="88"/>
                  <a:pt x="97" y="90"/>
                  <a:pt x="104" y="91"/>
                </a:cubicBezTo>
                <a:cubicBezTo>
                  <a:pt x="112" y="92"/>
                  <a:pt x="122" y="96"/>
                  <a:pt x="127" y="111"/>
                </a:cubicBezTo>
                <a:cubicBezTo>
                  <a:pt x="128" y="113"/>
                  <a:pt x="128" y="116"/>
                  <a:pt x="126" y="118"/>
                </a:cubicBezTo>
                <a:close/>
                <a:moveTo>
                  <a:pt x="92" y="44"/>
                </a:moveTo>
                <a:cubicBezTo>
                  <a:pt x="92" y="24"/>
                  <a:pt x="83" y="8"/>
                  <a:pt x="64" y="8"/>
                </a:cubicBezTo>
                <a:cubicBezTo>
                  <a:pt x="45" y="8"/>
                  <a:pt x="36" y="24"/>
                  <a:pt x="36" y="44"/>
                </a:cubicBezTo>
                <a:cubicBezTo>
                  <a:pt x="36" y="60"/>
                  <a:pt x="49" y="80"/>
                  <a:pt x="64" y="80"/>
                </a:cubicBezTo>
                <a:cubicBezTo>
                  <a:pt x="79" y="80"/>
                  <a:pt x="92" y="60"/>
                  <a:pt x="92" y="44"/>
                </a:cubicBezTo>
                <a:close/>
                <a:moveTo>
                  <a:pt x="102" y="99"/>
                </a:moveTo>
                <a:cubicBezTo>
                  <a:pt x="95" y="98"/>
                  <a:pt x="88" y="95"/>
                  <a:pt x="84" y="93"/>
                </a:cubicBezTo>
                <a:cubicBezTo>
                  <a:pt x="80" y="91"/>
                  <a:pt x="80" y="91"/>
                  <a:pt x="80" y="91"/>
                </a:cubicBezTo>
                <a:cubicBezTo>
                  <a:pt x="80" y="91"/>
                  <a:pt x="80" y="86"/>
                  <a:pt x="80" y="83"/>
                </a:cubicBezTo>
                <a:cubicBezTo>
                  <a:pt x="75" y="86"/>
                  <a:pt x="70" y="88"/>
                  <a:pt x="64" y="88"/>
                </a:cubicBezTo>
                <a:cubicBezTo>
                  <a:pt x="58" y="88"/>
                  <a:pt x="53" y="86"/>
                  <a:pt x="48" y="83"/>
                </a:cubicBezTo>
                <a:cubicBezTo>
                  <a:pt x="48" y="86"/>
                  <a:pt x="48" y="91"/>
                  <a:pt x="48" y="91"/>
                </a:cubicBezTo>
                <a:cubicBezTo>
                  <a:pt x="44" y="93"/>
                  <a:pt x="44" y="93"/>
                  <a:pt x="44" y="93"/>
                </a:cubicBezTo>
                <a:cubicBezTo>
                  <a:pt x="40" y="95"/>
                  <a:pt x="33" y="98"/>
                  <a:pt x="25" y="99"/>
                </a:cubicBezTo>
                <a:cubicBezTo>
                  <a:pt x="19" y="100"/>
                  <a:pt x="13" y="102"/>
                  <a:pt x="8" y="113"/>
                </a:cubicBezTo>
                <a:cubicBezTo>
                  <a:pt x="8" y="114"/>
                  <a:pt x="15" y="120"/>
                  <a:pt x="64" y="120"/>
                </a:cubicBezTo>
                <a:cubicBezTo>
                  <a:pt x="113" y="120"/>
                  <a:pt x="119" y="114"/>
                  <a:pt x="120" y="113"/>
                </a:cubicBezTo>
                <a:cubicBezTo>
                  <a:pt x="115" y="102"/>
                  <a:pt x="108" y="100"/>
                  <a:pt x="102" y="9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2"/>
        <p:cNvGrpSpPr/>
        <p:nvPr/>
      </p:nvGrpSpPr>
      <p:grpSpPr>
        <a:xfrm>
          <a:off x="0" y="0"/>
          <a:ext cx="0" cy="0"/>
          <a:chOff x="0" y="0"/>
          <a:chExt cx="0" cy="0"/>
        </a:xfrm>
      </p:grpSpPr>
      <p:sp>
        <p:nvSpPr>
          <p:cNvPr id="813" name="Google Shape;813;p124"/>
          <p:cNvSpPr txBox="1"/>
          <p:nvPr/>
        </p:nvSpPr>
        <p:spPr>
          <a:xfrm>
            <a:off x="1164410" y="1977176"/>
            <a:ext cx="6680100" cy="708000"/>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Clr>
                <a:schemeClr val="dk1"/>
              </a:buClr>
              <a:buSzPts val="5000"/>
              <a:buFont typeface="Arial"/>
              <a:buNone/>
            </a:pPr>
            <a:r>
              <a:rPr lang="en" sz="4600">
                <a:solidFill>
                  <a:schemeClr val="lt1"/>
                </a:solidFill>
                <a:latin typeface="Manrope"/>
                <a:ea typeface="Manrope"/>
                <a:cs typeface="Manrope"/>
                <a:sym typeface="Manrope"/>
              </a:rPr>
              <a:t>Obrigado</a:t>
            </a:r>
            <a:endParaRPr sz="4600">
              <a:solidFill>
                <a:srgbClr val="FFFFFF"/>
              </a:solidFill>
              <a:latin typeface="Manrope"/>
              <a:ea typeface="Manrope"/>
              <a:cs typeface="Manrope"/>
              <a:sym typeface="Manrope"/>
            </a:endParaRPr>
          </a:p>
        </p:txBody>
      </p:sp>
      <p:sp>
        <p:nvSpPr>
          <p:cNvPr id="814" name="Google Shape;814;p124"/>
          <p:cNvSpPr txBox="1"/>
          <p:nvPr/>
        </p:nvSpPr>
        <p:spPr>
          <a:xfrm>
            <a:off x="566469" y="3064994"/>
            <a:ext cx="3383100" cy="253800"/>
          </a:xfrm>
          <a:prstGeom prst="rect">
            <a:avLst/>
          </a:prstGeom>
          <a:noFill/>
          <a:ln>
            <a:noFill/>
          </a:ln>
        </p:spPr>
        <p:txBody>
          <a:bodyPr spcFirstLastPara="1" wrap="square" lIns="0" tIns="34275" rIns="0" bIns="34275" anchor="ctr" anchorCtr="0">
            <a:spAutoFit/>
          </a:bodyPr>
          <a:lstStyle/>
          <a:p>
            <a:pPr marL="0" lvl="0" indent="0" algn="l" rtl="0">
              <a:spcBef>
                <a:spcPts val="0"/>
              </a:spcBef>
              <a:spcAft>
                <a:spcPts val="0"/>
              </a:spcAft>
              <a:buClr>
                <a:srgbClr val="000000"/>
              </a:buClr>
              <a:buSzPts val="2100"/>
              <a:buFont typeface="Arial"/>
              <a:buNone/>
            </a:pPr>
            <a:endParaRPr sz="1200">
              <a:solidFill>
                <a:srgbClr val="FFFFFF"/>
              </a:solidFill>
              <a:latin typeface="Manrope ExtraLight"/>
              <a:ea typeface="Manrope ExtraLight"/>
              <a:cs typeface="Manrope ExtraLight"/>
              <a:sym typeface="Manrope ExtraLight"/>
            </a:endParaRPr>
          </a:p>
        </p:txBody>
      </p:sp>
      <p:sp>
        <p:nvSpPr>
          <p:cNvPr id="815" name="Google Shape;815;p124"/>
          <p:cNvSpPr/>
          <p:nvPr/>
        </p:nvSpPr>
        <p:spPr>
          <a:xfrm>
            <a:off x="566475" y="2915563"/>
            <a:ext cx="8001000" cy="90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101921"/>
      </a:dk1>
      <a:lt1>
        <a:srgbClr val="FFFFFF"/>
      </a:lt1>
      <a:dk2>
        <a:srgbClr val="44546A"/>
      </a:dk2>
      <a:lt2>
        <a:srgbClr val="F3F4F9"/>
      </a:lt2>
      <a:accent1>
        <a:srgbClr val="0080FF"/>
      </a:accent1>
      <a:accent2>
        <a:srgbClr val="030659"/>
      </a:accent2>
      <a:accent3>
        <a:srgbClr val="E8E9F1"/>
      </a:accent3>
      <a:accent4>
        <a:srgbClr val="6D738D"/>
      </a:accent4>
      <a:accent5>
        <a:srgbClr val="8693B2"/>
      </a:accent5>
      <a:accent6>
        <a:srgbClr val="272E3F"/>
      </a:accent6>
      <a:hlink>
        <a:srgbClr val="0080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101921"/>
      </a:dk1>
      <a:lt1>
        <a:srgbClr val="FFFFFF"/>
      </a:lt1>
      <a:dk2>
        <a:srgbClr val="44546A"/>
      </a:dk2>
      <a:lt2>
        <a:srgbClr val="F3F4F9"/>
      </a:lt2>
      <a:accent1>
        <a:srgbClr val="0080FF"/>
      </a:accent1>
      <a:accent2>
        <a:srgbClr val="030659"/>
      </a:accent2>
      <a:accent3>
        <a:srgbClr val="E8E9F1"/>
      </a:accent3>
      <a:accent4>
        <a:srgbClr val="6D738D"/>
      </a:accent4>
      <a:accent5>
        <a:srgbClr val="8693B2"/>
      </a:accent5>
      <a:accent6>
        <a:srgbClr val="272E3F"/>
      </a:accent6>
      <a:hlink>
        <a:srgbClr val="0080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rgbClr val="101921"/>
      </a:dk1>
      <a:lt1>
        <a:srgbClr val="FFFFFF"/>
      </a:lt1>
      <a:dk2>
        <a:srgbClr val="44546A"/>
      </a:dk2>
      <a:lt2>
        <a:srgbClr val="F3F4F9"/>
      </a:lt2>
      <a:accent1>
        <a:srgbClr val="0080FF"/>
      </a:accent1>
      <a:accent2>
        <a:srgbClr val="030659"/>
      </a:accent2>
      <a:accent3>
        <a:srgbClr val="E8E9F1"/>
      </a:accent3>
      <a:accent4>
        <a:srgbClr val="6D738D"/>
      </a:accent4>
      <a:accent5>
        <a:srgbClr val="8693B2"/>
      </a:accent5>
      <a:accent6>
        <a:srgbClr val="272E3F"/>
      </a:accent6>
      <a:hlink>
        <a:srgbClr val="0080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1752</Words>
  <Application>Microsoft Macintosh PowerPoint</Application>
  <PresentationFormat>On-screen Show (16:9)</PresentationFormat>
  <Paragraphs>176</Paragraphs>
  <Slides>18</Slides>
  <Notes>18</Notes>
  <HiddenSlides>2</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18</vt:i4>
      </vt:variant>
    </vt:vector>
  </HeadingPairs>
  <TitlesOfParts>
    <vt:vector size="34" baseType="lpstr">
      <vt:lpstr>Poppins</vt:lpstr>
      <vt:lpstr>Mulish Light</vt:lpstr>
      <vt:lpstr>Calibri</vt:lpstr>
      <vt:lpstr>Mulish SemiBold</vt:lpstr>
      <vt:lpstr>Mulish</vt:lpstr>
      <vt:lpstr>Arial</vt:lpstr>
      <vt:lpstr>Montserrat Medium</vt:lpstr>
      <vt:lpstr>Manrope SemiBold</vt:lpstr>
      <vt:lpstr>Manrope</vt:lpstr>
      <vt:lpstr>Manrope ExtraLight</vt:lpstr>
      <vt:lpstr>Manrope Light</vt:lpstr>
      <vt:lpstr>Manrope Medium</vt:lpstr>
      <vt:lpstr>Simple Light</vt:lpstr>
      <vt:lpstr>1_Office Theme</vt:lpstr>
      <vt:lpstr>1_Office Theme</vt:lpstr>
      <vt:lpstr>1_Office Theme</vt:lpstr>
      <vt:lpstr>PowerPoint Presentation</vt:lpstr>
      <vt:lpstr>Resultados da POC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Pontos adicionais Runtime Protection</vt:lpstr>
      <vt:lpstr>PowerPoint Presentation</vt:lpstr>
      <vt:lpstr>PowerPoint Presentation</vt:lpstr>
      <vt:lpstr>PowerPoint Presentation</vt:lpstr>
      <vt:lpstr>PowerPoint Presentation</vt:lpstr>
      <vt:lpstr>Customer Support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Igor Lopes</cp:lastModifiedBy>
  <cp:revision>1</cp:revision>
  <dcterms:modified xsi:type="dcterms:W3CDTF">2026-05-08T14:36:17Z</dcterms:modified>
</cp:coreProperties>
</file>